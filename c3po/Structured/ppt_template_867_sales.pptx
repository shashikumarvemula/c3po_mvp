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2.xml" ContentType="application/vnd.openxmlformats-officedocument.theme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theme/theme3.xml" ContentType="application/vnd.openxmlformats-officedocument.theme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tags/tag6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9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8.xml" ContentType="application/vnd.openxmlformats-officedocument.presentationml.notesSlide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2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notesSlides/notesSlide9.xml" ContentType="application/vnd.openxmlformats-officedocument.presentationml.notesSlide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5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notesSlides/notesSlide10.xml" ContentType="application/vnd.openxmlformats-officedocument.presentationml.notesSlide+xml"/>
  <Override PartName="/ppt/charts/chart16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7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notesSlides/notesSlide11.xml" ContentType="application/vnd.openxmlformats-officedocument.presentationml.notesSlide+xml"/>
  <Override PartName="/ppt/charts/chart18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19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20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815" r:id="rId5"/>
    <p:sldMasterId id="2147483841" r:id="rId6"/>
    <p:sldMasterId id="2147483864" r:id="rId7"/>
  </p:sldMasterIdLst>
  <p:notesMasterIdLst>
    <p:notesMasterId r:id="rId20"/>
  </p:notesMasterIdLst>
  <p:handoutMasterIdLst>
    <p:handoutMasterId r:id="rId21"/>
  </p:handoutMasterIdLst>
  <p:sldIdLst>
    <p:sldId id="2147483167" r:id="rId8"/>
    <p:sldId id="282" r:id="rId9"/>
    <p:sldId id="291" r:id="rId10"/>
    <p:sldId id="2147483107" r:id="rId11"/>
    <p:sldId id="299" r:id="rId12"/>
    <p:sldId id="2147483138" r:id="rId13"/>
    <p:sldId id="2147483163" r:id="rId14"/>
    <p:sldId id="2147483161" r:id="rId15"/>
    <p:sldId id="2147483160" r:id="rId16"/>
    <p:sldId id="296" r:id="rId17"/>
    <p:sldId id="293" r:id="rId18"/>
    <p:sldId id="2147483170" r:id="rId19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B6CEF6A-66E3-DBA6-EF9A-CE4C033E5C4F}" name="Samvidha Reddy" initials="SR" userId="S::samvidha20uari135@mahindrauniversity.edu.in::95965a30-feb4-47dd-8eab-433f1a7a430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F4F4"/>
    <a:srgbClr val="D9DDE4"/>
    <a:srgbClr val="3C587F"/>
    <a:srgbClr val="FFFFFF"/>
    <a:srgbClr val="203661"/>
    <a:srgbClr val="203662"/>
    <a:srgbClr val="909BB1"/>
    <a:srgbClr val="909BB0"/>
    <a:srgbClr val="C6CAC6"/>
    <a:srgbClr val="8CA6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54302D-6BAC-0747-8143-C3CE824EB694}" v="1" dt="2024-04-03T17:51:26.02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858" autoAdjust="0"/>
    <p:restoredTop sz="96296"/>
  </p:normalViewPr>
  <p:slideViewPr>
    <p:cSldViewPr snapToGrid="0" snapToObjects="1">
      <p:cViewPr varScale="1">
        <p:scale>
          <a:sx n="105" d="100"/>
          <a:sy n="105" d="100"/>
        </p:scale>
        <p:origin x="200" y="216"/>
      </p:cViewPr>
      <p:guideLst/>
    </p:cSldViewPr>
  </p:slideViewPr>
  <p:outlineViewPr>
    <p:cViewPr>
      <p:scale>
        <a:sx n="33" d="100"/>
        <a:sy n="33" d="100"/>
      </p:scale>
      <p:origin x="0" y="-21072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51" d="100"/>
          <a:sy n="151" d="100"/>
        </p:scale>
        <p:origin x="3984" y="19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viewProps" Target="viewProp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presProps" Target="presProps.xml"/><Relationship Id="rId27" Type="http://schemas.microsoft.com/office/2018/10/relationships/authors" Target="author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2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3.xlsx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4.xlsx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5.xlsx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6.xlsx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accent6"/>
                </a:solidFill>
                <a:latin typeface="Trebuchet MS" panose="020B0603020202020204" pitchFamily="34" charset="0"/>
                <a:ea typeface="Cambria" panose="02040503050406030204" pitchFamily="18" charset="0"/>
                <a:cs typeface="+mn-cs"/>
              </a:defRPr>
            </a:pPr>
            <a:r>
              <a:rPr lang="en-US" sz="1400" b="0" dirty="0"/>
              <a:t>Trodelvy</a:t>
            </a:r>
            <a:r>
              <a:rPr lang="en-US" sz="1400" b="0" baseline="0" dirty="0"/>
              <a:t> Weekly Demand (k Vials) (WE 04/19)</a:t>
            </a:r>
            <a:endParaRPr lang="en-US" sz="1400" b="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accent6"/>
              </a:solidFill>
              <a:latin typeface="Trebuchet MS" panose="020B0603020202020204" pitchFamily="34" charset="0"/>
              <a:ea typeface="Cambria" panose="02040503050406030204" pitchFamily="18" charset="0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4.4340883839724052E-2"/>
          <c:y val="5.8531675161963378E-2"/>
          <c:w val="0.94574706029062194"/>
          <c:h val="0.77687211122029332"/>
        </c:manualLayout>
      </c:layout>
      <c:lineChart>
        <c:grouping val="standard"/>
        <c:varyColors val="0"/>
        <c:ser>
          <c:idx val="2"/>
          <c:order val="0"/>
          <c:tx>
            <c:strRef>
              <c:f>Sheet1!$B$1</c:f>
              <c:strCache>
                <c:ptCount val="1"/>
                <c:pt idx="0">
                  <c:v>Actuals</c:v>
                </c:pt>
              </c:strCache>
            </c:strRef>
          </c:tx>
          <c:spPr>
            <a:ln w="12700" cap="rnd">
              <a:solidFill>
                <a:schemeClr val="accent1"/>
              </a:solidFill>
              <a:prstDash val="sysDash"/>
              <a:round/>
            </a:ln>
            <a:effectLst/>
          </c:spPr>
          <c:marker>
            <c:symbol val="none"/>
          </c:marker>
          <c:dLbls>
            <c:dLbl>
              <c:idx val="10"/>
              <c:numFmt formatCode="#.0," sourceLinked="0"/>
              <c:spPr>
                <a:solidFill>
                  <a:schemeClr val="bg1"/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800" b="1" i="0" u="none" strike="noStrike" kern="1200" baseline="0">
                      <a:solidFill>
                        <a:schemeClr val="accent6"/>
                      </a:solidFill>
                      <a:latin typeface="Trebuchet MS" panose="020B0603020202020204" pitchFamily="34" charset="0"/>
                      <a:ea typeface="Cambria" panose="02040503050406030204" pitchFamily="18" charset="0"/>
                      <a:cs typeface="+mn-cs"/>
                    </a:defRPr>
                  </a:pPr>
                  <a:endParaRPr lang="en-US"/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0176540392451509E-2"/>
                      <c:h val="2.876864896836833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2EA6-496A-A19B-9C9CD0E8B08A}"/>
                </c:ext>
              </c:extLst>
            </c:dLbl>
            <c:numFmt formatCode="#.0," sourceLinked="0"/>
            <c:spPr>
              <a:solidFill>
                <a:schemeClr val="bg1"/>
              </a:solidFill>
              <a:ln>
                <a:solidFill>
                  <a:schemeClr val="bg1">
                    <a:lumMod val="85000"/>
                  </a:schemeClr>
                </a:solidFill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accent6"/>
                    </a:solidFill>
                    <a:latin typeface="Trebuchet MS" panose="020B0603020202020204" pitchFamily="34" charset="0"/>
                    <a:ea typeface="Cambria" panose="02040503050406030204" pitchFamily="18" charset="0"/>
                    <a:cs typeface="+mn-cs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Sheet1!$A$2:$A$31</c:f>
              <c:strCache>
                <c:ptCount val="30"/>
                <c:pt idx="0">
                  <c:v>05-Jan</c:v>
                </c:pt>
                <c:pt idx="1">
                  <c:v>12-Jan</c:v>
                </c:pt>
                <c:pt idx="2">
                  <c:v>19-Jan</c:v>
                </c:pt>
                <c:pt idx="3">
                  <c:v>26-Jan</c:v>
                </c:pt>
                <c:pt idx="4">
                  <c:v>02-Feb</c:v>
                </c:pt>
                <c:pt idx="5">
                  <c:v>09-Feb</c:v>
                </c:pt>
                <c:pt idx="6">
                  <c:v>16-Feb</c:v>
                </c:pt>
                <c:pt idx="7">
                  <c:v>23-Feb</c:v>
                </c:pt>
                <c:pt idx="8">
                  <c:v>01-Mar</c:v>
                </c:pt>
                <c:pt idx="9">
                  <c:v>08-Mar</c:v>
                </c:pt>
                <c:pt idx="10">
                  <c:v>15-Mar</c:v>
                </c:pt>
                <c:pt idx="11">
                  <c:v>22-Mar</c:v>
                </c:pt>
                <c:pt idx="12">
                  <c:v>29-Mar</c:v>
                </c:pt>
                <c:pt idx="13">
                  <c:v>05-Apr</c:v>
                </c:pt>
                <c:pt idx="14">
                  <c:v>12-Apr</c:v>
                </c:pt>
                <c:pt idx="15">
                  <c:v>19-Apr</c:v>
                </c:pt>
                <c:pt idx="16">
                  <c:v>26-Apr</c:v>
                </c:pt>
                <c:pt idx="17">
                  <c:v>03-May</c:v>
                </c:pt>
                <c:pt idx="18">
                  <c:v>10-May</c:v>
                </c:pt>
                <c:pt idx="19">
                  <c:v>17-May</c:v>
                </c:pt>
                <c:pt idx="20">
                  <c:v>24-May</c:v>
                </c:pt>
                <c:pt idx="21">
                  <c:v>31-May</c:v>
                </c:pt>
                <c:pt idx="22">
                  <c:v>07-Jun</c:v>
                </c:pt>
                <c:pt idx="23">
                  <c:v>14-Jun</c:v>
                </c:pt>
                <c:pt idx="24">
                  <c:v>21-Jun</c:v>
                </c:pt>
                <c:pt idx="25">
                  <c:v>28-Jun</c:v>
                </c:pt>
                <c:pt idx="26">
                  <c:v>05-Jul</c:v>
                </c:pt>
                <c:pt idx="27">
                  <c:v>12-Jul</c:v>
                </c:pt>
                <c:pt idx="28">
                  <c:v>19-Jul</c:v>
                </c:pt>
                <c:pt idx="29">
                  <c:v>26-Jul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8235</c:v>
                </c:pt>
                <c:pt idx="1">
                  <c:v>8711</c:v>
                </c:pt>
                <c:pt idx="2">
                  <c:v>7719</c:v>
                </c:pt>
                <c:pt idx="3">
                  <c:v>9021</c:v>
                </c:pt>
                <c:pt idx="4">
                  <c:v>8084</c:v>
                </c:pt>
                <c:pt idx="5">
                  <c:v>8344</c:v>
                </c:pt>
                <c:pt idx="6">
                  <c:v>8566</c:v>
                </c:pt>
                <c:pt idx="7">
                  <c:v>8525</c:v>
                </c:pt>
                <c:pt idx="8">
                  <c:v>8400</c:v>
                </c:pt>
                <c:pt idx="9">
                  <c:v>8011</c:v>
                </c:pt>
                <c:pt idx="10">
                  <c:v>8970</c:v>
                </c:pt>
                <c:pt idx="11">
                  <c:v>8810</c:v>
                </c:pt>
                <c:pt idx="12">
                  <c:v>8977</c:v>
                </c:pt>
                <c:pt idx="13">
                  <c:v>8659</c:v>
                </c:pt>
                <c:pt idx="14">
                  <c:v>8381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DBD-41EE-9A36-243A9DD550C7}"/>
            </c:ext>
          </c:extLst>
        </c:ser>
        <c:ser>
          <c:idx val="0"/>
          <c:order val="1"/>
          <c:tx>
            <c:strRef>
              <c:f>Sheet1!$C$1</c:f>
              <c:strCache>
                <c:ptCount val="1"/>
                <c:pt idx="0">
                  <c:v>24 Budget Weekly Run Rate Estimate</c:v>
                </c:pt>
              </c:strCache>
            </c:strRef>
          </c:tx>
          <c:spPr>
            <a:ln w="38100" cap="rnd">
              <a:solidFill>
                <a:srgbClr val="FFC000"/>
              </a:solidFill>
              <a:prstDash val="sysDot"/>
              <a:round/>
            </a:ln>
            <a:effectLst/>
          </c:spPr>
          <c:marker>
            <c:symbol val="none"/>
          </c:marker>
          <c:cat>
            <c:strRef>
              <c:f>Sheet1!$A$2:$A$31</c:f>
              <c:strCache>
                <c:ptCount val="30"/>
                <c:pt idx="0">
                  <c:v>05-Jan</c:v>
                </c:pt>
                <c:pt idx="1">
                  <c:v>12-Jan</c:v>
                </c:pt>
                <c:pt idx="2">
                  <c:v>19-Jan</c:v>
                </c:pt>
                <c:pt idx="3">
                  <c:v>26-Jan</c:v>
                </c:pt>
                <c:pt idx="4">
                  <c:v>02-Feb</c:v>
                </c:pt>
                <c:pt idx="5">
                  <c:v>09-Feb</c:v>
                </c:pt>
                <c:pt idx="6">
                  <c:v>16-Feb</c:v>
                </c:pt>
                <c:pt idx="7">
                  <c:v>23-Feb</c:v>
                </c:pt>
                <c:pt idx="8">
                  <c:v>01-Mar</c:v>
                </c:pt>
                <c:pt idx="9">
                  <c:v>08-Mar</c:v>
                </c:pt>
                <c:pt idx="10">
                  <c:v>15-Mar</c:v>
                </c:pt>
                <c:pt idx="11">
                  <c:v>22-Mar</c:v>
                </c:pt>
                <c:pt idx="12">
                  <c:v>29-Mar</c:v>
                </c:pt>
                <c:pt idx="13">
                  <c:v>05-Apr</c:v>
                </c:pt>
                <c:pt idx="14">
                  <c:v>12-Apr</c:v>
                </c:pt>
                <c:pt idx="15">
                  <c:v>19-Apr</c:v>
                </c:pt>
                <c:pt idx="16">
                  <c:v>26-Apr</c:v>
                </c:pt>
                <c:pt idx="17">
                  <c:v>03-May</c:v>
                </c:pt>
                <c:pt idx="18">
                  <c:v>10-May</c:v>
                </c:pt>
                <c:pt idx="19">
                  <c:v>17-May</c:v>
                </c:pt>
                <c:pt idx="20">
                  <c:v>24-May</c:v>
                </c:pt>
                <c:pt idx="21">
                  <c:v>31-May</c:v>
                </c:pt>
                <c:pt idx="22">
                  <c:v>07-Jun</c:v>
                </c:pt>
                <c:pt idx="23">
                  <c:v>14-Jun</c:v>
                </c:pt>
                <c:pt idx="24">
                  <c:v>21-Jun</c:v>
                </c:pt>
                <c:pt idx="25">
                  <c:v>28-Jun</c:v>
                </c:pt>
                <c:pt idx="26">
                  <c:v>05-Jul</c:v>
                </c:pt>
                <c:pt idx="27">
                  <c:v>12-Jul</c:v>
                </c:pt>
                <c:pt idx="28">
                  <c:v>19-Jul</c:v>
                </c:pt>
                <c:pt idx="29">
                  <c:v>26-Jul</c:v>
                </c:pt>
              </c:strCache>
            </c:strRef>
          </c:cat>
          <c:val>
            <c:numRef>
              <c:f>Sheet1!$C$2:$C$31</c:f>
              <c:numCache>
                <c:formatCode>General</c:formatCode>
                <c:ptCount val="30"/>
                <c:pt idx="0">
                  <c:v>7323</c:v>
                </c:pt>
                <c:pt idx="1">
                  <c:v>9170</c:v>
                </c:pt>
                <c:pt idx="2">
                  <c:v>8858</c:v>
                </c:pt>
                <c:pt idx="3">
                  <c:v>8897</c:v>
                </c:pt>
                <c:pt idx="4">
                  <c:v>8944</c:v>
                </c:pt>
                <c:pt idx="5">
                  <c:v>8949</c:v>
                </c:pt>
                <c:pt idx="6">
                  <c:v>8988</c:v>
                </c:pt>
                <c:pt idx="7">
                  <c:v>9028</c:v>
                </c:pt>
                <c:pt idx="8">
                  <c:v>9131</c:v>
                </c:pt>
                <c:pt idx="9">
                  <c:v>9208</c:v>
                </c:pt>
                <c:pt idx="10">
                  <c:v>9307</c:v>
                </c:pt>
                <c:pt idx="11">
                  <c:v>9340</c:v>
                </c:pt>
                <c:pt idx="12">
                  <c:v>9383</c:v>
                </c:pt>
                <c:pt idx="13">
                  <c:v>9498</c:v>
                </c:pt>
                <c:pt idx="14">
                  <c:v>9546</c:v>
                </c:pt>
                <c:pt idx="15">
                  <c:v>9635</c:v>
                </c:pt>
                <c:pt idx="16">
                  <c:v>9684</c:v>
                </c:pt>
                <c:pt idx="17">
                  <c:v>9690</c:v>
                </c:pt>
                <c:pt idx="18">
                  <c:v>9709</c:v>
                </c:pt>
                <c:pt idx="19">
                  <c:v>9751</c:v>
                </c:pt>
                <c:pt idx="20">
                  <c:v>9792</c:v>
                </c:pt>
                <c:pt idx="21">
                  <c:v>9306</c:v>
                </c:pt>
                <c:pt idx="22">
                  <c:v>10451</c:v>
                </c:pt>
                <c:pt idx="23">
                  <c:v>10136</c:v>
                </c:pt>
                <c:pt idx="24">
                  <c:v>10177</c:v>
                </c:pt>
                <c:pt idx="25">
                  <c:v>10321</c:v>
                </c:pt>
                <c:pt idx="26">
                  <c:v>9013</c:v>
                </c:pt>
                <c:pt idx="27">
                  <c:v>11898</c:v>
                </c:pt>
                <c:pt idx="28">
                  <c:v>10627</c:v>
                </c:pt>
                <c:pt idx="29">
                  <c:v>10695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DBD-41EE-9A36-243A9DD550C7}"/>
            </c:ext>
          </c:extLst>
        </c:ser>
        <c:ser>
          <c:idx val="1"/>
          <c:order val="2"/>
          <c:tx>
            <c:strRef>
              <c:f>Sheet1!$D$1</c:f>
              <c:strCache>
                <c:ptCount val="1"/>
                <c:pt idx="0">
                  <c:v>R4W Average</c:v>
                </c:pt>
              </c:strCache>
            </c:strRef>
          </c:tx>
          <c:spPr>
            <a:ln w="28575"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Sheet1!$A$2:$A$31</c:f>
              <c:strCache>
                <c:ptCount val="30"/>
                <c:pt idx="0">
                  <c:v>05-Jan</c:v>
                </c:pt>
                <c:pt idx="1">
                  <c:v>12-Jan</c:v>
                </c:pt>
                <c:pt idx="2">
                  <c:v>19-Jan</c:v>
                </c:pt>
                <c:pt idx="3">
                  <c:v>26-Jan</c:v>
                </c:pt>
                <c:pt idx="4">
                  <c:v>02-Feb</c:v>
                </c:pt>
                <c:pt idx="5">
                  <c:v>09-Feb</c:v>
                </c:pt>
                <c:pt idx="6">
                  <c:v>16-Feb</c:v>
                </c:pt>
                <c:pt idx="7">
                  <c:v>23-Feb</c:v>
                </c:pt>
                <c:pt idx="8">
                  <c:v>01-Mar</c:v>
                </c:pt>
                <c:pt idx="9">
                  <c:v>08-Mar</c:v>
                </c:pt>
                <c:pt idx="10">
                  <c:v>15-Mar</c:v>
                </c:pt>
                <c:pt idx="11">
                  <c:v>22-Mar</c:v>
                </c:pt>
                <c:pt idx="12">
                  <c:v>29-Mar</c:v>
                </c:pt>
                <c:pt idx="13">
                  <c:v>05-Apr</c:v>
                </c:pt>
                <c:pt idx="14">
                  <c:v>12-Apr</c:v>
                </c:pt>
                <c:pt idx="15">
                  <c:v>19-Apr</c:v>
                </c:pt>
                <c:pt idx="16">
                  <c:v>26-Apr</c:v>
                </c:pt>
                <c:pt idx="17">
                  <c:v>03-May</c:v>
                </c:pt>
                <c:pt idx="18">
                  <c:v>10-May</c:v>
                </c:pt>
                <c:pt idx="19">
                  <c:v>17-May</c:v>
                </c:pt>
                <c:pt idx="20">
                  <c:v>24-May</c:v>
                </c:pt>
                <c:pt idx="21">
                  <c:v>31-May</c:v>
                </c:pt>
                <c:pt idx="22">
                  <c:v>07-Jun</c:v>
                </c:pt>
                <c:pt idx="23">
                  <c:v>14-Jun</c:v>
                </c:pt>
                <c:pt idx="24">
                  <c:v>21-Jun</c:v>
                </c:pt>
                <c:pt idx="25">
                  <c:v>28-Jun</c:v>
                </c:pt>
                <c:pt idx="26">
                  <c:v>05-Jul</c:v>
                </c:pt>
                <c:pt idx="27">
                  <c:v>12-Jul</c:v>
                </c:pt>
                <c:pt idx="28">
                  <c:v>19-Jul</c:v>
                </c:pt>
                <c:pt idx="29">
                  <c:v>26-Jul</c:v>
                </c:pt>
              </c:strCache>
            </c:strRef>
          </c:cat>
          <c:val>
            <c:numRef>
              <c:f>Sheet1!$D$2:$D$31</c:f>
              <c:numCache>
                <c:formatCode>General</c:formatCode>
                <c:ptCount val="30"/>
                <c:pt idx="0">
                  <c:v>8656.25</c:v>
                </c:pt>
                <c:pt idx="1">
                  <c:v>8743.75</c:v>
                </c:pt>
                <c:pt idx="2">
                  <c:v>8525.25</c:v>
                </c:pt>
                <c:pt idx="3">
                  <c:v>8421.5</c:v>
                </c:pt>
                <c:pt idx="4">
                  <c:v>8383.75</c:v>
                </c:pt>
                <c:pt idx="5">
                  <c:v>8292</c:v>
                </c:pt>
                <c:pt idx="6">
                  <c:v>8503.75</c:v>
                </c:pt>
                <c:pt idx="7">
                  <c:v>8379.75</c:v>
                </c:pt>
                <c:pt idx="8">
                  <c:v>8458.75</c:v>
                </c:pt>
                <c:pt idx="9">
                  <c:v>8375.5</c:v>
                </c:pt>
                <c:pt idx="10">
                  <c:v>8476.5</c:v>
                </c:pt>
                <c:pt idx="11">
                  <c:v>8547.75</c:v>
                </c:pt>
                <c:pt idx="12">
                  <c:v>8692</c:v>
                </c:pt>
                <c:pt idx="13">
                  <c:v>8854</c:v>
                </c:pt>
                <c:pt idx="14">
                  <c:v>8706.75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8B9C-4A61-B8A8-BCD822C43C9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792554944"/>
        <c:axId val="1790044528"/>
      </c:lineChart>
      <c:catAx>
        <c:axId val="17925549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000" b="0" i="0" u="none" strike="noStrike" kern="1200" baseline="0">
                <a:solidFill>
                  <a:schemeClr val="accent6"/>
                </a:solidFill>
                <a:latin typeface="Trebuchet MS" panose="020B0603020202020204" pitchFamily="34" charset="0"/>
                <a:ea typeface="Cambria" panose="02040503050406030204" pitchFamily="18" charset="0"/>
                <a:cs typeface="+mn-cs"/>
              </a:defRPr>
            </a:pPr>
            <a:endParaRPr lang="en-US"/>
          </a:p>
        </c:txPr>
        <c:crossAx val="1790044528"/>
        <c:crosses val="autoZero"/>
        <c:auto val="0"/>
        <c:lblAlgn val="ctr"/>
        <c:lblOffset val="100"/>
        <c:noMultiLvlLbl val="1"/>
      </c:catAx>
      <c:valAx>
        <c:axId val="1790044528"/>
        <c:scaling>
          <c:orientation val="minMax"/>
          <c:min val="1000"/>
        </c:scaling>
        <c:delete val="0"/>
        <c:axPos val="l"/>
        <c:numFmt formatCode="0.0,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accent6"/>
                </a:solidFill>
                <a:latin typeface="Trebuchet MS" panose="020B0603020202020204" pitchFamily="34" charset="0"/>
                <a:ea typeface="Cambria" panose="02040503050406030204" pitchFamily="18" charset="0"/>
                <a:cs typeface="+mn-cs"/>
              </a:defRPr>
            </a:pPr>
            <a:endParaRPr lang="en-US"/>
          </a:p>
        </c:txPr>
        <c:crossAx val="17925549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baseline="0">
              <a:solidFill>
                <a:schemeClr val="accent6"/>
              </a:solidFill>
              <a:latin typeface="Trebuchet MS" panose="020B0603020202020204" pitchFamily="34" charset="0"/>
              <a:ea typeface="Cambria" panose="02040503050406030204" pitchFamily="18" charset="0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19050">
      <a:solidFill>
        <a:schemeClr val="accent6"/>
      </a:solidFill>
    </a:ln>
    <a:effectLst/>
  </c:spPr>
  <c:txPr>
    <a:bodyPr/>
    <a:lstStyle/>
    <a:p>
      <a:pPr>
        <a:defRPr sz="1200" b="1">
          <a:solidFill>
            <a:schemeClr val="accent6"/>
          </a:solidFill>
          <a:latin typeface="Trebuchet MS" panose="020B0603020202020204" pitchFamily="34" charset="0"/>
          <a:ea typeface="Cambria" panose="02040503050406030204" pitchFamily="18" charset="0"/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accent6"/>
                </a:solidFill>
                <a:latin typeface="Trebuchet MS" panose="020B0603020202020204" pitchFamily="34" charset="0"/>
                <a:ea typeface="+mn-ea"/>
                <a:cs typeface="+mn-cs"/>
              </a:defRPr>
            </a:pPr>
            <a:r>
              <a:rPr lang="en-US" sz="1400" b="1" i="0" u="sng" strike="noStrike" baseline="0" dirty="0">
                <a:effectLst/>
              </a:rPr>
              <a:t>Academic account (04/19)</a:t>
            </a:r>
            <a:endParaRPr lang="en-US" sz="1400" b="0" i="0" u="none" strike="noStrike" baseline="0" dirty="0">
              <a:effectLst/>
            </a:endParaRPr>
          </a:p>
        </c:rich>
      </c:tx>
      <c:layout>
        <c:manualLayout>
          <c:xMode val="edge"/>
          <c:yMode val="edge"/>
          <c:x val="0.1132907431709925"/>
          <c:y val="4.6872636989986885E-3"/>
        </c:manualLayout>
      </c:layout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accent6"/>
              </a:solidFill>
              <a:latin typeface="Trebuchet MS" panose="020B0603020202020204" pitchFamily="34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5046296296296294"/>
          <c:y val="0.44909290753593673"/>
          <c:w val="0.60552566504706862"/>
          <c:h val="0.409677906281958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academic</c:v>
                </c:pt>
              </c:strCache>
            </c:strRef>
          </c:tx>
          <c:spPr>
            <a:solidFill>
              <a:srgbClr val="DCDDE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76C3-DB45-96BA-1900F5E88FDB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DC4-4506-91B3-456B50AFC980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7DC4-4506-91B3-456B50AFC980}"/>
              </c:ext>
            </c:extLst>
          </c:dPt>
          <c:dLbls>
            <c:numFmt formatCode="0.0,&quot;K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accent6"/>
                    </a:solidFill>
                    <a:latin typeface="Trebuchet MS" panose="020B0603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P13W</c:v>
                </c:pt>
                <c:pt idx="1">
                  <c:v>R13W</c:v>
                </c:pt>
                <c:pt idx="2">
                  <c:v>YTD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2773.7692307692309</c:v>
                </c:pt>
                <c:pt idx="1">
                  <c:v>2919.6153846153852</c:v>
                </c:pt>
                <c:pt idx="2">
                  <c:v>2919.6153846153852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4-7DC4-4506-91B3-456B50AFC98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917900936"/>
        <c:axId val="917894704"/>
        <c:extLst/>
      </c:barChart>
      <c:catAx>
        <c:axId val="91790093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accent6"/>
                </a:solidFill>
                <a:latin typeface="Trebuchet MS" panose="020B0603020202020204" pitchFamily="34" charset="0"/>
                <a:ea typeface="+mn-ea"/>
                <a:cs typeface="+mn-cs"/>
              </a:defRPr>
            </a:pPr>
            <a:endParaRPr lang="en-US"/>
          </a:p>
        </c:txPr>
        <c:crossAx val="917894704"/>
        <c:crosses val="autoZero"/>
        <c:auto val="1"/>
        <c:lblAlgn val="ctr"/>
        <c:lblOffset val="100"/>
        <c:noMultiLvlLbl val="0"/>
      </c:catAx>
      <c:valAx>
        <c:axId val="917894704"/>
        <c:scaling>
          <c:orientation val="minMax"/>
        </c:scaling>
        <c:delete val="1"/>
        <c:axPos val="l"/>
        <c:numFmt formatCode="0.0,&quot;K&quot;" sourceLinked="0"/>
        <c:majorTickMark val="out"/>
        <c:minorTickMark val="none"/>
        <c:tickLblPos val="nextTo"/>
        <c:crossAx val="917900936"/>
        <c:crossesAt val="1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accent1"/>
      </a:solidFill>
    </a:ln>
    <a:effectLst/>
  </c:spPr>
  <c:txPr>
    <a:bodyPr/>
    <a:lstStyle/>
    <a:p>
      <a:pPr>
        <a:defRPr>
          <a:latin typeface="Trebuchet MS" panose="020B0603020202020204" pitchFamily="34" charset="0"/>
        </a:defRPr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accent6"/>
                </a:solidFill>
                <a:latin typeface="Trebuchet MS" panose="020B0603020202020204" pitchFamily="34" charset="0"/>
                <a:ea typeface="+mn-ea"/>
                <a:cs typeface="+mn-cs"/>
              </a:defRPr>
            </a:pPr>
            <a:r>
              <a:rPr lang="en-US" sz="1400" b="1" i="0" u="sng" strike="noStrike" baseline="0" dirty="0">
                <a:effectLst/>
              </a:rPr>
              <a:t>High Potential </a:t>
            </a:r>
            <a:r>
              <a:rPr lang="en-US" sz="1400" b="1" i="0" u="sng" strike="noStrike" kern="1200" spc="0" baseline="0" dirty="0">
                <a:solidFill>
                  <a:srgbClr val="000000"/>
                </a:solidFill>
                <a:effectLst/>
                <a:latin typeface="Trebuchet MS" panose="020B0603020202020204" pitchFamily="34" charset="0"/>
              </a:rPr>
              <a:t>(04/19)</a:t>
            </a:r>
            <a:endParaRPr lang="en-US" sz="1400" b="0" i="0" u="none" strike="noStrike" baseline="0" dirty="0">
              <a:effectLst/>
            </a:endParaRPr>
          </a:p>
        </c:rich>
      </c:tx>
      <c:layout>
        <c:manualLayout>
          <c:xMode val="edge"/>
          <c:yMode val="edge"/>
          <c:x val="0.27281033256350534"/>
          <c:y val="4.6868951105197678E-3"/>
        </c:manualLayout>
      </c:layout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accent6"/>
              </a:solidFill>
              <a:latin typeface="Trebuchet MS" panose="020B0603020202020204" pitchFamily="34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9688777931303997"/>
          <c:y val="0.43778790746221402"/>
          <c:w val="0.60552566504706862"/>
          <c:h val="0.3181278793027346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high</c:v>
                </c:pt>
              </c:strCache>
            </c:strRef>
          </c:tx>
          <c:spPr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6C0-45A4-81C5-DF7CD5CB99ED}"/>
              </c:ext>
            </c:extLst>
          </c:dPt>
          <c:dPt>
            <c:idx val="2"/>
            <c:invertIfNegative val="0"/>
            <c:bubble3D val="0"/>
            <c:spPr>
              <a:solidFill>
                <a:srgbClr val="3C587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76C0-45A4-81C5-DF7CD5CB99ED}"/>
              </c:ext>
            </c:extLst>
          </c:dPt>
          <c:dLbls>
            <c:numFmt formatCode="0.0,&quot;K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accent6"/>
                    </a:solidFill>
                    <a:latin typeface="Trebuchet MS" panose="020B0603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P13W</c:v>
                </c:pt>
                <c:pt idx="1">
                  <c:v>R13W</c:v>
                </c:pt>
                <c:pt idx="2">
                  <c:v>YTD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1959.7692307692309</c:v>
                </c:pt>
                <c:pt idx="1">
                  <c:v>2011.615384615385</c:v>
                </c:pt>
                <c:pt idx="2">
                  <c:v>2011.615384615385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4-76C0-45A4-81C5-DF7CD5CB99E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917900936"/>
        <c:axId val="917894704"/>
        <c:extLst/>
      </c:barChart>
      <c:catAx>
        <c:axId val="91790093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accent6"/>
                </a:solidFill>
                <a:latin typeface="Trebuchet MS" panose="020B0603020202020204" pitchFamily="34" charset="0"/>
                <a:ea typeface="+mn-ea"/>
                <a:cs typeface="+mn-cs"/>
              </a:defRPr>
            </a:pPr>
            <a:endParaRPr lang="en-US"/>
          </a:p>
        </c:txPr>
        <c:crossAx val="917894704"/>
        <c:crosses val="autoZero"/>
        <c:auto val="1"/>
        <c:lblAlgn val="ctr"/>
        <c:lblOffset val="100"/>
        <c:noMultiLvlLbl val="0"/>
      </c:catAx>
      <c:valAx>
        <c:axId val="91789470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917900936"/>
        <c:crossesAt val="1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accent1"/>
      </a:solidFill>
    </a:ln>
    <a:effectLst/>
  </c:spPr>
  <c:txPr>
    <a:bodyPr/>
    <a:lstStyle/>
    <a:p>
      <a:pPr>
        <a:defRPr>
          <a:latin typeface="Trebuchet MS" panose="020B0603020202020204" pitchFamily="34" charset="0"/>
        </a:defRPr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accent6"/>
                </a:solidFill>
                <a:latin typeface="Trebuchet MS" panose="020B0603020202020204" pitchFamily="34" charset="0"/>
                <a:ea typeface="+mn-ea"/>
                <a:cs typeface="+mn-cs"/>
              </a:defRPr>
            </a:pPr>
            <a:r>
              <a:rPr lang="en-US" sz="1400" b="1" i="0" u="sng" strike="noStrike" baseline="0" dirty="0">
                <a:effectLst/>
              </a:rPr>
              <a:t>Medium Potential</a:t>
            </a:r>
            <a:r>
              <a:rPr lang="en-US" sz="1400" b="1" i="0" u="sng" strike="noStrike" kern="1200" spc="0" baseline="0" dirty="0">
                <a:solidFill>
                  <a:srgbClr val="000000"/>
                </a:solidFill>
                <a:effectLst/>
                <a:latin typeface="Trebuchet MS" panose="020B0603020202020204" pitchFamily="34" charset="0"/>
              </a:rPr>
              <a:t>(04/19)</a:t>
            </a:r>
            <a:endParaRPr lang="en-US" sz="1400" b="1" i="0" u="sng" strike="noStrike" baseline="0" dirty="0">
              <a:effectLst/>
            </a:endParaRPr>
          </a:p>
        </c:rich>
      </c:tx>
      <c:layout>
        <c:manualLayout>
          <c:xMode val="edge"/>
          <c:yMode val="edge"/>
          <c:x val="0.23333427587997441"/>
          <c:y val="0"/>
        </c:manualLayout>
      </c:layout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accent6"/>
              </a:solidFill>
              <a:latin typeface="Trebuchet MS" panose="020B0603020202020204" pitchFamily="34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9384167957682591"/>
          <c:y val="0.50157954396429827"/>
          <c:w val="0.60552566504706862"/>
          <c:h val="0.2421379397414094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medium</c:v>
                </c:pt>
              </c:strCache>
            </c:strRef>
          </c:tx>
          <c:spPr>
            <a:solidFill>
              <a:schemeClr val="tx1">
                <a:lumMod val="20000"/>
                <a:lumOff val="80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9F9F-4C1E-88B0-4C0CF18ECEAE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9F9F-4C1E-88B0-4C0CF18ECEAE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9F9F-4C1E-88B0-4C0CF18ECEAE}"/>
              </c:ext>
            </c:extLst>
          </c:dPt>
          <c:dLbls>
            <c:dLbl>
              <c:idx val="0"/>
              <c:layout>
                <c:manualLayout>
                  <c:x val="-1.1078312328155314E-2"/>
                  <c:y val="1.1313681114332667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9F9F-4C1E-88B0-4C0CF18ECEAE}"/>
                </c:ext>
              </c:extLst>
            </c:dLbl>
            <c:dLbl>
              <c:idx val="1"/>
              <c:layout>
                <c:manualLayout>
                  <c:x val="3.0462736158164447E-3"/>
                  <c:y val="-9.4408786953741244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F9F-4C1E-88B0-4C0CF18ECEAE}"/>
                </c:ext>
              </c:extLst>
            </c:dLbl>
            <c:dLbl>
              <c:idx val="2"/>
              <c:layout>
                <c:manualLayout>
                  <c:x val="0"/>
                  <c:y val="-1.6055029999378124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F9F-4C1E-88B0-4C0CF18ECEAE}"/>
                </c:ext>
              </c:extLst>
            </c:dLbl>
            <c:numFmt formatCode="0.0,&quot;K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accent6"/>
                    </a:solidFill>
                    <a:latin typeface="Trebuchet MS" panose="020B0603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P13W</c:v>
                </c:pt>
                <c:pt idx="1">
                  <c:v>R13W</c:v>
                </c:pt>
                <c:pt idx="2">
                  <c:v>YTD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2715.1538461538462</c:v>
                </c:pt>
                <c:pt idx="1">
                  <c:v>2563</c:v>
                </c:pt>
                <c:pt idx="2">
                  <c:v>2563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5-9F9F-4C1E-88B0-4C0CF18ECEA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917900936"/>
        <c:axId val="917894704"/>
        <c:extLst/>
      </c:barChart>
      <c:catAx>
        <c:axId val="91790093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accent6"/>
                </a:solidFill>
                <a:latin typeface="Trebuchet MS" panose="020B0603020202020204" pitchFamily="34" charset="0"/>
                <a:ea typeface="+mn-ea"/>
                <a:cs typeface="+mn-cs"/>
              </a:defRPr>
            </a:pPr>
            <a:endParaRPr lang="en-US"/>
          </a:p>
        </c:txPr>
        <c:crossAx val="917894704"/>
        <c:crosses val="autoZero"/>
        <c:auto val="1"/>
        <c:lblAlgn val="ctr"/>
        <c:lblOffset val="100"/>
        <c:noMultiLvlLbl val="0"/>
      </c:catAx>
      <c:valAx>
        <c:axId val="91789470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917900936"/>
        <c:crossesAt val="1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accent1"/>
      </a:solidFill>
    </a:ln>
    <a:effectLst/>
  </c:spPr>
  <c:txPr>
    <a:bodyPr/>
    <a:lstStyle/>
    <a:p>
      <a:pPr>
        <a:defRPr>
          <a:latin typeface="Trebuchet MS" panose="020B0603020202020204" pitchFamily="34" charset="0"/>
        </a:defRPr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accent6"/>
                </a:solidFill>
                <a:latin typeface="Trebuchet MS" panose="020B0603020202020204" pitchFamily="34" charset="0"/>
                <a:ea typeface="+mn-ea"/>
                <a:cs typeface="+mn-cs"/>
              </a:defRPr>
            </a:pPr>
            <a:r>
              <a:rPr lang="en-US" sz="1400" b="1" i="0" u="sng" strike="noStrike" baseline="0" dirty="0">
                <a:effectLst/>
              </a:rPr>
              <a:t>Low Potential</a:t>
            </a:r>
            <a:r>
              <a:rPr lang="en-US" sz="1400" b="1" i="0" u="sng" strike="noStrike" kern="1200" spc="0" baseline="0" dirty="0">
                <a:solidFill>
                  <a:srgbClr val="000000"/>
                </a:solidFill>
                <a:effectLst/>
                <a:latin typeface="Trebuchet MS" panose="020B0603020202020204" pitchFamily="34" charset="0"/>
              </a:rPr>
              <a:t>(04/19)</a:t>
            </a:r>
            <a:endParaRPr lang="en-US" sz="1400" b="1" i="0" u="sng" strike="noStrike" baseline="0" dirty="0">
              <a:effectLst/>
            </a:endParaRPr>
          </a:p>
        </c:rich>
      </c:tx>
      <c:layout>
        <c:manualLayout>
          <c:xMode val="edge"/>
          <c:yMode val="edge"/>
          <c:x val="0.27530820357097874"/>
          <c:y val="0"/>
        </c:manualLayout>
      </c:layout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accent6"/>
              </a:solidFill>
              <a:latin typeface="Trebuchet MS" panose="020B0603020202020204" pitchFamily="34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8202661708650336"/>
          <c:y val="0.30789862204724411"/>
          <c:w val="0.60552566504706862"/>
          <c:h val="0.4592107476949996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low</c:v>
                </c:pt>
              </c:strCache>
            </c:strRef>
          </c:tx>
          <c:spPr>
            <a:solidFill>
              <a:schemeClr val="tx1">
                <a:lumMod val="20000"/>
                <a:lumOff val="80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9260-4BC1-9580-84A5A48A6940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9260-4BC1-9580-84A5A48A6940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9260-4BC1-9580-84A5A48A6940}"/>
              </c:ext>
            </c:extLst>
          </c:dPt>
          <c:dLbls>
            <c:dLbl>
              <c:idx val="0"/>
              <c:layout>
                <c:manualLayout>
                  <c:x val="-1.1078312328155314E-2"/>
                  <c:y val="1.1313681114332667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9260-4BC1-9580-84A5A48A6940}"/>
                </c:ext>
              </c:extLst>
            </c:dLbl>
            <c:dLbl>
              <c:idx val="1"/>
              <c:layout>
                <c:manualLayout>
                  <c:x val="3.0462736158164447E-3"/>
                  <c:y val="-9.4408786953741244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260-4BC1-9580-84A5A48A6940}"/>
                </c:ext>
              </c:extLst>
            </c:dLbl>
            <c:dLbl>
              <c:idx val="2"/>
              <c:layout>
                <c:manualLayout>
                  <c:x val="0"/>
                  <c:y val="-1.6055029999378124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260-4BC1-9580-84A5A48A6940}"/>
                </c:ext>
              </c:extLst>
            </c:dLbl>
            <c:numFmt formatCode="0.0,&quot;K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accent6"/>
                    </a:solidFill>
                    <a:latin typeface="Trebuchet MS" panose="020B0603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P13W</c:v>
                </c:pt>
                <c:pt idx="1">
                  <c:v>R13W</c:v>
                </c:pt>
                <c:pt idx="2">
                  <c:v>YTD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2883.0769230769229</c:v>
                </c:pt>
                <c:pt idx="1">
                  <c:v>2868</c:v>
                </c:pt>
                <c:pt idx="2">
                  <c:v>2868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5-9260-4BC1-9580-84A5A48A694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917900936"/>
        <c:axId val="917894704"/>
        <c:extLst/>
      </c:barChart>
      <c:catAx>
        <c:axId val="91790093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accent6"/>
                </a:solidFill>
                <a:latin typeface="Trebuchet MS" panose="020B0603020202020204" pitchFamily="34" charset="0"/>
                <a:ea typeface="+mn-ea"/>
                <a:cs typeface="+mn-cs"/>
              </a:defRPr>
            </a:pPr>
            <a:endParaRPr lang="en-US"/>
          </a:p>
        </c:txPr>
        <c:crossAx val="917894704"/>
        <c:crosses val="autoZero"/>
        <c:auto val="1"/>
        <c:lblAlgn val="ctr"/>
        <c:lblOffset val="100"/>
        <c:noMultiLvlLbl val="0"/>
      </c:catAx>
      <c:valAx>
        <c:axId val="91789470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917900936"/>
        <c:crossesAt val="1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accent1"/>
      </a:solidFill>
    </a:ln>
    <a:effectLst/>
  </c:spPr>
  <c:txPr>
    <a:bodyPr/>
    <a:lstStyle/>
    <a:p>
      <a:pPr>
        <a:defRPr>
          <a:latin typeface="Trebuchet MS" panose="020B0603020202020204" pitchFamily="34" charset="0"/>
        </a:defRPr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accent6"/>
                </a:solidFill>
                <a:latin typeface="Trebuchet MS" panose="020B0603020202020204" pitchFamily="34" charset="0"/>
                <a:ea typeface="+mn-ea"/>
                <a:cs typeface="+mn-cs"/>
              </a:defRPr>
            </a:pPr>
            <a:r>
              <a:rPr lang="en-US" sz="1400" b="1" i="0" u="sng" strike="noStrike" kern="1200" spc="0" baseline="0">
                <a:solidFill>
                  <a:srgbClr val="000000"/>
                </a:solidFill>
                <a:effectLst/>
                <a:latin typeface="Trebuchet MS" panose="020B0603020202020204" pitchFamily="34" charset="0"/>
                <a:ea typeface="+mn-ea"/>
                <a:cs typeface="+mn-cs"/>
              </a:rPr>
              <a:t>Community account </a:t>
            </a:r>
            <a:r>
              <a:rPr lang="en-US" sz="1400" b="1" i="0" u="sng" strike="noStrike" kern="1200" spc="0" baseline="0" dirty="0">
                <a:solidFill>
                  <a:srgbClr val="000000"/>
                </a:solidFill>
                <a:effectLst/>
                <a:latin typeface="Trebuchet MS" panose="020B0603020202020204" pitchFamily="34" charset="0"/>
              </a:rPr>
              <a:t>(04/19)</a:t>
            </a:r>
            <a:endParaRPr lang="en-US" sz="1400" b="0" i="0" u="none" strike="noStrike" baseline="0" dirty="0">
              <a:effectLst/>
            </a:endParaRPr>
          </a:p>
        </c:rich>
      </c:tx>
      <c:layout>
        <c:manualLayout>
          <c:xMode val="edge"/>
          <c:yMode val="edge"/>
          <c:x val="8.2933488530265068E-2"/>
          <c:y val="2.3302241203334323E-2"/>
        </c:manualLayout>
      </c:layout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accent6"/>
              </a:solidFill>
              <a:latin typeface="Trebuchet MS" panose="020B0603020202020204" pitchFamily="34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5444948721687568"/>
          <c:y val="0.43141883505224438"/>
          <c:w val="0.60552566504706862"/>
          <c:h val="0.409677906281958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community</c:v>
                </c:pt>
              </c:strCache>
            </c:strRef>
          </c:tx>
          <c:spPr>
            <a:solidFill>
              <a:schemeClr val="tx1">
                <a:lumMod val="20000"/>
                <a:lumOff val="80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B94D-4740-BC77-473AD0A0B073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0-3C78-4308-B143-E20142B83C99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3C78-4308-B143-E20142B83C99}"/>
              </c:ext>
            </c:extLst>
          </c:dPt>
          <c:dLbls>
            <c:numFmt formatCode="0.0,&quot;K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accent6"/>
                    </a:solidFill>
                    <a:latin typeface="Trebuchet MS" panose="020B0603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P13W</c:v>
                </c:pt>
                <c:pt idx="1">
                  <c:v>R13W</c:v>
                </c:pt>
                <c:pt idx="2">
                  <c:v>YTD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3169.0769230769229</c:v>
                </c:pt>
                <c:pt idx="1">
                  <c:v>2947.461538461539</c:v>
                </c:pt>
                <c:pt idx="2">
                  <c:v>2947.461538461539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3-3C78-4308-B143-E20142B83C9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917900936"/>
        <c:axId val="917894704"/>
        <c:extLst/>
      </c:barChart>
      <c:catAx>
        <c:axId val="91790093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accent6"/>
                </a:solidFill>
                <a:latin typeface="Trebuchet MS" panose="020B0603020202020204" pitchFamily="34" charset="0"/>
                <a:ea typeface="+mn-ea"/>
                <a:cs typeface="+mn-cs"/>
              </a:defRPr>
            </a:pPr>
            <a:endParaRPr lang="en-US"/>
          </a:p>
        </c:txPr>
        <c:crossAx val="917894704"/>
        <c:crosses val="autoZero"/>
        <c:auto val="1"/>
        <c:lblAlgn val="ctr"/>
        <c:lblOffset val="100"/>
        <c:noMultiLvlLbl val="0"/>
      </c:catAx>
      <c:valAx>
        <c:axId val="917894704"/>
        <c:scaling>
          <c:orientation val="minMax"/>
        </c:scaling>
        <c:delete val="1"/>
        <c:axPos val="l"/>
        <c:numFmt formatCode="0.0,&quot;K&quot;" sourceLinked="0"/>
        <c:majorTickMark val="out"/>
        <c:minorTickMark val="none"/>
        <c:tickLblPos val="nextTo"/>
        <c:crossAx val="917900936"/>
        <c:crossesAt val="1"/>
        <c:crossBetween val="between"/>
        <c:majorUnit val="500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accent1"/>
      </a:solidFill>
    </a:ln>
    <a:effectLst/>
  </c:spPr>
  <c:txPr>
    <a:bodyPr/>
    <a:lstStyle/>
    <a:p>
      <a:pPr>
        <a:defRPr>
          <a:latin typeface="Trebuchet MS" panose="020B0603020202020204" pitchFamily="34" charset="0"/>
        </a:defRPr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endParaRPr lang="en-IN"/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6.9701870370806635E-2"/>
          <c:y val="0.16245238257770622"/>
          <c:w val="0.8894228478111571"/>
          <c:h val="0.659525979427581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Region Average</c:v>
                </c:pt>
              </c:strCache>
            </c:strRef>
          </c:tx>
          <c:spPr>
            <a:ln w="22225" cap="rnd">
              <a:solidFill>
                <a:srgbClr val="C00000"/>
              </a:solidFill>
              <a:prstDash val="dash"/>
              <a:round/>
            </a:ln>
            <a:effectLst/>
          </c:spPr>
          <c:marker>
            <c:symbol val="none"/>
          </c:marker>
          <c:cat>
            <c:numRef>
              <c:f>Sheet1!$A$2:$A$19</c:f>
              <c:numCache>
                <c:formatCode>dd\-mmm</c:formatCode>
                <c:ptCount val="18"/>
                <c:pt idx="0">
                  <c:v>44288</c:v>
                </c:pt>
                <c:pt idx="1">
                  <c:v>44295</c:v>
                </c:pt>
                <c:pt idx="2">
                  <c:v>44302</c:v>
                </c:pt>
                <c:pt idx="3">
                  <c:v>44309</c:v>
                </c:pt>
                <c:pt idx="4">
                  <c:v>44316</c:v>
                </c:pt>
                <c:pt idx="5">
                  <c:v>44323</c:v>
                </c:pt>
                <c:pt idx="6">
                  <c:v>44330</c:v>
                </c:pt>
                <c:pt idx="7">
                  <c:v>44337</c:v>
                </c:pt>
                <c:pt idx="8">
                  <c:v>44344</c:v>
                </c:pt>
                <c:pt idx="9">
                  <c:v>44351</c:v>
                </c:pt>
                <c:pt idx="10">
                  <c:v>44358</c:v>
                </c:pt>
                <c:pt idx="11">
                  <c:v>44365</c:v>
                </c:pt>
                <c:pt idx="12">
                  <c:v>44372</c:v>
                </c:pt>
                <c:pt idx="13">
                  <c:v>44379</c:v>
                </c:pt>
                <c:pt idx="14">
                  <c:v>44386</c:v>
                </c:pt>
                <c:pt idx="15">
                  <c:v>44393</c:v>
                </c:pt>
                <c:pt idx="16">
                  <c:v>44400</c:v>
                </c:pt>
                <c:pt idx="17">
                  <c:v>44407</c:v>
                </c:pt>
              </c:numCache>
            </c:numRef>
          </c:cat>
          <c:val>
            <c:numRef>
              <c:f>Sheet1!$B$2:$B$19</c:f>
              <c:numCache>
                <c:formatCode>General</c:formatCode>
                <c:ptCount val="18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F66-4CCB-B692-3E34C717E7C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Cleveland</c:v>
                </c:pt>
              </c:strCache>
            </c:strRef>
          </c:tx>
          <c:spPr>
            <a:ln w="22225" cap="rnd">
              <a:solidFill>
                <a:srgbClr val="0070C0"/>
              </a:solidFill>
              <a:round/>
            </a:ln>
            <a:effectLst/>
          </c:spPr>
          <c:marker>
            <c:symbol val="none"/>
          </c:marker>
          <c:cat>
            <c:numRef>
              <c:f>Sheet1!$A$2:$A$19</c:f>
              <c:numCache>
                <c:formatCode>dd\-mmm</c:formatCode>
                <c:ptCount val="18"/>
                <c:pt idx="0">
                  <c:v>44288</c:v>
                </c:pt>
                <c:pt idx="1">
                  <c:v>44295</c:v>
                </c:pt>
                <c:pt idx="2">
                  <c:v>44302</c:v>
                </c:pt>
                <c:pt idx="3">
                  <c:v>44309</c:v>
                </c:pt>
                <c:pt idx="4">
                  <c:v>44316</c:v>
                </c:pt>
                <c:pt idx="5">
                  <c:v>44323</c:v>
                </c:pt>
                <c:pt idx="6">
                  <c:v>44330</c:v>
                </c:pt>
                <c:pt idx="7">
                  <c:v>44337</c:v>
                </c:pt>
                <c:pt idx="8">
                  <c:v>44344</c:v>
                </c:pt>
                <c:pt idx="9">
                  <c:v>44351</c:v>
                </c:pt>
                <c:pt idx="10">
                  <c:v>44358</c:v>
                </c:pt>
                <c:pt idx="11">
                  <c:v>44365</c:v>
                </c:pt>
                <c:pt idx="12">
                  <c:v>44372</c:v>
                </c:pt>
                <c:pt idx="13">
                  <c:v>44379</c:v>
                </c:pt>
                <c:pt idx="14">
                  <c:v>44386</c:v>
                </c:pt>
                <c:pt idx="15">
                  <c:v>44393</c:v>
                </c:pt>
                <c:pt idx="16">
                  <c:v>44400</c:v>
                </c:pt>
                <c:pt idx="17">
                  <c:v>44407</c:v>
                </c:pt>
              </c:numCache>
            </c:numRef>
          </c:cat>
          <c:val>
            <c:numRef>
              <c:f>Sheet1!$C$2:$C$19</c:f>
              <c:numCache>
                <c:formatCode>General</c:formatCode>
                <c:ptCount val="18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F66-4CCB-B692-3E34C717E7C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Detroit</c:v>
                </c:pt>
              </c:strCache>
            </c:strRef>
          </c:tx>
          <c:spPr>
            <a:ln w="2222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Sheet1!$A$2:$A$19</c:f>
              <c:numCache>
                <c:formatCode>dd\-mmm</c:formatCode>
                <c:ptCount val="18"/>
                <c:pt idx="0">
                  <c:v>44288</c:v>
                </c:pt>
                <c:pt idx="1">
                  <c:v>44295</c:v>
                </c:pt>
                <c:pt idx="2">
                  <c:v>44302</c:v>
                </c:pt>
                <c:pt idx="3">
                  <c:v>44309</c:v>
                </c:pt>
                <c:pt idx="4">
                  <c:v>44316</c:v>
                </c:pt>
                <c:pt idx="5">
                  <c:v>44323</c:v>
                </c:pt>
                <c:pt idx="6">
                  <c:v>44330</c:v>
                </c:pt>
                <c:pt idx="7">
                  <c:v>44337</c:v>
                </c:pt>
                <c:pt idx="8">
                  <c:v>44344</c:v>
                </c:pt>
                <c:pt idx="9">
                  <c:v>44351</c:v>
                </c:pt>
                <c:pt idx="10">
                  <c:v>44358</c:v>
                </c:pt>
                <c:pt idx="11">
                  <c:v>44365</c:v>
                </c:pt>
                <c:pt idx="12">
                  <c:v>44372</c:v>
                </c:pt>
                <c:pt idx="13">
                  <c:v>44379</c:v>
                </c:pt>
                <c:pt idx="14">
                  <c:v>44386</c:v>
                </c:pt>
                <c:pt idx="15">
                  <c:v>44393</c:v>
                </c:pt>
                <c:pt idx="16">
                  <c:v>44400</c:v>
                </c:pt>
                <c:pt idx="17">
                  <c:v>44407</c:v>
                </c:pt>
              </c:numCache>
            </c:numRef>
          </c:cat>
          <c:val>
            <c:numRef>
              <c:f>Sheet1!$D$2:$D$19</c:f>
              <c:numCache>
                <c:formatCode>General</c:formatCode>
                <c:ptCount val="18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F66-4CCB-B692-3E34C717E7CA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Ann Arbor</c:v>
                </c:pt>
              </c:strCache>
            </c:strRef>
          </c:tx>
          <c:spPr>
            <a:ln w="2222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numRef>
              <c:f>Sheet1!$A$2:$A$19</c:f>
              <c:numCache>
                <c:formatCode>dd\-mmm</c:formatCode>
                <c:ptCount val="18"/>
                <c:pt idx="0">
                  <c:v>44288</c:v>
                </c:pt>
                <c:pt idx="1">
                  <c:v>44295</c:v>
                </c:pt>
                <c:pt idx="2">
                  <c:v>44302</c:v>
                </c:pt>
                <c:pt idx="3">
                  <c:v>44309</c:v>
                </c:pt>
                <c:pt idx="4">
                  <c:v>44316</c:v>
                </c:pt>
                <c:pt idx="5">
                  <c:v>44323</c:v>
                </c:pt>
                <c:pt idx="6">
                  <c:v>44330</c:v>
                </c:pt>
                <c:pt idx="7">
                  <c:v>44337</c:v>
                </c:pt>
                <c:pt idx="8">
                  <c:v>44344</c:v>
                </c:pt>
                <c:pt idx="9">
                  <c:v>44351</c:v>
                </c:pt>
                <c:pt idx="10">
                  <c:v>44358</c:v>
                </c:pt>
                <c:pt idx="11">
                  <c:v>44365</c:v>
                </c:pt>
                <c:pt idx="12">
                  <c:v>44372</c:v>
                </c:pt>
                <c:pt idx="13">
                  <c:v>44379</c:v>
                </c:pt>
                <c:pt idx="14">
                  <c:v>44386</c:v>
                </c:pt>
                <c:pt idx="15">
                  <c:v>44393</c:v>
                </c:pt>
                <c:pt idx="16">
                  <c:v>44400</c:v>
                </c:pt>
                <c:pt idx="17">
                  <c:v>44407</c:v>
                </c:pt>
              </c:numCache>
            </c:numRef>
          </c:cat>
          <c:val>
            <c:numRef>
              <c:f>Sheet1!$E$2:$E$19</c:f>
              <c:numCache>
                <c:formatCode>General</c:formatCode>
                <c:ptCount val="18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7F66-4CCB-B692-3E34C717E7CA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Columbus</c:v>
                </c:pt>
              </c:strCache>
            </c:strRef>
          </c:tx>
          <c:spPr>
            <a:ln w="2222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numRef>
              <c:f>Sheet1!$A$2:$A$19</c:f>
              <c:numCache>
                <c:formatCode>dd\-mmm</c:formatCode>
                <c:ptCount val="18"/>
                <c:pt idx="0">
                  <c:v>44288</c:v>
                </c:pt>
                <c:pt idx="1">
                  <c:v>44295</c:v>
                </c:pt>
                <c:pt idx="2">
                  <c:v>44302</c:v>
                </c:pt>
                <c:pt idx="3">
                  <c:v>44309</c:v>
                </c:pt>
                <c:pt idx="4">
                  <c:v>44316</c:v>
                </c:pt>
                <c:pt idx="5">
                  <c:v>44323</c:v>
                </c:pt>
                <c:pt idx="6">
                  <c:v>44330</c:v>
                </c:pt>
                <c:pt idx="7">
                  <c:v>44337</c:v>
                </c:pt>
                <c:pt idx="8">
                  <c:v>44344</c:v>
                </c:pt>
                <c:pt idx="9">
                  <c:v>44351</c:v>
                </c:pt>
                <c:pt idx="10">
                  <c:v>44358</c:v>
                </c:pt>
                <c:pt idx="11">
                  <c:v>44365</c:v>
                </c:pt>
                <c:pt idx="12">
                  <c:v>44372</c:v>
                </c:pt>
                <c:pt idx="13">
                  <c:v>44379</c:v>
                </c:pt>
                <c:pt idx="14">
                  <c:v>44386</c:v>
                </c:pt>
                <c:pt idx="15">
                  <c:v>44393</c:v>
                </c:pt>
                <c:pt idx="16">
                  <c:v>44400</c:v>
                </c:pt>
                <c:pt idx="17">
                  <c:v>44407</c:v>
                </c:pt>
              </c:numCache>
            </c:numRef>
          </c:cat>
          <c:val>
            <c:numRef>
              <c:f>Sheet1!$F$2:$F$19</c:f>
              <c:numCache>
                <c:formatCode>General</c:formatCode>
                <c:ptCount val="18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7F66-4CCB-B692-3E34C717E7CA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Indianapolis</c:v>
                </c:pt>
              </c:strCache>
            </c:strRef>
          </c:tx>
          <c:spPr>
            <a:ln w="22225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cat>
            <c:numRef>
              <c:f>Sheet1!$A$2:$A$19</c:f>
              <c:numCache>
                <c:formatCode>dd\-mmm</c:formatCode>
                <c:ptCount val="18"/>
                <c:pt idx="0">
                  <c:v>44288</c:v>
                </c:pt>
                <c:pt idx="1">
                  <c:v>44295</c:v>
                </c:pt>
                <c:pt idx="2">
                  <c:v>44302</c:v>
                </c:pt>
                <c:pt idx="3">
                  <c:v>44309</c:v>
                </c:pt>
                <c:pt idx="4">
                  <c:v>44316</c:v>
                </c:pt>
                <c:pt idx="5">
                  <c:v>44323</c:v>
                </c:pt>
                <c:pt idx="6">
                  <c:v>44330</c:v>
                </c:pt>
                <c:pt idx="7">
                  <c:v>44337</c:v>
                </c:pt>
                <c:pt idx="8">
                  <c:v>44344</c:v>
                </c:pt>
                <c:pt idx="9">
                  <c:v>44351</c:v>
                </c:pt>
                <c:pt idx="10">
                  <c:v>44358</c:v>
                </c:pt>
                <c:pt idx="11">
                  <c:v>44365</c:v>
                </c:pt>
                <c:pt idx="12">
                  <c:v>44372</c:v>
                </c:pt>
                <c:pt idx="13">
                  <c:v>44379</c:v>
                </c:pt>
                <c:pt idx="14">
                  <c:v>44386</c:v>
                </c:pt>
                <c:pt idx="15">
                  <c:v>44393</c:v>
                </c:pt>
                <c:pt idx="16">
                  <c:v>44400</c:v>
                </c:pt>
                <c:pt idx="17">
                  <c:v>44407</c:v>
                </c:pt>
              </c:numCache>
            </c:numRef>
          </c:cat>
          <c:val>
            <c:numRef>
              <c:f>Sheet1!$G$2:$G$19</c:f>
              <c:numCache>
                <c:formatCode>General</c:formatCode>
                <c:ptCount val="18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7F66-4CCB-B692-3E34C717E7CA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Chicago South</c:v>
                </c:pt>
              </c:strCache>
            </c:strRef>
          </c:tx>
          <c:spPr>
            <a:ln w="22225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Sheet1!$A$2:$A$19</c:f>
              <c:numCache>
                <c:formatCode>dd\-mmm</c:formatCode>
                <c:ptCount val="18"/>
                <c:pt idx="0">
                  <c:v>44288</c:v>
                </c:pt>
                <c:pt idx="1">
                  <c:v>44295</c:v>
                </c:pt>
                <c:pt idx="2">
                  <c:v>44302</c:v>
                </c:pt>
                <c:pt idx="3">
                  <c:v>44309</c:v>
                </c:pt>
                <c:pt idx="4">
                  <c:v>44316</c:v>
                </c:pt>
                <c:pt idx="5">
                  <c:v>44323</c:v>
                </c:pt>
                <c:pt idx="6">
                  <c:v>44330</c:v>
                </c:pt>
                <c:pt idx="7">
                  <c:v>44337</c:v>
                </c:pt>
                <c:pt idx="8">
                  <c:v>44344</c:v>
                </c:pt>
                <c:pt idx="9">
                  <c:v>44351</c:v>
                </c:pt>
                <c:pt idx="10">
                  <c:v>44358</c:v>
                </c:pt>
                <c:pt idx="11">
                  <c:v>44365</c:v>
                </c:pt>
                <c:pt idx="12">
                  <c:v>44372</c:v>
                </c:pt>
                <c:pt idx="13">
                  <c:v>44379</c:v>
                </c:pt>
                <c:pt idx="14">
                  <c:v>44386</c:v>
                </c:pt>
                <c:pt idx="15">
                  <c:v>44393</c:v>
                </c:pt>
                <c:pt idx="16">
                  <c:v>44400</c:v>
                </c:pt>
                <c:pt idx="17">
                  <c:v>44407</c:v>
                </c:pt>
              </c:numCache>
            </c:numRef>
          </c:cat>
          <c:val>
            <c:numRef>
              <c:f>Sheet1!$H$2:$H$19</c:f>
              <c:numCache>
                <c:formatCode>General</c:formatCode>
                <c:ptCount val="18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7F66-4CCB-B692-3E34C717E7CA}"/>
            </c:ext>
          </c:extLst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Chicago North</c:v>
                </c:pt>
              </c:strCache>
            </c:strRef>
          </c:tx>
          <c:spPr>
            <a:ln w="22225" cap="rnd">
              <a:solidFill>
                <a:srgbClr val="00B050"/>
              </a:solidFill>
              <a:round/>
            </a:ln>
            <a:effectLst/>
          </c:spPr>
          <c:marker>
            <c:symbol val="none"/>
          </c:marker>
          <c:cat>
            <c:numRef>
              <c:f>Sheet1!$A$2:$A$19</c:f>
              <c:numCache>
                <c:formatCode>dd\-mmm</c:formatCode>
                <c:ptCount val="18"/>
                <c:pt idx="0">
                  <c:v>44288</c:v>
                </c:pt>
                <c:pt idx="1">
                  <c:v>44295</c:v>
                </c:pt>
                <c:pt idx="2">
                  <c:v>44302</c:v>
                </c:pt>
                <c:pt idx="3">
                  <c:v>44309</c:v>
                </c:pt>
                <c:pt idx="4">
                  <c:v>44316</c:v>
                </c:pt>
                <c:pt idx="5">
                  <c:v>44323</c:v>
                </c:pt>
                <c:pt idx="6">
                  <c:v>44330</c:v>
                </c:pt>
                <c:pt idx="7">
                  <c:v>44337</c:v>
                </c:pt>
                <c:pt idx="8">
                  <c:v>44344</c:v>
                </c:pt>
                <c:pt idx="9">
                  <c:v>44351</c:v>
                </c:pt>
                <c:pt idx="10">
                  <c:v>44358</c:v>
                </c:pt>
                <c:pt idx="11">
                  <c:v>44365</c:v>
                </c:pt>
                <c:pt idx="12">
                  <c:v>44372</c:v>
                </c:pt>
                <c:pt idx="13">
                  <c:v>44379</c:v>
                </c:pt>
                <c:pt idx="14">
                  <c:v>44386</c:v>
                </c:pt>
                <c:pt idx="15">
                  <c:v>44393</c:v>
                </c:pt>
                <c:pt idx="16">
                  <c:v>44400</c:v>
                </c:pt>
                <c:pt idx="17">
                  <c:v>44407</c:v>
                </c:pt>
              </c:numCache>
            </c:numRef>
          </c:cat>
          <c:val>
            <c:numRef>
              <c:f>Sheet1!$I$2:$I$19</c:f>
              <c:numCache>
                <c:formatCode>General</c:formatCode>
                <c:ptCount val="18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7F66-4CCB-B692-3E34C717E7CA}"/>
            </c:ext>
          </c:extLst>
        </c:ser>
        <c:ser>
          <c:idx val="8"/>
          <c:order val="8"/>
          <c:tx>
            <c:strRef>
              <c:f>Sheet1!$J$1</c:f>
              <c:strCache>
                <c:ptCount val="1"/>
                <c:pt idx="0">
                  <c:v>Milwaukee</c:v>
                </c:pt>
              </c:strCache>
            </c:strRef>
          </c:tx>
          <c:spPr>
            <a:ln w="22225" cap="rnd">
              <a:solidFill>
                <a:schemeClr val="accent3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Sheet1!$A$2:$A$19</c:f>
              <c:numCache>
                <c:formatCode>dd\-mmm</c:formatCode>
                <c:ptCount val="18"/>
                <c:pt idx="0">
                  <c:v>44288</c:v>
                </c:pt>
                <c:pt idx="1">
                  <c:v>44295</c:v>
                </c:pt>
                <c:pt idx="2">
                  <c:v>44302</c:v>
                </c:pt>
                <c:pt idx="3">
                  <c:v>44309</c:v>
                </c:pt>
                <c:pt idx="4">
                  <c:v>44316</c:v>
                </c:pt>
                <c:pt idx="5">
                  <c:v>44323</c:v>
                </c:pt>
                <c:pt idx="6">
                  <c:v>44330</c:v>
                </c:pt>
                <c:pt idx="7">
                  <c:v>44337</c:v>
                </c:pt>
                <c:pt idx="8">
                  <c:v>44344</c:v>
                </c:pt>
                <c:pt idx="9">
                  <c:v>44351</c:v>
                </c:pt>
                <c:pt idx="10">
                  <c:v>44358</c:v>
                </c:pt>
                <c:pt idx="11">
                  <c:v>44365</c:v>
                </c:pt>
                <c:pt idx="12">
                  <c:v>44372</c:v>
                </c:pt>
                <c:pt idx="13">
                  <c:v>44379</c:v>
                </c:pt>
                <c:pt idx="14">
                  <c:v>44386</c:v>
                </c:pt>
                <c:pt idx="15">
                  <c:v>44393</c:v>
                </c:pt>
                <c:pt idx="16">
                  <c:v>44400</c:v>
                </c:pt>
                <c:pt idx="17">
                  <c:v>44407</c:v>
                </c:pt>
              </c:numCache>
            </c:numRef>
          </c:cat>
          <c:val>
            <c:numRef>
              <c:f>Sheet1!$J$2:$J$19</c:f>
              <c:numCache>
                <c:formatCode>General</c:formatCode>
                <c:ptCount val="18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7F66-4CCB-B692-3E34C717E7CA}"/>
            </c:ext>
          </c:extLst>
        </c:ser>
        <c:ser>
          <c:idx val="9"/>
          <c:order val="9"/>
          <c:tx>
            <c:strRef>
              <c:f>Sheet1!$K$1</c:f>
              <c:strCache>
                <c:ptCount val="1"/>
                <c:pt idx="0">
                  <c:v>St. Paul</c:v>
                </c:pt>
              </c:strCache>
            </c:strRef>
          </c:tx>
          <c:spPr>
            <a:ln w="22225" cap="rnd">
              <a:solidFill>
                <a:srgbClr val="FFC000"/>
              </a:solidFill>
              <a:round/>
            </a:ln>
            <a:effectLst/>
          </c:spPr>
          <c:marker>
            <c:symbol val="none"/>
          </c:marker>
          <c:cat>
            <c:numRef>
              <c:f>Sheet1!$A$2:$A$19</c:f>
              <c:numCache>
                <c:formatCode>dd\-mmm</c:formatCode>
                <c:ptCount val="18"/>
                <c:pt idx="0">
                  <c:v>44288</c:v>
                </c:pt>
                <c:pt idx="1">
                  <c:v>44295</c:v>
                </c:pt>
                <c:pt idx="2">
                  <c:v>44302</c:v>
                </c:pt>
                <c:pt idx="3">
                  <c:v>44309</c:v>
                </c:pt>
                <c:pt idx="4">
                  <c:v>44316</c:v>
                </c:pt>
                <c:pt idx="5">
                  <c:v>44323</c:v>
                </c:pt>
                <c:pt idx="6">
                  <c:v>44330</c:v>
                </c:pt>
                <c:pt idx="7">
                  <c:v>44337</c:v>
                </c:pt>
                <c:pt idx="8">
                  <c:v>44344</c:v>
                </c:pt>
                <c:pt idx="9">
                  <c:v>44351</c:v>
                </c:pt>
                <c:pt idx="10">
                  <c:v>44358</c:v>
                </c:pt>
                <c:pt idx="11">
                  <c:v>44365</c:v>
                </c:pt>
                <c:pt idx="12">
                  <c:v>44372</c:v>
                </c:pt>
                <c:pt idx="13">
                  <c:v>44379</c:v>
                </c:pt>
                <c:pt idx="14">
                  <c:v>44386</c:v>
                </c:pt>
                <c:pt idx="15">
                  <c:v>44393</c:v>
                </c:pt>
                <c:pt idx="16">
                  <c:v>44400</c:v>
                </c:pt>
                <c:pt idx="17">
                  <c:v>44407</c:v>
                </c:pt>
              </c:numCache>
            </c:numRef>
          </c:cat>
          <c:val>
            <c:numRef>
              <c:f>Sheet1!$K$2:$K$19</c:f>
              <c:numCache>
                <c:formatCode>General</c:formatCode>
                <c:ptCount val="18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9-7F66-4CCB-B692-3E34C717E7CA}"/>
            </c:ext>
          </c:extLst>
        </c:ser>
        <c:ser>
          <c:idx val="10"/>
          <c:order val="10"/>
          <c:tx>
            <c:strRef>
              <c:f>Sheet1!$L$1</c:f>
              <c:strCache>
                <c:ptCount val="1"/>
                <c:pt idx="0">
                  <c:v>Omaha</c:v>
                </c:pt>
              </c:strCache>
            </c:strRef>
          </c:tx>
          <c:spPr>
            <a:ln w="28575" cap="rnd">
              <a:solidFill>
                <a:srgbClr val="7030A0"/>
              </a:solidFill>
              <a:round/>
            </a:ln>
            <a:effectLst/>
          </c:spPr>
          <c:marker>
            <c:symbol val="none"/>
          </c:marker>
          <c:cat>
            <c:numRef>
              <c:f>Sheet1!$A$2:$A$19</c:f>
              <c:numCache>
                <c:formatCode>dd\-mmm</c:formatCode>
                <c:ptCount val="18"/>
                <c:pt idx="0">
                  <c:v>44288</c:v>
                </c:pt>
                <c:pt idx="1">
                  <c:v>44295</c:v>
                </c:pt>
                <c:pt idx="2">
                  <c:v>44302</c:v>
                </c:pt>
                <c:pt idx="3">
                  <c:v>44309</c:v>
                </c:pt>
                <c:pt idx="4">
                  <c:v>44316</c:v>
                </c:pt>
                <c:pt idx="5">
                  <c:v>44323</c:v>
                </c:pt>
                <c:pt idx="6">
                  <c:v>44330</c:v>
                </c:pt>
                <c:pt idx="7">
                  <c:v>44337</c:v>
                </c:pt>
                <c:pt idx="8">
                  <c:v>44344</c:v>
                </c:pt>
                <c:pt idx="9">
                  <c:v>44351</c:v>
                </c:pt>
                <c:pt idx="10">
                  <c:v>44358</c:v>
                </c:pt>
                <c:pt idx="11">
                  <c:v>44365</c:v>
                </c:pt>
                <c:pt idx="12">
                  <c:v>44372</c:v>
                </c:pt>
                <c:pt idx="13">
                  <c:v>44379</c:v>
                </c:pt>
                <c:pt idx="14">
                  <c:v>44386</c:v>
                </c:pt>
                <c:pt idx="15">
                  <c:v>44393</c:v>
                </c:pt>
                <c:pt idx="16">
                  <c:v>44400</c:v>
                </c:pt>
                <c:pt idx="17">
                  <c:v>44407</c:v>
                </c:pt>
              </c:numCache>
            </c:numRef>
          </c:cat>
          <c:val>
            <c:numRef>
              <c:f>Sheet1!$L$2:$L$19</c:f>
              <c:numCache>
                <c:formatCode>General</c:formatCode>
                <c:ptCount val="18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A-7F66-4CCB-B692-3E34C717E7CA}"/>
            </c:ext>
          </c:extLst>
        </c:ser>
        <c:ser>
          <c:idx val="11"/>
          <c:order val="11"/>
          <c:tx>
            <c:strRef>
              <c:f>Sheet1!$M$1</c:f>
              <c:strCache>
                <c:ptCount val="1"/>
                <c:pt idx="0">
                  <c:v>Minneapolis</c:v>
                </c:pt>
              </c:strCache>
            </c:strRef>
          </c:tx>
          <c:spPr>
            <a:ln w="28575" cap="rnd">
              <a:solidFill>
                <a:schemeClr val="tx2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Sheet1!$A$2:$A$19</c:f>
              <c:numCache>
                <c:formatCode>dd\-mmm</c:formatCode>
                <c:ptCount val="18"/>
                <c:pt idx="0">
                  <c:v>44288</c:v>
                </c:pt>
                <c:pt idx="1">
                  <c:v>44295</c:v>
                </c:pt>
                <c:pt idx="2">
                  <c:v>44302</c:v>
                </c:pt>
                <c:pt idx="3">
                  <c:v>44309</c:v>
                </c:pt>
                <c:pt idx="4">
                  <c:v>44316</c:v>
                </c:pt>
                <c:pt idx="5">
                  <c:v>44323</c:v>
                </c:pt>
                <c:pt idx="6">
                  <c:v>44330</c:v>
                </c:pt>
                <c:pt idx="7">
                  <c:v>44337</c:v>
                </c:pt>
                <c:pt idx="8">
                  <c:v>44344</c:v>
                </c:pt>
                <c:pt idx="9">
                  <c:v>44351</c:v>
                </c:pt>
                <c:pt idx="10">
                  <c:v>44358</c:v>
                </c:pt>
                <c:pt idx="11">
                  <c:v>44365</c:v>
                </c:pt>
                <c:pt idx="12">
                  <c:v>44372</c:v>
                </c:pt>
                <c:pt idx="13">
                  <c:v>44379</c:v>
                </c:pt>
                <c:pt idx="14">
                  <c:v>44386</c:v>
                </c:pt>
                <c:pt idx="15">
                  <c:v>44393</c:v>
                </c:pt>
                <c:pt idx="16">
                  <c:v>44400</c:v>
                </c:pt>
                <c:pt idx="17">
                  <c:v>44407</c:v>
                </c:pt>
              </c:numCache>
            </c:numRef>
          </c:cat>
          <c:val>
            <c:numRef>
              <c:f>Sheet1!$M$2:$M$19</c:f>
              <c:numCache>
                <c:formatCode>General</c:formatCode>
                <c:ptCount val="18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B-7F66-4CCB-B692-3E34C717E7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9160080"/>
        <c:axId val="219157128"/>
      </c:lineChart>
      <c:dateAx>
        <c:axId val="219160080"/>
        <c:scaling>
          <c:orientation val="minMax"/>
        </c:scaling>
        <c:delete val="1"/>
        <c:axPos val="b"/>
        <c:numFmt formatCode="dd\-mmm" sourceLinked="1"/>
        <c:majorTickMark val="none"/>
        <c:minorTickMark val="none"/>
        <c:tickLblPos val="nextTo"/>
        <c:crossAx val="219157128"/>
        <c:crosses val="autoZero"/>
        <c:auto val="1"/>
        <c:lblOffset val="100"/>
        <c:baseTimeUnit val="days"/>
        <c:majorUnit val="7"/>
        <c:majorTimeUnit val="days"/>
      </c:dateAx>
      <c:valAx>
        <c:axId val="219157128"/>
        <c:scaling>
          <c:orientation val="minMax"/>
          <c:min val="0"/>
        </c:scaling>
        <c:delete val="1"/>
        <c:axPos val="l"/>
        <c:numFmt formatCode="0%" sourceLinked="0"/>
        <c:majorTickMark val="none"/>
        <c:minorTickMark val="none"/>
        <c:tickLblPos val="nextTo"/>
        <c:crossAx val="2191600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pPr>
            <a:r>
              <a:rPr lang="en-US" sz="1200" b="1" dirty="0">
                <a:latin typeface="Trebuchet MS" panose="020B0603020202020204" pitchFamily="34" charset="0"/>
                <a:cs typeface="Traditional Arabic" panose="020B0604020202020204" pitchFamily="18" charset="-78"/>
              </a:rPr>
              <a:t>Area Vials Growth % w.e(06/07)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accent6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1414470240720213"/>
          <c:y val="0.23746733552979662"/>
          <c:w val="0.85009957597348595"/>
          <c:h val="0.6378475616208392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R13W</c:v>
                </c:pt>
              </c:strCache>
            </c:strRef>
          </c:tx>
          <c:spPr>
            <a:solidFill>
              <a:srgbClr val="FFC000"/>
            </a:solidFill>
            <a:ln>
              <a:solidFill>
                <a:srgbClr val="000000"/>
              </a:solidFill>
            </a:ln>
            <a:effectLst/>
          </c:spPr>
          <c:invertIfNegative val="0"/>
          <c:dLbls>
            <c:dLbl>
              <c:idx val="0"/>
              <c:layout>
                <c:manualLayout>
                  <c:x val="0"/>
                  <c:y val="1.549966275012016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FE1B-4E86-99A8-EF448EFC700B}"/>
                </c:ext>
              </c:extLst>
            </c:dLbl>
            <c:dLbl>
              <c:idx val="1"/>
              <c:layout>
                <c:manualLayout>
                  <c:x val="2.2797689355453675E-3"/>
                  <c:y val="2.583277125020035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E1B-4E86-99A8-EF448EFC700B}"/>
                </c:ext>
              </c:extLst>
            </c:dLbl>
            <c:dLbl>
              <c:idx val="2"/>
              <c:layout>
                <c:manualLayout>
                  <c:x val="2.2797689355453675E-3"/>
                  <c:y val="1.549959376787914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FE1B-4E86-99A8-EF448EFC700B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accent6"/>
                    </a:solidFill>
                    <a:latin typeface="Trebuchet MS" panose="020B0603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Nation</c:v>
                </c:pt>
                <c:pt idx="1">
                  <c:v>East</c:v>
                </c:pt>
                <c:pt idx="2">
                  <c:v>West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-3.7112712347096531E-2</c:v>
                </c:pt>
                <c:pt idx="1">
                  <c:v>-4.3813301971247526E-2</c:v>
                </c:pt>
                <c:pt idx="2">
                  <c:v>-3.072505919421295E-2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E1B-4E86-99A8-EF448EFC700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R4W</c:v>
                </c:pt>
              </c:strCache>
            </c:strRef>
          </c:tx>
          <c:spPr>
            <a:solidFill>
              <a:schemeClr val="accent2"/>
            </a:solidFill>
            <a:ln>
              <a:solidFill>
                <a:schemeClr val="accent2"/>
              </a:solidFill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accent6"/>
                    </a:solidFill>
                    <a:latin typeface="Trebuchet MS" panose="020B0603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Nation</c:v>
                </c:pt>
                <c:pt idx="1">
                  <c:v>East</c:v>
                </c:pt>
                <c:pt idx="2">
                  <c:v>West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-0.23108407708487294</c:v>
                </c:pt>
                <c:pt idx="1">
                  <c:v>-0.24518884143974268</c:v>
                </c:pt>
                <c:pt idx="2">
                  <c:v>-0.21625561191767248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9C6-477C-A615-F3F4E36D2EF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17900936"/>
        <c:axId val="917894704"/>
        <c:extLst/>
      </c:barChart>
      <c:catAx>
        <c:axId val="9179009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accent6"/>
                </a:solidFill>
                <a:latin typeface="Trebuchet MS" panose="020B0603020202020204" pitchFamily="34" charset="0"/>
                <a:ea typeface="+mn-ea"/>
                <a:cs typeface="+mn-cs"/>
              </a:defRPr>
            </a:pPr>
            <a:endParaRPr lang="en-US"/>
          </a:p>
        </c:txPr>
        <c:crossAx val="917894704"/>
        <c:crosses val="autoZero"/>
        <c:auto val="1"/>
        <c:lblAlgn val="ctr"/>
        <c:lblOffset val="100"/>
        <c:noMultiLvlLbl val="0"/>
      </c:catAx>
      <c:valAx>
        <c:axId val="917894704"/>
        <c:scaling>
          <c:orientation val="minMax"/>
          <c:max val="0.1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17900936"/>
        <c:crosses val="autoZero"/>
        <c:crossBetween val="between"/>
        <c:majorUnit val="0.1"/>
        <c:minorUnit val="3.0000000000000006E-2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1" i="0" u="none" strike="noStrike" kern="1200" baseline="0">
              <a:solidFill>
                <a:schemeClr val="accent6"/>
              </a:solidFill>
              <a:latin typeface="Trebuchet MS" panose="020B0603020202020204" pitchFamily="34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accent6"/>
          </a:solidFill>
        </a:defRPr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accent6"/>
                </a:solidFill>
                <a:latin typeface="Trebuchet MS" panose="020B0603020202020204" pitchFamily="34" charset="0"/>
                <a:ea typeface="+mn-ea"/>
                <a:cs typeface="+mn-cs"/>
              </a:defRPr>
            </a:pPr>
            <a:r>
              <a:rPr lang="en-US" sz="1200" b="1">
                <a:latin typeface="Trebuchet MS" panose="020B0603020202020204" pitchFamily="34" charset="0"/>
              </a:rPr>
              <a:t>Area Vials Sales</a:t>
            </a:r>
            <a:r>
              <a:rPr lang="en-US" sz="1200" b="0" i="0" u="none" strike="noStrike" baseline="30000">
                <a:effectLst/>
                <a:latin typeface="Trebuchet MS" panose="020B0603020202020204" pitchFamily="34" charset="0"/>
              </a:rPr>
              <a:t>1</a:t>
            </a:r>
            <a:endParaRPr lang="en-US" sz="1200" b="1">
              <a:latin typeface="Trebuchet MS" panose="020B060302020202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accent6"/>
              </a:solidFill>
              <a:latin typeface="Trebuchet MS" panose="020B0603020202020204" pitchFamily="34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2479522181155676"/>
          <c:y val="0.28647078781409191"/>
          <c:w val="0.85677689113079325"/>
          <c:h val="0.5286096924557730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Area Average</c:v>
                </c:pt>
              </c:strCache>
            </c:strRef>
          </c:tx>
          <c:spPr>
            <a:ln w="28575" cap="rnd">
              <a:solidFill>
                <a:schemeClr val="accent1">
                  <a:lumMod val="50000"/>
                </a:schemeClr>
              </a:solidFill>
              <a:prstDash val="sysDash"/>
              <a:round/>
            </a:ln>
            <a:effectLst/>
          </c:spPr>
          <c:marker>
            <c:symbol val="none"/>
          </c:marker>
          <c:cat>
            <c:strRef>
              <c:f>Sheet1!$A$2:$A$24</c:f>
              <c:strCache>
                <c:ptCount val="23"/>
                <c:pt idx="0">
                  <c:v>05-Jan</c:v>
                </c:pt>
                <c:pt idx="1">
                  <c:v>12-Jan</c:v>
                </c:pt>
                <c:pt idx="2">
                  <c:v>19-Jan</c:v>
                </c:pt>
                <c:pt idx="3">
                  <c:v>26-Jan</c:v>
                </c:pt>
                <c:pt idx="4">
                  <c:v>02-Feb</c:v>
                </c:pt>
                <c:pt idx="5">
                  <c:v>09-Feb</c:v>
                </c:pt>
                <c:pt idx="6">
                  <c:v>16-Feb</c:v>
                </c:pt>
                <c:pt idx="7">
                  <c:v>23-Feb</c:v>
                </c:pt>
                <c:pt idx="8">
                  <c:v>01-Mar</c:v>
                </c:pt>
                <c:pt idx="9">
                  <c:v>08-Mar</c:v>
                </c:pt>
                <c:pt idx="10">
                  <c:v>15-Mar</c:v>
                </c:pt>
                <c:pt idx="11">
                  <c:v>22-Mar</c:v>
                </c:pt>
                <c:pt idx="12">
                  <c:v>29-Mar</c:v>
                </c:pt>
                <c:pt idx="13">
                  <c:v>05-Apr</c:v>
                </c:pt>
                <c:pt idx="14">
                  <c:v>12-Apr</c:v>
                </c:pt>
                <c:pt idx="15">
                  <c:v>19-Apr</c:v>
                </c:pt>
                <c:pt idx="16">
                  <c:v>26-Apr</c:v>
                </c:pt>
                <c:pt idx="17">
                  <c:v>03-May</c:v>
                </c:pt>
                <c:pt idx="18">
                  <c:v>10-May</c:v>
                </c:pt>
                <c:pt idx="19">
                  <c:v>17-May</c:v>
                </c:pt>
                <c:pt idx="20">
                  <c:v>24-May</c:v>
                </c:pt>
                <c:pt idx="21">
                  <c:v>31-May</c:v>
                </c:pt>
                <c:pt idx="22">
                  <c:v>07-Jun</c:v>
                </c:pt>
              </c:strCache>
            </c:strRef>
          </c:cat>
          <c:val>
            <c:numRef>
              <c:f>Sheet1!$B$2:$B$24</c:f>
              <c:numCache>
                <c:formatCode>General</c:formatCode>
                <c:ptCount val="23"/>
                <c:pt idx="0">
                  <c:v>4155</c:v>
                </c:pt>
                <c:pt idx="1">
                  <c:v>4363</c:v>
                </c:pt>
                <c:pt idx="2">
                  <c:v>3937</c:v>
                </c:pt>
                <c:pt idx="3">
                  <c:v>4542</c:v>
                </c:pt>
                <c:pt idx="4">
                  <c:v>4051.5</c:v>
                </c:pt>
                <c:pt idx="5">
                  <c:v>4183.5</c:v>
                </c:pt>
                <c:pt idx="6">
                  <c:v>4294.5</c:v>
                </c:pt>
                <c:pt idx="7">
                  <c:v>4279</c:v>
                </c:pt>
                <c:pt idx="8">
                  <c:v>4205</c:v>
                </c:pt>
                <c:pt idx="9">
                  <c:v>4028.5</c:v>
                </c:pt>
                <c:pt idx="10">
                  <c:v>4510.5</c:v>
                </c:pt>
                <c:pt idx="11">
                  <c:v>4420</c:v>
                </c:pt>
                <c:pt idx="12">
                  <c:v>4504</c:v>
                </c:pt>
                <c:pt idx="13">
                  <c:v>4362</c:v>
                </c:pt>
                <c:pt idx="14">
                  <c:v>4317.5</c:v>
                </c:pt>
                <c:pt idx="15">
                  <c:v>4297</c:v>
                </c:pt>
                <c:pt idx="16">
                  <c:v>4417</c:v>
                </c:pt>
                <c:pt idx="17">
                  <c:v>4496</c:v>
                </c:pt>
                <c:pt idx="18">
                  <c:v>4381</c:v>
                </c:pt>
                <c:pt idx="19">
                  <c:v>4477</c:v>
                </c:pt>
                <c:pt idx="20">
                  <c:v>4453.5</c:v>
                </c:pt>
                <c:pt idx="21">
                  <c:v>4243.5</c:v>
                </c:pt>
                <c:pt idx="22">
                  <c:v>352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610-42F1-A7CB-99C705B4510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East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Sheet1!$A$2:$A$24</c:f>
              <c:strCache>
                <c:ptCount val="23"/>
                <c:pt idx="0">
                  <c:v>05-Jan</c:v>
                </c:pt>
                <c:pt idx="1">
                  <c:v>12-Jan</c:v>
                </c:pt>
                <c:pt idx="2">
                  <c:v>19-Jan</c:v>
                </c:pt>
                <c:pt idx="3">
                  <c:v>26-Jan</c:v>
                </c:pt>
                <c:pt idx="4">
                  <c:v>02-Feb</c:v>
                </c:pt>
                <c:pt idx="5">
                  <c:v>09-Feb</c:v>
                </c:pt>
                <c:pt idx="6">
                  <c:v>16-Feb</c:v>
                </c:pt>
                <c:pt idx="7">
                  <c:v>23-Feb</c:v>
                </c:pt>
                <c:pt idx="8">
                  <c:v>01-Mar</c:v>
                </c:pt>
                <c:pt idx="9">
                  <c:v>08-Mar</c:v>
                </c:pt>
                <c:pt idx="10">
                  <c:v>15-Mar</c:v>
                </c:pt>
                <c:pt idx="11">
                  <c:v>22-Mar</c:v>
                </c:pt>
                <c:pt idx="12">
                  <c:v>29-Mar</c:v>
                </c:pt>
                <c:pt idx="13">
                  <c:v>05-Apr</c:v>
                </c:pt>
                <c:pt idx="14">
                  <c:v>12-Apr</c:v>
                </c:pt>
                <c:pt idx="15">
                  <c:v>19-Apr</c:v>
                </c:pt>
                <c:pt idx="16">
                  <c:v>26-Apr</c:v>
                </c:pt>
                <c:pt idx="17">
                  <c:v>03-May</c:v>
                </c:pt>
                <c:pt idx="18">
                  <c:v>10-May</c:v>
                </c:pt>
                <c:pt idx="19">
                  <c:v>17-May</c:v>
                </c:pt>
                <c:pt idx="20">
                  <c:v>24-May</c:v>
                </c:pt>
                <c:pt idx="21">
                  <c:v>31-May</c:v>
                </c:pt>
                <c:pt idx="22">
                  <c:v>07-Jun</c:v>
                </c:pt>
              </c:strCache>
            </c:strRef>
          </c:cat>
          <c:val>
            <c:numRef>
              <c:f>Sheet1!$C$2:$C$24</c:f>
              <c:numCache>
                <c:formatCode>General</c:formatCode>
                <c:ptCount val="23"/>
                <c:pt idx="0">
                  <c:v>4371</c:v>
                </c:pt>
                <c:pt idx="1">
                  <c:v>4724</c:v>
                </c:pt>
                <c:pt idx="2">
                  <c:v>4059</c:v>
                </c:pt>
                <c:pt idx="3">
                  <c:v>5012</c:v>
                </c:pt>
                <c:pt idx="4">
                  <c:v>4220</c:v>
                </c:pt>
                <c:pt idx="5">
                  <c:v>4601</c:v>
                </c:pt>
                <c:pt idx="6">
                  <c:v>4543</c:v>
                </c:pt>
                <c:pt idx="7">
                  <c:v>4472</c:v>
                </c:pt>
                <c:pt idx="8">
                  <c:v>4313</c:v>
                </c:pt>
                <c:pt idx="9">
                  <c:v>4307</c:v>
                </c:pt>
                <c:pt idx="10">
                  <c:v>4756</c:v>
                </c:pt>
                <c:pt idx="11">
                  <c:v>4514</c:v>
                </c:pt>
                <c:pt idx="12">
                  <c:v>4621</c:v>
                </c:pt>
                <c:pt idx="13">
                  <c:v>4633</c:v>
                </c:pt>
                <c:pt idx="14">
                  <c:v>4308</c:v>
                </c:pt>
                <c:pt idx="15">
                  <c:v>4374</c:v>
                </c:pt>
                <c:pt idx="16">
                  <c:v>4513</c:v>
                </c:pt>
                <c:pt idx="17">
                  <c:v>4698</c:v>
                </c:pt>
                <c:pt idx="18">
                  <c:v>4446</c:v>
                </c:pt>
                <c:pt idx="19">
                  <c:v>4530</c:v>
                </c:pt>
                <c:pt idx="20">
                  <c:v>4542</c:v>
                </c:pt>
                <c:pt idx="21">
                  <c:v>4184</c:v>
                </c:pt>
                <c:pt idx="22">
                  <c:v>354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610-42F1-A7CB-99C705B4510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West</c:v>
                </c:pt>
              </c:strCache>
            </c:strRef>
          </c:tx>
          <c:spPr>
            <a:ln w="28575" cap="rnd">
              <a:solidFill>
                <a:srgbClr val="00B050"/>
              </a:solidFill>
              <a:round/>
            </a:ln>
            <a:effectLst/>
          </c:spPr>
          <c:marker>
            <c:symbol val="none"/>
          </c:marker>
          <c:cat>
            <c:strRef>
              <c:f>Sheet1!$A$2:$A$24</c:f>
              <c:strCache>
                <c:ptCount val="23"/>
                <c:pt idx="0">
                  <c:v>05-Jan</c:v>
                </c:pt>
                <c:pt idx="1">
                  <c:v>12-Jan</c:v>
                </c:pt>
                <c:pt idx="2">
                  <c:v>19-Jan</c:v>
                </c:pt>
                <c:pt idx="3">
                  <c:v>26-Jan</c:v>
                </c:pt>
                <c:pt idx="4">
                  <c:v>02-Feb</c:v>
                </c:pt>
                <c:pt idx="5">
                  <c:v>09-Feb</c:v>
                </c:pt>
                <c:pt idx="6">
                  <c:v>16-Feb</c:v>
                </c:pt>
                <c:pt idx="7">
                  <c:v>23-Feb</c:v>
                </c:pt>
                <c:pt idx="8">
                  <c:v>01-Mar</c:v>
                </c:pt>
                <c:pt idx="9">
                  <c:v>08-Mar</c:v>
                </c:pt>
                <c:pt idx="10">
                  <c:v>15-Mar</c:v>
                </c:pt>
                <c:pt idx="11">
                  <c:v>22-Mar</c:v>
                </c:pt>
                <c:pt idx="12">
                  <c:v>29-Mar</c:v>
                </c:pt>
                <c:pt idx="13">
                  <c:v>05-Apr</c:v>
                </c:pt>
                <c:pt idx="14">
                  <c:v>12-Apr</c:v>
                </c:pt>
                <c:pt idx="15">
                  <c:v>19-Apr</c:v>
                </c:pt>
                <c:pt idx="16">
                  <c:v>26-Apr</c:v>
                </c:pt>
                <c:pt idx="17">
                  <c:v>03-May</c:v>
                </c:pt>
                <c:pt idx="18">
                  <c:v>10-May</c:v>
                </c:pt>
                <c:pt idx="19">
                  <c:v>17-May</c:v>
                </c:pt>
                <c:pt idx="20">
                  <c:v>24-May</c:v>
                </c:pt>
                <c:pt idx="21">
                  <c:v>31-May</c:v>
                </c:pt>
                <c:pt idx="22">
                  <c:v>07-Jun</c:v>
                </c:pt>
              </c:strCache>
            </c:strRef>
          </c:cat>
          <c:val>
            <c:numRef>
              <c:f>Sheet1!$D$2:$D$24</c:f>
              <c:numCache>
                <c:formatCode>General</c:formatCode>
                <c:ptCount val="23"/>
                <c:pt idx="0">
                  <c:v>3939</c:v>
                </c:pt>
                <c:pt idx="1">
                  <c:v>4002</c:v>
                </c:pt>
                <c:pt idx="2">
                  <c:v>3815</c:v>
                </c:pt>
                <c:pt idx="3">
                  <c:v>4072</c:v>
                </c:pt>
                <c:pt idx="4">
                  <c:v>3883</c:v>
                </c:pt>
                <c:pt idx="5">
                  <c:v>3766</c:v>
                </c:pt>
                <c:pt idx="6">
                  <c:v>4046</c:v>
                </c:pt>
                <c:pt idx="7">
                  <c:v>4086</c:v>
                </c:pt>
                <c:pt idx="8">
                  <c:v>4097</c:v>
                </c:pt>
                <c:pt idx="9">
                  <c:v>3750</c:v>
                </c:pt>
                <c:pt idx="10">
                  <c:v>4265</c:v>
                </c:pt>
                <c:pt idx="11">
                  <c:v>4326</c:v>
                </c:pt>
                <c:pt idx="12">
                  <c:v>4387</c:v>
                </c:pt>
                <c:pt idx="13">
                  <c:v>4091</c:v>
                </c:pt>
                <c:pt idx="14">
                  <c:v>4327</c:v>
                </c:pt>
                <c:pt idx="15">
                  <c:v>4220</c:v>
                </c:pt>
                <c:pt idx="16">
                  <c:v>4321</c:v>
                </c:pt>
                <c:pt idx="17">
                  <c:v>4294</c:v>
                </c:pt>
                <c:pt idx="18">
                  <c:v>4316</c:v>
                </c:pt>
                <c:pt idx="19">
                  <c:v>4424</c:v>
                </c:pt>
                <c:pt idx="20">
                  <c:v>4365</c:v>
                </c:pt>
                <c:pt idx="21">
                  <c:v>4303</c:v>
                </c:pt>
                <c:pt idx="22">
                  <c:v>350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610-42F1-A7CB-99C705B4510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917900936"/>
        <c:axId val="917894704"/>
      </c:lineChart>
      <c:catAx>
        <c:axId val="9179009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accent6"/>
                </a:solidFill>
                <a:latin typeface="Trebuchet MS" panose="020B0603020202020204" pitchFamily="34" charset="0"/>
                <a:ea typeface="+mn-ea"/>
                <a:cs typeface="+mn-cs"/>
              </a:defRPr>
            </a:pPr>
            <a:endParaRPr lang="en-US"/>
          </a:p>
        </c:txPr>
        <c:crossAx val="917894704"/>
        <c:crosses val="autoZero"/>
        <c:auto val="1"/>
        <c:lblAlgn val="ctr"/>
        <c:lblOffset val="100"/>
        <c:noMultiLvlLbl val="1"/>
      </c:catAx>
      <c:valAx>
        <c:axId val="91789470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accent6"/>
                </a:solidFill>
                <a:latin typeface="Trebuchet MS" panose="020B0603020202020204" pitchFamily="34" charset="0"/>
                <a:ea typeface="+mn-ea"/>
                <a:cs typeface="+mn-cs"/>
              </a:defRPr>
            </a:pPr>
            <a:endParaRPr lang="en-US"/>
          </a:p>
        </c:txPr>
        <c:crossAx val="917900936"/>
        <c:crosses val="autoZero"/>
        <c:crossBetween val="between"/>
        <c:minorUnit val="300"/>
      </c:valAx>
      <c:spPr>
        <a:noFill/>
        <a:ln w="12700"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1" i="0" u="none" strike="noStrike" kern="1200" baseline="0">
              <a:solidFill>
                <a:schemeClr val="accent6"/>
              </a:solidFill>
              <a:latin typeface="Trebuchet MS" panose="020B0603020202020204" pitchFamily="34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accent6"/>
          </a:solidFill>
        </a:defRPr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endParaRPr lang="en-IN"/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6.9701870370806635E-2"/>
          <c:y val="0.16245238257770622"/>
          <c:w val="0.8894228478111571"/>
          <c:h val="0.659525979427581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Region Average</c:v>
                </c:pt>
              </c:strCache>
            </c:strRef>
          </c:tx>
          <c:spPr>
            <a:ln w="22225" cap="rnd">
              <a:solidFill>
                <a:srgbClr val="C00000"/>
              </a:solidFill>
              <a:prstDash val="dash"/>
              <a:round/>
            </a:ln>
            <a:effectLst/>
          </c:spPr>
          <c:marker>
            <c:symbol val="none"/>
          </c:marker>
          <c:cat>
            <c:numRef>
              <c:f>Sheet1!$A$2:$A$19</c:f>
              <c:numCache>
                <c:formatCode>dd\-mmm</c:formatCode>
                <c:ptCount val="18"/>
                <c:pt idx="0">
                  <c:v>44288</c:v>
                </c:pt>
                <c:pt idx="1">
                  <c:v>44295</c:v>
                </c:pt>
                <c:pt idx="2">
                  <c:v>44302</c:v>
                </c:pt>
                <c:pt idx="3">
                  <c:v>44309</c:v>
                </c:pt>
                <c:pt idx="4">
                  <c:v>44316</c:v>
                </c:pt>
                <c:pt idx="5">
                  <c:v>44323</c:v>
                </c:pt>
                <c:pt idx="6">
                  <c:v>44330</c:v>
                </c:pt>
                <c:pt idx="7">
                  <c:v>44337</c:v>
                </c:pt>
                <c:pt idx="8">
                  <c:v>44344</c:v>
                </c:pt>
                <c:pt idx="9">
                  <c:v>44351</c:v>
                </c:pt>
                <c:pt idx="10">
                  <c:v>44358</c:v>
                </c:pt>
                <c:pt idx="11">
                  <c:v>44365</c:v>
                </c:pt>
                <c:pt idx="12">
                  <c:v>44372</c:v>
                </c:pt>
                <c:pt idx="13">
                  <c:v>44379</c:v>
                </c:pt>
                <c:pt idx="14">
                  <c:v>44386</c:v>
                </c:pt>
                <c:pt idx="15">
                  <c:v>44393</c:v>
                </c:pt>
                <c:pt idx="16">
                  <c:v>44400</c:v>
                </c:pt>
                <c:pt idx="17">
                  <c:v>44407</c:v>
                </c:pt>
              </c:numCache>
            </c:numRef>
          </c:cat>
          <c:val>
            <c:numRef>
              <c:f>Sheet1!$B$2:$B$19</c:f>
              <c:numCache>
                <c:formatCode>General</c:formatCode>
                <c:ptCount val="18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F66-4CCB-B692-3E34C717E7C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Cleveland</c:v>
                </c:pt>
              </c:strCache>
            </c:strRef>
          </c:tx>
          <c:spPr>
            <a:ln w="22225" cap="rnd">
              <a:solidFill>
                <a:srgbClr val="0070C0"/>
              </a:solidFill>
              <a:round/>
            </a:ln>
            <a:effectLst/>
          </c:spPr>
          <c:marker>
            <c:symbol val="none"/>
          </c:marker>
          <c:cat>
            <c:numRef>
              <c:f>Sheet1!$A$2:$A$19</c:f>
              <c:numCache>
                <c:formatCode>dd\-mmm</c:formatCode>
                <c:ptCount val="18"/>
                <c:pt idx="0">
                  <c:v>44288</c:v>
                </c:pt>
                <c:pt idx="1">
                  <c:v>44295</c:v>
                </c:pt>
                <c:pt idx="2">
                  <c:v>44302</c:v>
                </c:pt>
                <c:pt idx="3">
                  <c:v>44309</c:v>
                </c:pt>
                <c:pt idx="4">
                  <c:v>44316</c:v>
                </c:pt>
                <c:pt idx="5">
                  <c:v>44323</c:v>
                </c:pt>
                <c:pt idx="6">
                  <c:v>44330</c:v>
                </c:pt>
                <c:pt idx="7">
                  <c:v>44337</c:v>
                </c:pt>
                <c:pt idx="8">
                  <c:v>44344</c:v>
                </c:pt>
                <c:pt idx="9">
                  <c:v>44351</c:v>
                </c:pt>
                <c:pt idx="10">
                  <c:v>44358</c:v>
                </c:pt>
                <c:pt idx="11">
                  <c:v>44365</c:v>
                </c:pt>
                <c:pt idx="12">
                  <c:v>44372</c:v>
                </c:pt>
                <c:pt idx="13">
                  <c:v>44379</c:v>
                </c:pt>
                <c:pt idx="14">
                  <c:v>44386</c:v>
                </c:pt>
                <c:pt idx="15">
                  <c:v>44393</c:v>
                </c:pt>
                <c:pt idx="16">
                  <c:v>44400</c:v>
                </c:pt>
                <c:pt idx="17">
                  <c:v>44407</c:v>
                </c:pt>
              </c:numCache>
            </c:numRef>
          </c:cat>
          <c:val>
            <c:numRef>
              <c:f>Sheet1!$C$2:$C$19</c:f>
              <c:numCache>
                <c:formatCode>General</c:formatCode>
                <c:ptCount val="18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F66-4CCB-B692-3E34C717E7C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Detroit</c:v>
                </c:pt>
              </c:strCache>
            </c:strRef>
          </c:tx>
          <c:spPr>
            <a:ln w="2222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Sheet1!$A$2:$A$19</c:f>
              <c:numCache>
                <c:formatCode>dd\-mmm</c:formatCode>
                <c:ptCount val="18"/>
                <c:pt idx="0">
                  <c:v>44288</c:v>
                </c:pt>
                <c:pt idx="1">
                  <c:v>44295</c:v>
                </c:pt>
                <c:pt idx="2">
                  <c:v>44302</c:v>
                </c:pt>
                <c:pt idx="3">
                  <c:v>44309</c:v>
                </c:pt>
                <c:pt idx="4">
                  <c:v>44316</c:v>
                </c:pt>
                <c:pt idx="5">
                  <c:v>44323</c:v>
                </c:pt>
                <c:pt idx="6">
                  <c:v>44330</c:v>
                </c:pt>
                <c:pt idx="7">
                  <c:v>44337</c:v>
                </c:pt>
                <c:pt idx="8">
                  <c:v>44344</c:v>
                </c:pt>
                <c:pt idx="9">
                  <c:v>44351</c:v>
                </c:pt>
                <c:pt idx="10">
                  <c:v>44358</c:v>
                </c:pt>
                <c:pt idx="11">
                  <c:v>44365</c:v>
                </c:pt>
                <c:pt idx="12">
                  <c:v>44372</c:v>
                </c:pt>
                <c:pt idx="13">
                  <c:v>44379</c:v>
                </c:pt>
                <c:pt idx="14">
                  <c:v>44386</c:v>
                </c:pt>
                <c:pt idx="15">
                  <c:v>44393</c:v>
                </c:pt>
                <c:pt idx="16">
                  <c:v>44400</c:v>
                </c:pt>
                <c:pt idx="17">
                  <c:v>44407</c:v>
                </c:pt>
              </c:numCache>
            </c:numRef>
          </c:cat>
          <c:val>
            <c:numRef>
              <c:f>Sheet1!$D$2:$D$19</c:f>
              <c:numCache>
                <c:formatCode>General</c:formatCode>
                <c:ptCount val="18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F66-4CCB-B692-3E34C717E7CA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Ann Arbor</c:v>
                </c:pt>
              </c:strCache>
            </c:strRef>
          </c:tx>
          <c:spPr>
            <a:ln w="2222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numRef>
              <c:f>Sheet1!$A$2:$A$19</c:f>
              <c:numCache>
                <c:formatCode>dd\-mmm</c:formatCode>
                <c:ptCount val="18"/>
                <c:pt idx="0">
                  <c:v>44288</c:v>
                </c:pt>
                <c:pt idx="1">
                  <c:v>44295</c:v>
                </c:pt>
                <c:pt idx="2">
                  <c:v>44302</c:v>
                </c:pt>
                <c:pt idx="3">
                  <c:v>44309</c:v>
                </c:pt>
                <c:pt idx="4">
                  <c:v>44316</c:v>
                </c:pt>
                <c:pt idx="5">
                  <c:v>44323</c:v>
                </c:pt>
                <c:pt idx="6">
                  <c:v>44330</c:v>
                </c:pt>
                <c:pt idx="7">
                  <c:v>44337</c:v>
                </c:pt>
                <c:pt idx="8">
                  <c:v>44344</c:v>
                </c:pt>
                <c:pt idx="9">
                  <c:v>44351</c:v>
                </c:pt>
                <c:pt idx="10">
                  <c:v>44358</c:v>
                </c:pt>
                <c:pt idx="11">
                  <c:v>44365</c:v>
                </c:pt>
                <c:pt idx="12">
                  <c:v>44372</c:v>
                </c:pt>
                <c:pt idx="13">
                  <c:v>44379</c:v>
                </c:pt>
                <c:pt idx="14">
                  <c:v>44386</c:v>
                </c:pt>
                <c:pt idx="15">
                  <c:v>44393</c:v>
                </c:pt>
                <c:pt idx="16">
                  <c:v>44400</c:v>
                </c:pt>
                <c:pt idx="17">
                  <c:v>44407</c:v>
                </c:pt>
              </c:numCache>
            </c:numRef>
          </c:cat>
          <c:val>
            <c:numRef>
              <c:f>Sheet1!$E$2:$E$19</c:f>
              <c:numCache>
                <c:formatCode>General</c:formatCode>
                <c:ptCount val="18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7F66-4CCB-B692-3E34C717E7CA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Columbus</c:v>
                </c:pt>
              </c:strCache>
            </c:strRef>
          </c:tx>
          <c:spPr>
            <a:ln w="2222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numRef>
              <c:f>Sheet1!$A$2:$A$19</c:f>
              <c:numCache>
                <c:formatCode>dd\-mmm</c:formatCode>
                <c:ptCount val="18"/>
                <c:pt idx="0">
                  <c:v>44288</c:v>
                </c:pt>
                <c:pt idx="1">
                  <c:v>44295</c:v>
                </c:pt>
                <c:pt idx="2">
                  <c:v>44302</c:v>
                </c:pt>
                <c:pt idx="3">
                  <c:v>44309</c:v>
                </c:pt>
                <c:pt idx="4">
                  <c:v>44316</c:v>
                </c:pt>
                <c:pt idx="5">
                  <c:v>44323</c:v>
                </c:pt>
                <c:pt idx="6">
                  <c:v>44330</c:v>
                </c:pt>
                <c:pt idx="7">
                  <c:v>44337</c:v>
                </c:pt>
                <c:pt idx="8">
                  <c:v>44344</c:v>
                </c:pt>
                <c:pt idx="9">
                  <c:v>44351</c:v>
                </c:pt>
                <c:pt idx="10">
                  <c:v>44358</c:v>
                </c:pt>
                <c:pt idx="11">
                  <c:v>44365</c:v>
                </c:pt>
                <c:pt idx="12">
                  <c:v>44372</c:v>
                </c:pt>
                <c:pt idx="13">
                  <c:v>44379</c:v>
                </c:pt>
                <c:pt idx="14">
                  <c:v>44386</c:v>
                </c:pt>
                <c:pt idx="15">
                  <c:v>44393</c:v>
                </c:pt>
                <c:pt idx="16">
                  <c:v>44400</c:v>
                </c:pt>
                <c:pt idx="17">
                  <c:v>44407</c:v>
                </c:pt>
              </c:numCache>
            </c:numRef>
          </c:cat>
          <c:val>
            <c:numRef>
              <c:f>Sheet1!$F$2:$F$19</c:f>
              <c:numCache>
                <c:formatCode>General</c:formatCode>
                <c:ptCount val="18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7F66-4CCB-B692-3E34C717E7CA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Indianapolis</c:v>
                </c:pt>
              </c:strCache>
            </c:strRef>
          </c:tx>
          <c:spPr>
            <a:ln w="22225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cat>
            <c:numRef>
              <c:f>Sheet1!$A$2:$A$19</c:f>
              <c:numCache>
                <c:formatCode>dd\-mmm</c:formatCode>
                <c:ptCount val="18"/>
                <c:pt idx="0">
                  <c:v>44288</c:v>
                </c:pt>
                <c:pt idx="1">
                  <c:v>44295</c:v>
                </c:pt>
                <c:pt idx="2">
                  <c:v>44302</c:v>
                </c:pt>
                <c:pt idx="3">
                  <c:v>44309</c:v>
                </c:pt>
                <c:pt idx="4">
                  <c:v>44316</c:v>
                </c:pt>
                <c:pt idx="5">
                  <c:v>44323</c:v>
                </c:pt>
                <c:pt idx="6">
                  <c:v>44330</c:v>
                </c:pt>
                <c:pt idx="7">
                  <c:v>44337</c:v>
                </c:pt>
                <c:pt idx="8">
                  <c:v>44344</c:v>
                </c:pt>
                <c:pt idx="9">
                  <c:v>44351</c:v>
                </c:pt>
                <c:pt idx="10">
                  <c:v>44358</c:v>
                </c:pt>
                <c:pt idx="11">
                  <c:v>44365</c:v>
                </c:pt>
                <c:pt idx="12">
                  <c:v>44372</c:v>
                </c:pt>
                <c:pt idx="13">
                  <c:v>44379</c:v>
                </c:pt>
                <c:pt idx="14">
                  <c:v>44386</c:v>
                </c:pt>
                <c:pt idx="15">
                  <c:v>44393</c:v>
                </c:pt>
                <c:pt idx="16">
                  <c:v>44400</c:v>
                </c:pt>
                <c:pt idx="17">
                  <c:v>44407</c:v>
                </c:pt>
              </c:numCache>
            </c:numRef>
          </c:cat>
          <c:val>
            <c:numRef>
              <c:f>Sheet1!$G$2:$G$19</c:f>
              <c:numCache>
                <c:formatCode>General</c:formatCode>
                <c:ptCount val="18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7F66-4CCB-B692-3E34C717E7CA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Chicago South</c:v>
                </c:pt>
              </c:strCache>
            </c:strRef>
          </c:tx>
          <c:spPr>
            <a:ln w="22225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Sheet1!$A$2:$A$19</c:f>
              <c:numCache>
                <c:formatCode>dd\-mmm</c:formatCode>
                <c:ptCount val="18"/>
                <c:pt idx="0">
                  <c:v>44288</c:v>
                </c:pt>
                <c:pt idx="1">
                  <c:v>44295</c:v>
                </c:pt>
                <c:pt idx="2">
                  <c:v>44302</c:v>
                </c:pt>
                <c:pt idx="3">
                  <c:v>44309</c:v>
                </c:pt>
                <c:pt idx="4">
                  <c:v>44316</c:v>
                </c:pt>
                <c:pt idx="5">
                  <c:v>44323</c:v>
                </c:pt>
                <c:pt idx="6">
                  <c:v>44330</c:v>
                </c:pt>
                <c:pt idx="7">
                  <c:v>44337</c:v>
                </c:pt>
                <c:pt idx="8">
                  <c:v>44344</c:v>
                </c:pt>
                <c:pt idx="9">
                  <c:v>44351</c:v>
                </c:pt>
                <c:pt idx="10">
                  <c:v>44358</c:v>
                </c:pt>
                <c:pt idx="11">
                  <c:v>44365</c:v>
                </c:pt>
                <c:pt idx="12">
                  <c:v>44372</c:v>
                </c:pt>
                <c:pt idx="13">
                  <c:v>44379</c:v>
                </c:pt>
                <c:pt idx="14">
                  <c:v>44386</c:v>
                </c:pt>
                <c:pt idx="15">
                  <c:v>44393</c:v>
                </c:pt>
                <c:pt idx="16">
                  <c:v>44400</c:v>
                </c:pt>
                <c:pt idx="17">
                  <c:v>44407</c:v>
                </c:pt>
              </c:numCache>
            </c:numRef>
          </c:cat>
          <c:val>
            <c:numRef>
              <c:f>Sheet1!$H$2:$H$19</c:f>
              <c:numCache>
                <c:formatCode>General</c:formatCode>
                <c:ptCount val="18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7F66-4CCB-B692-3E34C717E7CA}"/>
            </c:ext>
          </c:extLst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Chicago North</c:v>
                </c:pt>
              </c:strCache>
            </c:strRef>
          </c:tx>
          <c:spPr>
            <a:ln w="22225" cap="rnd">
              <a:solidFill>
                <a:srgbClr val="00B050"/>
              </a:solidFill>
              <a:round/>
            </a:ln>
            <a:effectLst/>
          </c:spPr>
          <c:marker>
            <c:symbol val="none"/>
          </c:marker>
          <c:cat>
            <c:numRef>
              <c:f>Sheet1!$A$2:$A$19</c:f>
              <c:numCache>
                <c:formatCode>dd\-mmm</c:formatCode>
                <c:ptCount val="18"/>
                <c:pt idx="0">
                  <c:v>44288</c:v>
                </c:pt>
                <c:pt idx="1">
                  <c:v>44295</c:v>
                </c:pt>
                <c:pt idx="2">
                  <c:v>44302</c:v>
                </c:pt>
                <c:pt idx="3">
                  <c:v>44309</c:v>
                </c:pt>
                <c:pt idx="4">
                  <c:v>44316</c:v>
                </c:pt>
                <c:pt idx="5">
                  <c:v>44323</c:v>
                </c:pt>
                <c:pt idx="6">
                  <c:v>44330</c:v>
                </c:pt>
                <c:pt idx="7">
                  <c:v>44337</c:v>
                </c:pt>
                <c:pt idx="8">
                  <c:v>44344</c:v>
                </c:pt>
                <c:pt idx="9">
                  <c:v>44351</c:v>
                </c:pt>
                <c:pt idx="10">
                  <c:v>44358</c:v>
                </c:pt>
                <c:pt idx="11">
                  <c:v>44365</c:v>
                </c:pt>
                <c:pt idx="12">
                  <c:v>44372</c:v>
                </c:pt>
                <c:pt idx="13">
                  <c:v>44379</c:v>
                </c:pt>
                <c:pt idx="14">
                  <c:v>44386</c:v>
                </c:pt>
                <c:pt idx="15">
                  <c:v>44393</c:v>
                </c:pt>
                <c:pt idx="16">
                  <c:v>44400</c:v>
                </c:pt>
                <c:pt idx="17">
                  <c:v>44407</c:v>
                </c:pt>
              </c:numCache>
            </c:numRef>
          </c:cat>
          <c:val>
            <c:numRef>
              <c:f>Sheet1!$I$2:$I$19</c:f>
              <c:numCache>
                <c:formatCode>General</c:formatCode>
                <c:ptCount val="18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7F66-4CCB-B692-3E34C717E7CA}"/>
            </c:ext>
          </c:extLst>
        </c:ser>
        <c:ser>
          <c:idx val="8"/>
          <c:order val="8"/>
          <c:tx>
            <c:strRef>
              <c:f>Sheet1!$J$1</c:f>
              <c:strCache>
                <c:ptCount val="1"/>
                <c:pt idx="0">
                  <c:v>Milwaukee</c:v>
                </c:pt>
              </c:strCache>
            </c:strRef>
          </c:tx>
          <c:spPr>
            <a:ln w="22225" cap="rnd">
              <a:solidFill>
                <a:schemeClr val="accent3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Sheet1!$A$2:$A$19</c:f>
              <c:numCache>
                <c:formatCode>dd\-mmm</c:formatCode>
                <c:ptCount val="18"/>
                <c:pt idx="0">
                  <c:v>44288</c:v>
                </c:pt>
                <c:pt idx="1">
                  <c:v>44295</c:v>
                </c:pt>
                <c:pt idx="2">
                  <c:v>44302</c:v>
                </c:pt>
                <c:pt idx="3">
                  <c:v>44309</c:v>
                </c:pt>
                <c:pt idx="4">
                  <c:v>44316</c:v>
                </c:pt>
                <c:pt idx="5">
                  <c:v>44323</c:v>
                </c:pt>
                <c:pt idx="6">
                  <c:v>44330</c:v>
                </c:pt>
                <c:pt idx="7">
                  <c:v>44337</c:v>
                </c:pt>
                <c:pt idx="8">
                  <c:v>44344</c:v>
                </c:pt>
                <c:pt idx="9">
                  <c:v>44351</c:v>
                </c:pt>
                <c:pt idx="10">
                  <c:v>44358</c:v>
                </c:pt>
                <c:pt idx="11">
                  <c:v>44365</c:v>
                </c:pt>
                <c:pt idx="12">
                  <c:v>44372</c:v>
                </c:pt>
                <c:pt idx="13">
                  <c:v>44379</c:v>
                </c:pt>
                <c:pt idx="14">
                  <c:v>44386</c:v>
                </c:pt>
                <c:pt idx="15">
                  <c:v>44393</c:v>
                </c:pt>
                <c:pt idx="16">
                  <c:v>44400</c:v>
                </c:pt>
                <c:pt idx="17">
                  <c:v>44407</c:v>
                </c:pt>
              </c:numCache>
            </c:numRef>
          </c:cat>
          <c:val>
            <c:numRef>
              <c:f>Sheet1!$J$2:$J$19</c:f>
              <c:numCache>
                <c:formatCode>General</c:formatCode>
                <c:ptCount val="18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7F66-4CCB-B692-3E34C717E7CA}"/>
            </c:ext>
          </c:extLst>
        </c:ser>
        <c:ser>
          <c:idx val="9"/>
          <c:order val="9"/>
          <c:tx>
            <c:strRef>
              <c:f>Sheet1!$K$1</c:f>
              <c:strCache>
                <c:ptCount val="1"/>
                <c:pt idx="0">
                  <c:v>St. Paul</c:v>
                </c:pt>
              </c:strCache>
            </c:strRef>
          </c:tx>
          <c:spPr>
            <a:ln w="22225" cap="rnd">
              <a:solidFill>
                <a:srgbClr val="FFC000"/>
              </a:solidFill>
              <a:round/>
            </a:ln>
            <a:effectLst/>
          </c:spPr>
          <c:marker>
            <c:symbol val="none"/>
          </c:marker>
          <c:cat>
            <c:numRef>
              <c:f>Sheet1!$A$2:$A$19</c:f>
              <c:numCache>
                <c:formatCode>dd\-mmm</c:formatCode>
                <c:ptCount val="18"/>
                <c:pt idx="0">
                  <c:v>44288</c:v>
                </c:pt>
                <c:pt idx="1">
                  <c:v>44295</c:v>
                </c:pt>
                <c:pt idx="2">
                  <c:v>44302</c:v>
                </c:pt>
                <c:pt idx="3">
                  <c:v>44309</c:v>
                </c:pt>
                <c:pt idx="4">
                  <c:v>44316</c:v>
                </c:pt>
                <c:pt idx="5">
                  <c:v>44323</c:v>
                </c:pt>
                <c:pt idx="6">
                  <c:v>44330</c:v>
                </c:pt>
                <c:pt idx="7">
                  <c:v>44337</c:v>
                </c:pt>
                <c:pt idx="8">
                  <c:v>44344</c:v>
                </c:pt>
                <c:pt idx="9">
                  <c:v>44351</c:v>
                </c:pt>
                <c:pt idx="10">
                  <c:v>44358</c:v>
                </c:pt>
                <c:pt idx="11">
                  <c:v>44365</c:v>
                </c:pt>
                <c:pt idx="12">
                  <c:v>44372</c:v>
                </c:pt>
                <c:pt idx="13">
                  <c:v>44379</c:v>
                </c:pt>
                <c:pt idx="14">
                  <c:v>44386</c:v>
                </c:pt>
                <c:pt idx="15">
                  <c:v>44393</c:v>
                </c:pt>
                <c:pt idx="16">
                  <c:v>44400</c:v>
                </c:pt>
                <c:pt idx="17">
                  <c:v>44407</c:v>
                </c:pt>
              </c:numCache>
            </c:numRef>
          </c:cat>
          <c:val>
            <c:numRef>
              <c:f>Sheet1!$K$2:$K$19</c:f>
              <c:numCache>
                <c:formatCode>General</c:formatCode>
                <c:ptCount val="18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9-7F66-4CCB-B692-3E34C717E7CA}"/>
            </c:ext>
          </c:extLst>
        </c:ser>
        <c:ser>
          <c:idx val="10"/>
          <c:order val="10"/>
          <c:tx>
            <c:strRef>
              <c:f>Sheet1!$L$1</c:f>
              <c:strCache>
                <c:ptCount val="1"/>
                <c:pt idx="0">
                  <c:v>Omaha</c:v>
                </c:pt>
              </c:strCache>
            </c:strRef>
          </c:tx>
          <c:spPr>
            <a:ln w="28575" cap="rnd">
              <a:solidFill>
                <a:srgbClr val="7030A0"/>
              </a:solidFill>
              <a:round/>
            </a:ln>
            <a:effectLst/>
          </c:spPr>
          <c:marker>
            <c:symbol val="none"/>
          </c:marker>
          <c:cat>
            <c:numRef>
              <c:f>Sheet1!$A$2:$A$19</c:f>
              <c:numCache>
                <c:formatCode>dd\-mmm</c:formatCode>
                <c:ptCount val="18"/>
                <c:pt idx="0">
                  <c:v>44288</c:v>
                </c:pt>
                <c:pt idx="1">
                  <c:v>44295</c:v>
                </c:pt>
                <c:pt idx="2">
                  <c:v>44302</c:v>
                </c:pt>
                <c:pt idx="3">
                  <c:v>44309</c:v>
                </c:pt>
                <c:pt idx="4">
                  <c:v>44316</c:v>
                </c:pt>
                <c:pt idx="5">
                  <c:v>44323</c:v>
                </c:pt>
                <c:pt idx="6">
                  <c:v>44330</c:v>
                </c:pt>
                <c:pt idx="7">
                  <c:v>44337</c:v>
                </c:pt>
                <c:pt idx="8">
                  <c:v>44344</c:v>
                </c:pt>
                <c:pt idx="9">
                  <c:v>44351</c:v>
                </c:pt>
                <c:pt idx="10">
                  <c:v>44358</c:v>
                </c:pt>
                <c:pt idx="11">
                  <c:v>44365</c:v>
                </c:pt>
                <c:pt idx="12">
                  <c:v>44372</c:v>
                </c:pt>
                <c:pt idx="13">
                  <c:v>44379</c:v>
                </c:pt>
                <c:pt idx="14">
                  <c:v>44386</c:v>
                </c:pt>
                <c:pt idx="15">
                  <c:v>44393</c:v>
                </c:pt>
                <c:pt idx="16">
                  <c:v>44400</c:v>
                </c:pt>
                <c:pt idx="17">
                  <c:v>44407</c:v>
                </c:pt>
              </c:numCache>
            </c:numRef>
          </c:cat>
          <c:val>
            <c:numRef>
              <c:f>Sheet1!$L$2:$L$19</c:f>
              <c:numCache>
                <c:formatCode>General</c:formatCode>
                <c:ptCount val="18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A-7F66-4CCB-B692-3E34C717E7CA}"/>
            </c:ext>
          </c:extLst>
        </c:ser>
        <c:ser>
          <c:idx val="11"/>
          <c:order val="11"/>
          <c:tx>
            <c:strRef>
              <c:f>Sheet1!$M$1</c:f>
              <c:strCache>
                <c:ptCount val="1"/>
                <c:pt idx="0">
                  <c:v>Minneapolis</c:v>
                </c:pt>
              </c:strCache>
            </c:strRef>
          </c:tx>
          <c:spPr>
            <a:ln w="28575" cap="rnd">
              <a:solidFill>
                <a:schemeClr val="tx2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Sheet1!$A$2:$A$19</c:f>
              <c:numCache>
                <c:formatCode>dd\-mmm</c:formatCode>
                <c:ptCount val="18"/>
                <c:pt idx="0">
                  <c:v>44288</c:v>
                </c:pt>
                <c:pt idx="1">
                  <c:v>44295</c:v>
                </c:pt>
                <c:pt idx="2">
                  <c:v>44302</c:v>
                </c:pt>
                <c:pt idx="3">
                  <c:v>44309</c:v>
                </c:pt>
                <c:pt idx="4">
                  <c:v>44316</c:v>
                </c:pt>
                <c:pt idx="5">
                  <c:v>44323</c:v>
                </c:pt>
                <c:pt idx="6">
                  <c:v>44330</c:v>
                </c:pt>
                <c:pt idx="7">
                  <c:v>44337</c:v>
                </c:pt>
                <c:pt idx="8">
                  <c:v>44344</c:v>
                </c:pt>
                <c:pt idx="9">
                  <c:v>44351</c:v>
                </c:pt>
                <c:pt idx="10">
                  <c:v>44358</c:v>
                </c:pt>
                <c:pt idx="11">
                  <c:v>44365</c:v>
                </c:pt>
                <c:pt idx="12">
                  <c:v>44372</c:v>
                </c:pt>
                <c:pt idx="13">
                  <c:v>44379</c:v>
                </c:pt>
                <c:pt idx="14">
                  <c:v>44386</c:v>
                </c:pt>
                <c:pt idx="15">
                  <c:v>44393</c:v>
                </c:pt>
                <c:pt idx="16">
                  <c:v>44400</c:v>
                </c:pt>
                <c:pt idx="17">
                  <c:v>44407</c:v>
                </c:pt>
              </c:numCache>
            </c:numRef>
          </c:cat>
          <c:val>
            <c:numRef>
              <c:f>Sheet1!$M$2:$M$19</c:f>
              <c:numCache>
                <c:formatCode>General</c:formatCode>
                <c:ptCount val="18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B-7F66-4CCB-B692-3E34C717E7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9160080"/>
        <c:axId val="219157128"/>
      </c:lineChart>
      <c:dateAx>
        <c:axId val="219160080"/>
        <c:scaling>
          <c:orientation val="minMax"/>
        </c:scaling>
        <c:delete val="1"/>
        <c:axPos val="b"/>
        <c:numFmt formatCode="dd\-mmm" sourceLinked="1"/>
        <c:majorTickMark val="none"/>
        <c:minorTickMark val="none"/>
        <c:tickLblPos val="nextTo"/>
        <c:crossAx val="219157128"/>
        <c:crosses val="autoZero"/>
        <c:auto val="1"/>
        <c:lblOffset val="100"/>
        <c:baseTimeUnit val="days"/>
        <c:majorUnit val="7"/>
        <c:majorTimeUnit val="days"/>
      </c:dateAx>
      <c:valAx>
        <c:axId val="219157128"/>
        <c:scaling>
          <c:orientation val="minMax"/>
          <c:min val="0"/>
        </c:scaling>
        <c:delete val="1"/>
        <c:axPos val="l"/>
        <c:numFmt formatCode="0%" sourceLinked="0"/>
        <c:majorTickMark val="none"/>
        <c:minorTickMark val="none"/>
        <c:tickLblPos val="nextTo"/>
        <c:crossAx val="2191600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60" b="0" i="0" u="none" strike="noStrike" kern="1200" spc="0" baseline="0">
                <a:solidFill>
                  <a:schemeClr val="accent6"/>
                </a:solidFill>
                <a:latin typeface="Trebuchet MS" panose="020B0603020202020204" pitchFamily="34" charset="0"/>
                <a:ea typeface="+mn-ea"/>
                <a:cs typeface="+mn-cs"/>
              </a:defRPr>
            </a:pPr>
            <a:r>
              <a:rPr lang="en-US" dirty="0"/>
              <a:t>Region Vials Growth % (East)w.e(06/07)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60" b="0" i="0" u="none" strike="noStrike" kern="1200" spc="0" baseline="0">
              <a:solidFill>
                <a:schemeClr val="accent6"/>
              </a:solidFill>
              <a:latin typeface="Trebuchet MS" panose="020B0603020202020204" pitchFamily="34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0797906911065919"/>
          <c:y val="0.27776284229824422"/>
          <c:w val="0.85756364546733777"/>
          <c:h val="0.3644879384931993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R13W</c:v>
                </c:pt>
              </c:strCache>
            </c:strRef>
          </c:tx>
          <c:spPr>
            <a:solidFill>
              <a:srgbClr val="FFC000"/>
            </a:solidFill>
            <a:ln>
              <a:solidFill>
                <a:srgbClr val="000000"/>
              </a:solidFill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50" b="0" i="0" u="none" strike="noStrike" kern="1200" baseline="0">
                    <a:solidFill>
                      <a:schemeClr val="accent6"/>
                    </a:solidFill>
                    <a:latin typeface="Trebuchet MS" panose="020B0603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East</c:v>
                </c:pt>
                <c:pt idx="1">
                  <c:v>New England</c:v>
                </c:pt>
                <c:pt idx="2">
                  <c:v>New York</c:v>
                </c:pt>
                <c:pt idx="3">
                  <c:v>Atlantic Coastal</c:v>
                </c:pt>
                <c:pt idx="4">
                  <c:v>Blue Grass</c:v>
                </c:pt>
                <c:pt idx="5">
                  <c:v>Eastern Coastal</c:v>
                </c:pt>
                <c:pt idx="6">
                  <c:v>Atlanta</c:v>
                </c:pt>
                <c:pt idx="7">
                  <c:v>Southeast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-4.3813301971247526E-2</c:v>
                </c:pt>
                <c:pt idx="1">
                  <c:v>1.2569832402234637E-2</c:v>
                </c:pt>
                <c:pt idx="2">
                  <c:v>-9.0190609019060897E-2</c:v>
                </c:pt>
                <c:pt idx="3">
                  <c:v>5.6687081612305935E-2</c:v>
                </c:pt>
                <c:pt idx="4">
                  <c:v>-7.9789701561775173E-2</c:v>
                </c:pt>
                <c:pt idx="5">
                  <c:v>2.6254375729288216E-3</c:v>
                </c:pt>
                <c:pt idx="6">
                  <c:v>-0.11552647233789411</c:v>
                </c:pt>
                <c:pt idx="7">
                  <c:v>-7.8436317780580078E-2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E1B-4E86-99A8-EF448EFC700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R4W</c:v>
                </c:pt>
              </c:strCache>
            </c:strRef>
          </c:tx>
          <c:spPr>
            <a:solidFill>
              <a:schemeClr val="accent2"/>
            </a:solidFill>
            <a:ln>
              <a:solidFill>
                <a:schemeClr val="accent2"/>
              </a:solidFill>
            </a:ln>
            <a:effectLst/>
          </c:spPr>
          <c:invertIfNegative val="0"/>
          <c:dLbls>
            <c:dLbl>
              <c:idx val="1"/>
              <c:layout>
                <c:manualLayout>
                  <c:x val="5.6944186626276651E-3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011-4995-A74F-C12D4C4305BB}"/>
                </c:ext>
              </c:extLst>
            </c:dLbl>
            <c:dLbl>
              <c:idx val="5"/>
              <c:layout>
                <c:manualLayout>
                  <c:x val="2.277767465051066E-2"/>
                  <c:y val="-2.8421032608472719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590-487B-A893-86C17E462AE1}"/>
                </c:ext>
              </c:extLst>
            </c:dLbl>
            <c:dLbl>
              <c:idx val="6"/>
              <c:layout>
                <c:manualLayout>
                  <c:x val="1.4236046656569162E-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A011-4995-A74F-C12D4C4305BB}"/>
                </c:ext>
              </c:extLst>
            </c:dLbl>
            <c:dLbl>
              <c:idx val="7"/>
              <c:layout>
                <c:manualLayout>
                  <c:x val="1.4236046656569162E-2"/>
                  <c:y val="-4.7368387680787796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2590-487B-A893-86C17E462AE1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50" b="0" i="0" u="none" strike="noStrike" kern="1200" baseline="0">
                    <a:solidFill>
                      <a:schemeClr val="accent6"/>
                    </a:solidFill>
                    <a:latin typeface="Trebuchet MS" panose="020B0603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East</c:v>
                </c:pt>
                <c:pt idx="1">
                  <c:v>New England</c:v>
                </c:pt>
                <c:pt idx="2">
                  <c:v>New York</c:v>
                </c:pt>
                <c:pt idx="3">
                  <c:v>Atlantic Coastal</c:v>
                </c:pt>
                <c:pt idx="4">
                  <c:v>Blue Grass</c:v>
                </c:pt>
                <c:pt idx="5">
                  <c:v>Eastern Coastal</c:v>
                </c:pt>
                <c:pt idx="6">
                  <c:v>Atlanta</c:v>
                </c:pt>
                <c:pt idx="7">
                  <c:v>Southeast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-0.24518884143974268</c:v>
                </c:pt>
                <c:pt idx="1">
                  <c:v>-0.26732673267326734</c:v>
                </c:pt>
                <c:pt idx="2">
                  <c:v>-0.2503832396525294</c:v>
                </c:pt>
                <c:pt idx="3">
                  <c:v>-0.21996685998343002</c:v>
                </c:pt>
                <c:pt idx="4">
                  <c:v>-0.23405323957810148</c:v>
                </c:pt>
                <c:pt idx="5">
                  <c:v>-0.24297712134375904</c:v>
                </c:pt>
                <c:pt idx="6">
                  <c:v>-0.27133036797412052</c:v>
                </c:pt>
                <c:pt idx="7">
                  <c:v>-0.23572848622550413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9B8-4650-B619-4A1AD67572C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917900936"/>
        <c:axId val="917894704"/>
      </c:barChart>
      <c:catAx>
        <c:axId val="9179009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accent6"/>
                </a:solidFill>
                <a:latin typeface="Trebuchet MS" panose="020B0603020202020204" pitchFamily="34" charset="0"/>
                <a:ea typeface="+mn-ea"/>
                <a:cs typeface="+mn-cs"/>
              </a:defRPr>
            </a:pPr>
            <a:endParaRPr lang="en-US"/>
          </a:p>
        </c:txPr>
        <c:crossAx val="917894704"/>
        <c:crosses val="autoZero"/>
        <c:auto val="1"/>
        <c:lblAlgn val="ctr"/>
        <c:lblOffset val="100"/>
        <c:noMultiLvlLbl val="0"/>
      </c:catAx>
      <c:valAx>
        <c:axId val="917894704"/>
        <c:scaling>
          <c:orientation val="minMax"/>
          <c:min val="-0.25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accent6"/>
                </a:solidFill>
                <a:latin typeface="Trebuchet MS" panose="020B0603020202020204" pitchFamily="34" charset="0"/>
                <a:ea typeface="+mn-ea"/>
                <a:cs typeface="+mn-cs"/>
              </a:defRPr>
            </a:pPr>
            <a:endParaRPr lang="en-US"/>
          </a:p>
        </c:txPr>
        <c:crossAx val="917900936"/>
        <c:crosses val="autoZero"/>
        <c:crossBetween val="between"/>
        <c:majorUnit val="0.15000000000000002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38009549584935171"/>
          <c:y val="0.13956094521054194"/>
          <c:w val="0.2455034269639243"/>
          <c:h val="8.580336374374099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accent6"/>
              </a:solidFill>
              <a:latin typeface="Trebuchet MS" panose="020B0603020202020204" pitchFamily="34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050">
          <a:solidFill>
            <a:schemeClr val="accent6"/>
          </a:solidFill>
          <a:latin typeface="Trebuchet MS" panose="020B0603020202020204" pitchFamily="34" charset="0"/>
        </a:defRPr>
      </a:pPr>
      <a:endParaRPr lang="en-US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accent6"/>
                </a:solidFill>
                <a:latin typeface="Trebuchet MS" panose="020B0603020202020204" pitchFamily="34" charset="0"/>
                <a:ea typeface="+mn-ea"/>
                <a:cs typeface="+mn-cs"/>
              </a:defRPr>
            </a:pPr>
            <a:r>
              <a:rPr lang="en-US" sz="1200" b="1" dirty="0">
                <a:latin typeface="Trebuchet MS" panose="020B0603020202020204" pitchFamily="34" charset="0"/>
              </a:rPr>
              <a:t>Weekly Region Vials Sales</a:t>
            </a:r>
            <a:r>
              <a:rPr lang="en-US" sz="1200" b="0" i="0" u="none" strike="noStrike" baseline="30000" dirty="0">
                <a:effectLst/>
                <a:latin typeface="Trebuchet MS" panose="020B0603020202020204" pitchFamily="34" charset="0"/>
              </a:rPr>
              <a:t>1 </a:t>
            </a:r>
            <a:r>
              <a:rPr lang="en-US" sz="1200" b="1" i="0" u="none" strike="noStrike" kern="1200" spc="0" baseline="0" dirty="0">
                <a:solidFill>
                  <a:srgbClr val="000000"/>
                </a:solidFill>
                <a:latin typeface="Trebuchet MS" panose="020B0603020202020204" pitchFamily="34" charset="0"/>
              </a:rPr>
              <a:t>(East)</a:t>
            </a:r>
            <a:endParaRPr lang="en-US" sz="1200" b="1" dirty="0">
              <a:latin typeface="Trebuchet MS" panose="020B0603020202020204" pitchFamily="34" charset="0"/>
            </a:endParaRPr>
          </a:p>
        </c:rich>
      </c:tx>
      <c:layout>
        <c:manualLayout>
          <c:xMode val="edge"/>
          <c:yMode val="edge"/>
          <c:x val="0.39236984375449863"/>
          <c:y val="2.560409880628449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accent6"/>
              </a:solidFill>
              <a:latin typeface="Trebuchet MS" panose="020B0603020202020204" pitchFamily="34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033422848670015"/>
          <c:y val="0.28647078781409191"/>
          <c:w val="0.87158025684199947"/>
          <c:h val="0.5286096924557730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Regional Avg</c:v>
                </c:pt>
              </c:strCache>
            </c:strRef>
          </c:tx>
          <c:spPr>
            <a:ln w="28575" cap="rnd">
              <a:solidFill>
                <a:schemeClr val="accent1">
                  <a:lumMod val="50000"/>
                </a:schemeClr>
              </a:solidFill>
              <a:prstDash val="sysDash"/>
              <a:round/>
            </a:ln>
            <a:effectLst/>
          </c:spPr>
          <c:marker>
            <c:symbol val="none"/>
          </c:marker>
          <c:cat>
            <c:strRef>
              <c:f>Sheet1!$A$2:$A$24</c:f>
              <c:strCache>
                <c:ptCount val="23"/>
                <c:pt idx="0">
                  <c:v>05-Jan</c:v>
                </c:pt>
                <c:pt idx="1">
                  <c:v>12-Jan</c:v>
                </c:pt>
                <c:pt idx="2">
                  <c:v>19-Jan</c:v>
                </c:pt>
                <c:pt idx="3">
                  <c:v>26-Jan</c:v>
                </c:pt>
                <c:pt idx="4">
                  <c:v>02-Feb</c:v>
                </c:pt>
                <c:pt idx="5">
                  <c:v>09-Feb</c:v>
                </c:pt>
                <c:pt idx="6">
                  <c:v>16-Feb</c:v>
                </c:pt>
                <c:pt idx="7">
                  <c:v>23-Feb</c:v>
                </c:pt>
                <c:pt idx="8">
                  <c:v>01-Mar</c:v>
                </c:pt>
                <c:pt idx="9">
                  <c:v>08-Mar</c:v>
                </c:pt>
                <c:pt idx="10">
                  <c:v>15-Mar</c:v>
                </c:pt>
                <c:pt idx="11">
                  <c:v>22-Mar</c:v>
                </c:pt>
                <c:pt idx="12">
                  <c:v>29-Mar</c:v>
                </c:pt>
                <c:pt idx="13">
                  <c:v>05-Apr</c:v>
                </c:pt>
                <c:pt idx="14">
                  <c:v>12-Apr</c:v>
                </c:pt>
                <c:pt idx="15">
                  <c:v>19-Apr</c:v>
                </c:pt>
                <c:pt idx="16">
                  <c:v>26-Apr</c:v>
                </c:pt>
                <c:pt idx="17">
                  <c:v>03-May</c:v>
                </c:pt>
                <c:pt idx="18">
                  <c:v>10-May</c:v>
                </c:pt>
                <c:pt idx="19">
                  <c:v>17-May</c:v>
                </c:pt>
                <c:pt idx="20">
                  <c:v>24-May</c:v>
                </c:pt>
                <c:pt idx="21">
                  <c:v>31-May</c:v>
                </c:pt>
                <c:pt idx="22">
                  <c:v>07-Jun</c:v>
                </c:pt>
              </c:strCache>
            </c:strRef>
          </c:cat>
          <c:val>
            <c:numRef>
              <c:f>Sheet1!$B$2:$B$24</c:f>
              <c:numCache>
                <c:formatCode>General</c:formatCode>
                <c:ptCount val="23"/>
                <c:pt idx="0">
                  <c:v>624.42857142857144</c:v>
                </c:pt>
                <c:pt idx="1">
                  <c:v>674.85714285714289</c:v>
                </c:pt>
                <c:pt idx="2">
                  <c:v>579.85714285714289</c:v>
                </c:pt>
                <c:pt idx="3">
                  <c:v>716</c:v>
                </c:pt>
                <c:pt idx="4">
                  <c:v>602.85714285714289</c:v>
                </c:pt>
                <c:pt idx="5">
                  <c:v>657.28571428571433</c:v>
                </c:pt>
                <c:pt idx="6">
                  <c:v>649</c:v>
                </c:pt>
                <c:pt idx="7">
                  <c:v>638.85714285714289</c:v>
                </c:pt>
                <c:pt idx="8">
                  <c:v>616.14285714285711</c:v>
                </c:pt>
                <c:pt idx="9">
                  <c:v>615.28571428571433</c:v>
                </c:pt>
                <c:pt idx="10">
                  <c:v>679.42857142857144</c:v>
                </c:pt>
                <c:pt idx="11">
                  <c:v>644.85714285714289</c:v>
                </c:pt>
                <c:pt idx="12">
                  <c:v>660.14285714285711</c:v>
                </c:pt>
                <c:pt idx="13">
                  <c:v>661.85714285714289</c:v>
                </c:pt>
                <c:pt idx="14">
                  <c:v>615.42857142857144</c:v>
                </c:pt>
                <c:pt idx="15">
                  <c:v>624.85714285714289</c:v>
                </c:pt>
                <c:pt idx="16">
                  <c:v>644.71428571428567</c:v>
                </c:pt>
                <c:pt idx="17">
                  <c:v>671.14285714285711</c:v>
                </c:pt>
                <c:pt idx="18">
                  <c:v>635.14285714285711</c:v>
                </c:pt>
                <c:pt idx="19">
                  <c:v>647.14285714285711</c:v>
                </c:pt>
                <c:pt idx="20">
                  <c:v>648.85714285714289</c:v>
                </c:pt>
                <c:pt idx="21">
                  <c:v>597.71428571428567</c:v>
                </c:pt>
                <c:pt idx="22">
                  <c:v>50.571428571428569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9B6-41EA-8E75-B29780E0933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New England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Sheet1!$A$2:$A$24</c:f>
              <c:strCache>
                <c:ptCount val="23"/>
                <c:pt idx="0">
                  <c:v>05-Jan</c:v>
                </c:pt>
                <c:pt idx="1">
                  <c:v>12-Jan</c:v>
                </c:pt>
                <c:pt idx="2">
                  <c:v>19-Jan</c:v>
                </c:pt>
                <c:pt idx="3">
                  <c:v>26-Jan</c:v>
                </c:pt>
                <c:pt idx="4">
                  <c:v>02-Feb</c:v>
                </c:pt>
                <c:pt idx="5">
                  <c:v>09-Feb</c:v>
                </c:pt>
                <c:pt idx="6">
                  <c:v>16-Feb</c:v>
                </c:pt>
                <c:pt idx="7">
                  <c:v>23-Feb</c:v>
                </c:pt>
                <c:pt idx="8">
                  <c:v>01-Mar</c:v>
                </c:pt>
                <c:pt idx="9">
                  <c:v>08-Mar</c:v>
                </c:pt>
                <c:pt idx="10">
                  <c:v>15-Mar</c:v>
                </c:pt>
                <c:pt idx="11">
                  <c:v>22-Mar</c:v>
                </c:pt>
                <c:pt idx="12">
                  <c:v>29-Mar</c:v>
                </c:pt>
                <c:pt idx="13">
                  <c:v>05-Apr</c:v>
                </c:pt>
                <c:pt idx="14">
                  <c:v>12-Apr</c:v>
                </c:pt>
                <c:pt idx="15">
                  <c:v>19-Apr</c:v>
                </c:pt>
                <c:pt idx="16">
                  <c:v>26-Apr</c:v>
                </c:pt>
                <c:pt idx="17">
                  <c:v>03-May</c:v>
                </c:pt>
                <c:pt idx="18">
                  <c:v>10-May</c:v>
                </c:pt>
                <c:pt idx="19">
                  <c:v>17-May</c:v>
                </c:pt>
                <c:pt idx="20">
                  <c:v>24-May</c:v>
                </c:pt>
                <c:pt idx="21">
                  <c:v>31-May</c:v>
                </c:pt>
                <c:pt idx="22">
                  <c:v>07-Jun</c:v>
                </c:pt>
              </c:strCache>
            </c:strRef>
          </c:cat>
          <c:val>
            <c:numRef>
              <c:f>Sheet1!$C$2:$C$24</c:f>
              <c:numCache>
                <c:formatCode>General</c:formatCode>
                <c:ptCount val="23"/>
                <c:pt idx="0">
                  <c:v>543</c:v>
                </c:pt>
                <c:pt idx="1">
                  <c:v>511</c:v>
                </c:pt>
                <c:pt idx="2">
                  <c:v>505</c:v>
                </c:pt>
                <c:pt idx="3">
                  <c:v>527</c:v>
                </c:pt>
                <c:pt idx="4">
                  <c:v>485</c:v>
                </c:pt>
                <c:pt idx="5">
                  <c:v>541</c:v>
                </c:pt>
                <c:pt idx="6">
                  <c:v>459</c:v>
                </c:pt>
                <c:pt idx="7">
                  <c:v>494</c:v>
                </c:pt>
                <c:pt idx="8">
                  <c:v>453</c:v>
                </c:pt>
                <c:pt idx="9">
                  <c:v>457</c:v>
                </c:pt>
                <c:pt idx="10">
                  <c:v>545</c:v>
                </c:pt>
                <c:pt idx="11">
                  <c:v>447</c:v>
                </c:pt>
                <c:pt idx="12">
                  <c:v>525</c:v>
                </c:pt>
                <c:pt idx="13">
                  <c:v>576</c:v>
                </c:pt>
                <c:pt idx="14">
                  <c:v>582</c:v>
                </c:pt>
                <c:pt idx="15">
                  <c:v>563</c:v>
                </c:pt>
                <c:pt idx="16">
                  <c:v>553</c:v>
                </c:pt>
                <c:pt idx="17">
                  <c:v>647</c:v>
                </c:pt>
                <c:pt idx="18">
                  <c:v>459</c:v>
                </c:pt>
                <c:pt idx="19">
                  <c:v>563</c:v>
                </c:pt>
                <c:pt idx="20">
                  <c:v>528</c:v>
                </c:pt>
                <c:pt idx="21">
                  <c:v>517</c:v>
                </c:pt>
                <c:pt idx="22">
                  <c:v>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9B6-41EA-8E75-B29780E0933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New York</c:v>
                </c:pt>
              </c:strCache>
            </c:strRef>
          </c:tx>
          <c:spPr>
            <a:ln w="28575" cap="rnd">
              <a:solidFill>
                <a:srgbClr val="00B050"/>
              </a:solidFill>
              <a:round/>
            </a:ln>
            <a:effectLst/>
          </c:spPr>
          <c:marker>
            <c:symbol val="none"/>
          </c:marker>
          <c:cat>
            <c:strRef>
              <c:f>Sheet1!$A$2:$A$24</c:f>
              <c:strCache>
                <c:ptCount val="23"/>
                <c:pt idx="0">
                  <c:v>05-Jan</c:v>
                </c:pt>
                <c:pt idx="1">
                  <c:v>12-Jan</c:v>
                </c:pt>
                <c:pt idx="2">
                  <c:v>19-Jan</c:v>
                </c:pt>
                <c:pt idx="3">
                  <c:v>26-Jan</c:v>
                </c:pt>
                <c:pt idx="4">
                  <c:v>02-Feb</c:v>
                </c:pt>
                <c:pt idx="5">
                  <c:v>09-Feb</c:v>
                </c:pt>
                <c:pt idx="6">
                  <c:v>16-Feb</c:v>
                </c:pt>
                <c:pt idx="7">
                  <c:v>23-Feb</c:v>
                </c:pt>
                <c:pt idx="8">
                  <c:v>01-Mar</c:v>
                </c:pt>
                <c:pt idx="9">
                  <c:v>08-Mar</c:v>
                </c:pt>
                <c:pt idx="10">
                  <c:v>15-Mar</c:v>
                </c:pt>
                <c:pt idx="11">
                  <c:v>22-Mar</c:v>
                </c:pt>
                <c:pt idx="12">
                  <c:v>29-Mar</c:v>
                </c:pt>
                <c:pt idx="13">
                  <c:v>05-Apr</c:v>
                </c:pt>
                <c:pt idx="14">
                  <c:v>12-Apr</c:v>
                </c:pt>
                <c:pt idx="15">
                  <c:v>19-Apr</c:v>
                </c:pt>
                <c:pt idx="16">
                  <c:v>26-Apr</c:v>
                </c:pt>
                <c:pt idx="17">
                  <c:v>03-May</c:v>
                </c:pt>
                <c:pt idx="18">
                  <c:v>10-May</c:v>
                </c:pt>
                <c:pt idx="19">
                  <c:v>17-May</c:v>
                </c:pt>
                <c:pt idx="20">
                  <c:v>24-May</c:v>
                </c:pt>
                <c:pt idx="21">
                  <c:v>31-May</c:v>
                </c:pt>
                <c:pt idx="22">
                  <c:v>07-Jun</c:v>
                </c:pt>
              </c:strCache>
            </c:strRef>
          </c:cat>
          <c:val>
            <c:numRef>
              <c:f>Sheet1!$D$2:$D$24</c:f>
              <c:numCache>
                <c:formatCode>General</c:formatCode>
                <c:ptCount val="23"/>
                <c:pt idx="0">
                  <c:v>523</c:v>
                </c:pt>
                <c:pt idx="1">
                  <c:v>456</c:v>
                </c:pt>
                <c:pt idx="2">
                  <c:v>541</c:v>
                </c:pt>
                <c:pt idx="3">
                  <c:v>516</c:v>
                </c:pt>
                <c:pt idx="4">
                  <c:v>419</c:v>
                </c:pt>
                <c:pt idx="5">
                  <c:v>644</c:v>
                </c:pt>
                <c:pt idx="6">
                  <c:v>463</c:v>
                </c:pt>
                <c:pt idx="7">
                  <c:v>396</c:v>
                </c:pt>
                <c:pt idx="8">
                  <c:v>495</c:v>
                </c:pt>
                <c:pt idx="9">
                  <c:v>527</c:v>
                </c:pt>
                <c:pt idx="10">
                  <c:v>376</c:v>
                </c:pt>
                <c:pt idx="11">
                  <c:v>594</c:v>
                </c:pt>
                <c:pt idx="12">
                  <c:v>456</c:v>
                </c:pt>
                <c:pt idx="13">
                  <c:v>442</c:v>
                </c:pt>
                <c:pt idx="14">
                  <c:v>579</c:v>
                </c:pt>
                <c:pt idx="15">
                  <c:v>433</c:v>
                </c:pt>
                <c:pt idx="16">
                  <c:v>519</c:v>
                </c:pt>
                <c:pt idx="17">
                  <c:v>458</c:v>
                </c:pt>
                <c:pt idx="18">
                  <c:v>547</c:v>
                </c:pt>
                <c:pt idx="19">
                  <c:v>532</c:v>
                </c:pt>
                <c:pt idx="20">
                  <c:v>589</c:v>
                </c:pt>
                <c:pt idx="21">
                  <c:v>340</c:v>
                </c:pt>
                <c:pt idx="22">
                  <c:v>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9B6-41EA-8E75-B29780E0933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Atlantic Coastal</c:v>
                </c:pt>
              </c:strCache>
            </c:strRef>
          </c:tx>
          <c:spPr>
            <a:ln w="28575" cap="rnd">
              <a:solidFill>
                <a:srgbClr val="A70619"/>
              </a:solidFill>
              <a:round/>
            </a:ln>
            <a:effectLst/>
          </c:spPr>
          <c:marker>
            <c:symbol val="none"/>
          </c:marker>
          <c:cat>
            <c:strRef>
              <c:f>Sheet1!$A$2:$A$24</c:f>
              <c:strCache>
                <c:ptCount val="23"/>
                <c:pt idx="0">
                  <c:v>05-Jan</c:v>
                </c:pt>
                <c:pt idx="1">
                  <c:v>12-Jan</c:v>
                </c:pt>
                <c:pt idx="2">
                  <c:v>19-Jan</c:v>
                </c:pt>
                <c:pt idx="3">
                  <c:v>26-Jan</c:v>
                </c:pt>
                <c:pt idx="4">
                  <c:v>02-Feb</c:v>
                </c:pt>
                <c:pt idx="5">
                  <c:v>09-Feb</c:v>
                </c:pt>
                <c:pt idx="6">
                  <c:v>16-Feb</c:v>
                </c:pt>
                <c:pt idx="7">
                  <c:v>23-Feb</c:v>
                </c:pt>
                <c:pt idx="8">
                  <c:v>01-Mar</c:v>
                </c:pt>
                <c:pt idx="9">
                  <c:v>08-Mar</c:v>
                </c:pt>
                <c:pt idx="10">
                  <c:v>15-Mar</c:v>
                </c:pt>
                <c:pt idx="11">
                  <c:v>22-Mar</c:v>
                </c:pt>
                <c:pt idx="12">
                  <c:v>29-Mar</c:v>
                </c:pt>
                <c:pt idx="13">
                  <c:v>05-Apr</c:v>
                </c:pt>
                <c:pt idx="14">
                  <c:v>12-Apr</c:v>
                </c:pt>
                <c:pt idx="15">
                  <c:v>19-Apr</c:v>
                </c:pt>
                <c:pt idx="16">
                  <c:v>26-Apr</c:v>
                </c:pt>
                <c:pt idx="17">
                  <c:v>03-May</c:v>
                </c:pt>
                <c:pt idx="18">
                  <c:v>10-May</c:v>
                </c:pt>
                <c:pt idx="19">
                  <c:v>17-May</c:v>
                </c:pt>
                <c:pt idx="20">
                  <c:v>24-May</c:v>
                </c:pt>
                <c:pt idx="21">
                  <c:v>31-May</c:v>
                </c:pt>
                <c:pt idx="22">
                  <c:v>07-Jun</c:v>
                </c:pt>
              </c:strCache>
            </c:strRef>
          </c:cat>
          <c:val>
            <c:numRef>
              <c:f>Sheet1!$E$2:$E$24</c:f>
              <c:numCache>
                <c:formatCode>General</c:formatCode>
                <c:ptCount val="23"/>
                <c:pt idx="0">
                  <c:v>481</c:v>
                </c:pt>
                <c:pt idx="1">
                  <c:v>602</c:v>
                </c:pt>
                <c:pt idx="2">
                  <c:v>509</c:v>
                </c:pt>
                <c:pt idx="3">
                  <c:v>689</c:v>
                </c:pt>
                <c:pt idx="4">
                  <c:v>458</c:v>
                </c:pt>
                <c:pt idx="5">
                  <c:v>584</c:v>
                </c:pt>
                <c:pt idx="6">
                  <c:v>525</c:v>
                </c:pt>
                <c:pt idx="7">
                  <c:v>595</c:v>
                </c:pt>
                <c:pt idx="8">
                  <c:v>535</c:v>
                </c:pt>
                <c:pt idx="9">
                  <c:v>489</c:v>
                </c:pt>
                <c:pt idx="10">
                  <c:v>584</c:v>
                </c:pt>
                <c:pt idx="11">
                  <c:v>702</c:v>
                </c:pt>
                <c:pt idx="12">
                  <c:v>613</c:v>
                </c:pt>
                <c:pt idx="13">
                  <c:v>676</c:v>
                </c:pt>
                <c:pt idx="14">
                  <c:v>547</c:v>
                </c:pt>
                <c:pt idx="15">
                  <c:v>556</c:v>
                </c:pt>
                <c:pt idx="16">
                  <c:v>595</c:v>
                </c:pt>
                <c:pt idx="17">
                  <c:v>618</c:v>
                </c:pt>
                <c:pt idx="18">
                  <c:v>645</c:v>
                </c:pt>
                <c:pt idx="19">
                  <c:v>591</c:v>
                </c:pt>
                <c:pt idx="20">
                  <c:v>646</c:v>
                </c:pt>
                <c:pt idx="21">
                  <c:v>642</c:v>
                </c:pt>
                <c:pt idx="22">
                  <c:v>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E9B6-41EA-8E75-B29780E09339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Blue Grass</c:v>
                </c:pt>
              </c:strCache>
            </c:strRef>
          </c:tx>
          <c:spPr>
            <a:ln w="28575" cap="rnd">
              <a:solidFill>
                <a:srgbClr val="FFC000"/>
              </a:solidFill>
              <a:round/>
            </a:ln>
            <a:effectLst/>
          </c:spPr>
          <c:marker>
            <c:symbol val="none"/>
          </c:marker>
          <c:cat>
            <c:strRef>
              <c:f>Sheet1!$A$2:$A$24</c:f>
              <c:strCache>
                <c:ptCount val="23"/>
                <c:pt idx="0">
                  <c:v>05-Jan</c:v>
                </c:pt>
                <c:pt idx="1">
                  <c:v>12-Jan</c:v>
                </c:pt>
                <c:pt idx="2">
                  <c:v>19-Jan</c:v>
                </c:pt>
                <c:pt idx="3">
                  <c:v>26-Jan</c:v>
                </c:pt>
                <c:pt idx="4">
                  <c:v>02-Feb</c:v>
                </c:pt>
                <c:pt idx="5">
                  <c:v>09-Feb</c:v>
                </c:pt>
                <c:pt idx="6">
                  <c:v>16-Feb</c:v>
                </c:pt>
                <c:pt idx="7">
                  <c:v>23-Feb</c:v>
                </c:pt>
                <c:pt idx="8">
                  <c:v>01-Mar</c:v>
                </c:pt>
                <c:pt idx="9">
                  <c:v>08-Mar</c:v>
                </c:pt>
                <c:pt idx="10">
                  <c:v>15-Mar</c:v>
                </c:pt>
                <c:pt idx="11">
                  <c:v>22-Mar</c:v>
                </c:pt>
                <c:pt idx="12">
                  <c:v>29-Mar</c:v>
                </c:pt>
                <c:pt idx="13">
                  <c:v>05-Apr</c:v>
                </c:pt>
                <c:pt idx="14">
                  <c:v>12-Apr</c:v>
                </c:pt>
                <c:pt idx="15">
                  <c:v>19-Apr</c:v>
                </c:pt>
                <c:pt idx="16">
                  <c:v>26-Apr</c:v>
                </c:pt>
                <c:pt idx="17">
                  <c:v>03-May</c:v>
                </c:pt>
                <c:pt idx="18">
                  <c:v>10-May</c:v>
                </c:pt>
                <c:pt idx="19">
                  <c:v>17-May</c:v>
                </c:pt>
                <c:pt idx="20">
                  <c:v>24-May</c:v>
                </c:pt>
                <c:pt idx="21">
                  <c:v>31-May</c:v>
                </c:pt>
                <c:pt idx="22">
                  <c:v>07-Jun</c:v>
                </c:pt>
              </c:strCache>
            </c:strRef>
          </c:cat>
          <c:val>
            <c:numRef>
              <c:f>Sheet1!$F$2:$F$24</c:f>
              <c:numCache>
                <c:formatCode>General</c:formatCode>
                <c:ptCount val="23"/>
                <c:pt idx="0">
                  <c:v>522</c:v>
                </c:pt>
                <c:pt idx="1">
                  <c:v>582</c:v>
                </c:pt>
                <c:pt idx="2">
                  <c:v>469</c:v>
                </c:pt>
                <c:pt idx="3">
                  <c:v>525</c:v>
                </c:pt>
                <c:pt idx="4">
                  <c:v>459</c:v>
                </c:pt>
                <c:pt idx="5">
                  <c:v>508</c:v>
                </c:pt>
                <c:pt idx="6">
                  <c:v>541</c:v>
                </c:pt>
                <c:pt idx="7">
                  <c:v>578</c:v>
                </c:pt>
                <c:pt idx="8">
                  <c:v>496</c:v>
                </c:pt>
                <c:pt idx="9">
                  <c:v>428</c:v>
                </c:pt>
                <c:pt idx="10">
                  <c:v>503</c:v>
                </c:pt>
                <c:pt idx="11">
                  <c:v>542</c:v>
                </c:pt>
                <c:pt idx="12">
                  <c:v>468</c:v>
                </c:pt>
                <c:pt idx="13">
                  <c:v>434</c:v>
                </c:pt>
                <c:pt idx="14">
                  <c:v>488</c:v>
                </c:pt>
                <c:pt idx="15">
                  <c:v>470</c:v>
                </c:pt>
                <c:pt idx="16">
                  <c:v>472</c:v>
                </c:pt>
                <c:pt idx="17">
                  <c:v>574</c:v>
                </c:pt>
                <c:pt idx="18">
                  <c:v>475</c:v>
                </c:pt>
                <c:pt idx="19">
                  <c:v>499</c:v>
                </c:pt>
                <c:pt idx="20">
                  <c:v>468</c:v>
                </c:pt>
                <c:pt idx="21">
                  <c:v>518</c:v>
                </c:pt>
                <c:pt idx="22">
                  <c:v>40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E9B6-41EA-8E75-B29780E09339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Eastern Coastal</c:v>
                </c:pt>
              </c:strCache>
            </c:strRef>
          </c:tx>
          <c:spPr>
            <a:ln w="28575" cap="rnd">
              <a:solidFill>
                <a:schemeClr val="accent4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Sheet1!$A$2:$A$24</c:f>
              <c:strCache>
                <c:ptCount val="23"/>
                <c:pt idx="0">
                  <c:v>05-Jan</c:v>
                </c:pt>
                <c:pt idx="1">
                  <c:v>12-Jan</c:v>
                </c:pt>
                <c:pt idx="2">
                  <c:v>19-Jan</c:v>
                </c:pt>
                <c:pt idx="3">
                  <c:v>26-Jan</c:v>
                </c:pt>
                <c:pt idx="4">
                  <c:v>02-Feb</c:v>
                </c:pt>
                <c:pt idx="5">
                  <c:v>09-Feb</c:v>
                </c:pt>
                <c:pt idx="6">
                  <c:v>16-Feb</c:v>
                </c:pt>
                <c:pt idx="7">
                  <c:v>23-Feb</c:v>
                </c:pt>
                <c:pt idx="8">
                  <c:v>01-Mar</c:v>
                </c:pt>
                <c:pt idx="9">
                  <c:v>08-Mar</c:v>
                </c:pt>
                <c:pt idx="10">
                  <c:v>15-Mar</c:v>
                </c:pt>
                <c:pt idx="11">
                  <c:v>22-Mar</c:v>
                </c:pt>
                <c:pt idx="12">
                  <c:v>29-Mar</c:v>
                </c:pt>
                <c:pt idx="13">
                  <c:v>05-Apr</c:v>
                </c:pt>
                <c:pt idx="14">
                  <c:v>12-Apr</c:v>
                </c:pt>
                <c:pt idx="15">
                  <c:v>19-Apr</c:v>
                </c:pt>
                <c:pt idx="16">
                  <c:v>26-Apr</c:v>
                </c:pt>
                <c:pt idx="17">
                  <c:v>03-May</c:v>
                </c:pt>
                <c:pt idx="18">
                  <c:v>10-May</c:v>
                </c:pt>
                <c:pt idx="19">
                  <c:v>17-May</c:v>
                </c:pt>
                <c:pt idx="20">
                  <c:v>24-May</c:v>
                </c:pt>
                <c:pt idx="21">
                  <c:v>31-May</c:v>
                </c:pt>
                <c:pt idx="22">
                  <c:v>07-Jun</c:v>
                </c:pt>
              </c:strCache>
            </c:strRef>
          </c:cat>
          <c:val>
            <c:numRef>
              <c:f>Sheet1!$G$2:$G$24</c:f>
              <c:numCache>
                <c:formatCode>General</c:formatCode>
                <c:ptCount val="23"/>
                <c:pt idx="0">
                  <c:v>805</c:v>
                </c:pt>
                <c:pt idx="1">
                  <c:v>818</c:v>
                </c:pt>
                <c:pt idx="2">
                  <c:v>667</c:v>
                </c:pt>
                <c:pt idx="3">
                  <c:v>835</c:v>
                </c:pt>
                <c:pt idx="4">
                  <c:v>795</c:v>
                </c:pt>
                <c:pt idx="5">
                  <c:v>853</c:v>
                </c:pt>
                <c:pt idx="6">
                  <c:v>840</c:v>
                </c:pt>
                <c:pt idx="7">
                  <c:v>817</c:v>
                </c:pt>
                <c:pt idx="8">
                  <c:v>848</c:v>
                </c:pt>
                <c:pt idx="9">
                  <c:v>860</c:v>
                </c:pt>
                <c:pt idx="10">
                  <c:v>939</c:v>
                </c:pt>
                <c:pt idx="11">
                  <c:v>817</c:v>
                </c:pt>
                <c:pt idx="12">
                  <c:v>896</c:v>
                </c:pt>
                <c:pt idx="13">
                  <c:v>832</c:v>
                </c:pt>
                <c:pt idx="14">
                  <c:v>760</c:v>
                </c:pt>
                <c:pt idx="15">
                  <c:v>959</c:v>
                </c:pt>
                <c:pt idx="16">
                  <c:v>839</c:v>
                </c:pt>
                <c:pt idx="17">
                  <c:v>840</c:v>
                </c:pt>
                <c:pt idx="18">
                  <c:v>815</c:v>
                </c:pt>
                <c:pt idx="19">
                  <c:v>799</c:v>
                </c:pt>
                <c:pt idx="20">
                  <c:v>886</c:v>
                </c:pt>
                <c:pt idx="21">
                  <c:v>892</c:v>
                </c:pt>
                <c:pt idx="22">
                  <c:v>37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E9B6-41EA-8E75-B29780E09339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Atlanta</c:v>
                </c:pt>
              </c:strCache>
            </c:strRef>
          </c:tx>
          <c:spPr>
            <a:ln w="28575" cap="rnd">
              <a:solidFill>
                <a:schemeClr val="accent4">
                  <a:lumMod val="40000"/>
                  <a:lumOff val="60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Sheet1!$A$2:$A$24</c:f>
              <c:strCache>
                <c:ptCount val="23"/>
                <c:pt idx="0">
                  <c:v>05-Jan</c:v>
                </c:pt>
                <c:pt idx="1">
                  <c:v>12-Jan</c:v>
                </c:pt>
                <c:pt idx="2">
                  <c:v>19-Jan</c:v>
                </c:pt>
                <c:pt idx="3">
                  <c:v>26-Jan</c:v>
                </c:pt>
                <c:pt idx="4">
                  <c:v>02-Feb</c:v>
                </c:pt>
                <c:pt idx="5">
                  <c:v>09-Feb</c:v>
                </c:pt>
                <c:pt idx="6">
                  <c:v>16-Feb</c:v>
                </c:pt>
                <c:pt idx="7">
                  <c:v>23-Feb</c:v>
                </c:pt>
                <c:pt idx="8">
                  <c:v>01-Mar</c:v>
                </c:pt>
                <c:pt idx="9">
                  <c:v>08-Mar</c:v>
                </c:pt>
                <c:pt idx="10">
                  <c:v>15-Mar</c:v>
                </c:pt>
                <c:pt idx="11">
                  <c:v>22-Mar</c:v>
                </c:pt>
                <c:pt idx="12">
                  <c:v>29-Mar</c:v>
                </c:pt>
                <c:pt idx="13">
                  <c:v>05-Apr</c:v>
                </c:pt>
                <c:pt idx="14">
                  <c:v>12-Apr</c:v>
                </c:pt>
                <c:pt idx="15">
                  <c:v>19-Apr</c:v>
                </c:pt>
                <c:pt idx="16">
                  <c:v>26-Apr</c:v>
                </c:pt>
                <c:pt idx="17">
                  <c:v>03-May</c:v>
                </c:pt>
                <c:pt idx="18">
                  <c:v>10-May</c:v>
                </c:pt>
                <c:pt idx="19">
                  <c:v>17-May</c:v>
                </c:pt>
                <c:pt idx="20">
                  <c:v>24-May</c:v>
                </c:pt>
                <c:pt idx="21">
                  <c:v>31-May</c:v>
                </c:pt>
                <c:pt idx="22">
                  <c:v>07-Jun</c:v>
                </c:pt>
              </c:strCache>
            </c:strRef>
          </c:cat>
          <c:val>
            <c:numRef>
              <c:f>Sheet1!$H$2:$H$24</c:f>
              <c:numCache>
                <c:formatCode>General</c:formatCode>
                <c:ptCount val="23"/>
                <c:pt idx="0">
                  <c:v>603</c:v>
                </c:pt>
                <c:pt idx="1">
                  <c:v>717</c:v>
                </c:pt>
                <c:pt idx="2">
                  <c:v>455</c:v>
                </c:pt>
                <c:pt idx="3">
                  <c:v>809</c:v>
                </c:pt>
                <c:pt idx="4">
                  <c:v>554</c:v>
                </c:pt>
                <c:pt idx="5">
                  <c:v>632</c:v>
                </c:pt>
                <c:pt idx="6">
                  <c:v>744</c:v>
                </c:pt>
                <c:pt idx="7">
                  <c:v>661</c:v>
                </c:pt>
                <c:pt idx="8">
                  <c:v>619</c:v>
                </c:pt>
                <c:pt idx="9">
                  <c:v>624</c:v>
                </c:pt>
                <c:pt idx="10">
                  <c:v>688</c:v>
                </c:pt>
                <c:pt idx="11">
                  <c:v>566</c:v>
                </c:pt>
                <c:pt idx="12">
                  <c:v>603</c:v>
                </c:pt>
                <c:pt idx="13">
                  <c:v>674</c:v>
                </c:pt>
                <c:pt idx="14">
                  <c:v>628</c:v>
                </c:pt>
                <c:pt idx="15">
                  <c:v>612</c:v>
                </c:pt>
                <c:pt idx="16">
                  <c:v>588</c:v>
                </c:pt>
                <c:pt idx="17">
                  <c:v>625</c:v>
                </c:pt>
                <c:pt idx="18">
                  <c:v>648</c:v>
                </c:pt>
                <c:pt idx="19">
                  <c:v>612</c:v>
                </c:pt>
                <c:pt idx="20">
                  <c:v>592</c:v>
                </c:pt>
                <c:pt idx="21">
                  <c:v>500</c:v>
                </c:pt>
                <c:pt idx="22">
                  <c:v>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E9B6-41EA-8E75-B29780E09339}"/>
            </c:ext>
          </c:extLst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Southeast</c:v>
                </c:pt>
              </c:strCache>
            </c:strRef>
          </c:tx>
          <c:spPr>
            <a:ln w="28575" cap="rnd">
              <a:solidFill>
                <a:schemeClr val="accent4">
                  <a:lumMod val="40000"/>
                  <a:lumOff val="60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Sheet1!$A$2:$A$24</c:f>
              <c:strCache>
                <c:ptCount val="23"/>
                <c:pt idx="0">
                  <c:v>05-Jan</c:v>
                </c:pt>
                <c:pt idx="1">
                  <c:v>12-Jan</c:v>
                </c:pt>
                <c:pt idx="2">
                  <c:v>19-Jan</c:v>
                </c:pt>
                <c:pt idx="3">
                  <c:v>26-Jan</c:v>
                </c:pt>
                <c:pt idx="4">
                  <c:v>02-Feb</c:v>
                </c:pt>
                <c:pt idx="5">
                  <c:v>09-Feb</c:v>
                </c:pt>
                <c:pt idx="6">
                  <c:v>16-Feb</c:v>
                </c:pt>
                <c:pt idx="7">
                  <c:v>23-Feb</c:v>
                </c:pt>
                <c:pt idx="8">
                  <c:v>01-Mar</c:v>
                </c:pt>
                <c:pt idx="9">
                  <c:v>08-Mar</c:v>
                </c:pt>
                <c:pt idx="10">
                  <c:v>15-Mar</c:v>
                </c:pt>
                <c:pt idx="11">
                  <c:v>22-Mar</c:v>
                </c:pt>
                <c:pt idx="12">
                  <c:v>29-Mar</c:v>
                </c:pt>
                <c:pt idx="13">
                  <c:v>05-Apr</c:v>
                </c:pt>
                <c:pt idx="14">
                  <c:v>12-Apr</c:v>
                </c:pt>
                <c:pt idx="15">
                  <c:v>19-Apr</c:v>
                </c:pt>
                <c:pt idx="16">
                  <c:v>26-Apr</c:v>
                </c:pt>
                <c:pt idx="17">
                  <c:v>03-May</c:v>
                </c:pt>
                <c:pt idx="18">
                  <c:v>10-May</c:v>
                </c:pt>
                <c:pt idx="19">
                  <c:v>17-May</c:v>
                </c:pt>
                <c:pt idx="20">
                  <c:v>24-May</c:v>
                </c:pt>
                <c:pt idx="21">
                  <c:v>31-May</c:v>
                </c:pt>
                <c:pt idx="22">
                  <c:v>07-Jun</c:v>
                </c:pt>
              </c:strCache>
            </c:strRef>
          </c:cat>
          <c:val>
            <c:numRef>
              <c:f>Sheet1!$I$2:$I$24</c:f>
              <c:numCache>
                <c:formatCode>General</c:formatCode>
                <c:ptCount val="23"/>
                <c:pt idx="0">
                  <c:v>894</c:v>
                </c:pt>
                <c:pt idx="1">
                  <c:v>1038</c:v>
                </c:pt>
                <c:pt idx="2">
                  <c:v>913</c:v>
                </c:pt>
                <c:pt idx="3">
                  <c:v>1111</c:v>
                </c:pt>
                <c:pt idx="4">
                  <c:v>1050</c:v>
                </c:pt>
                <c:pt idx="5">
                  <c:v>839</c:v>
                </c:pt>
                <c:pt idx="6">
                  <c:v>971</c:v>
                </c:pt>
                <c:pt idx="7">
                  <c:v>931</c:v>
                </c:pt>
                <c:pt idx="8">
                  <c:v>867</c:v>
                </c:pt>
                <c:pt idx="9">
                  <c:v>922</c:v>
                </c:pt>
                <c:pt idx="10">
                  <c:v>1121</c:v>
                </c:pt>
                <c:pt idx="11">
                  <c:v>846</c:v>
                </c:pt>
                <c:pt idx="12">
                  <c:v>1060</c:v>
                </c:pt>
                <c:pt idx="13">
                  <c:v>999</c:v>
                </c:pt>
                <c:pt idx="14">
                  <c:v>724</c:v>
                </c:pt>
                <c:pt idx="15">
                  <c:v>781</c:v>
                </c:pt>
                <c:pt idx="16">
                  <c:v>947</c:v>
                </c:pt>
                <c:pt idx="17">
                  <c:v>936</c:v>
                </c:pt>
                <c:pt idx="18">
                  <c:v>857</c:v>
                </c:pt>
                <c:pt idx="19">
                  <c:v>934</c:v>
                </c:pt>
                <c:pt idx="20">
                  <c:v>833</c:v>
                </c:pt>
                <c:pt idx="21">
                  <c:v>775</c:v>
                </c:pt>
                <c:pt idx="22">
                  <c:v>149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E9B6-41EA-8E75-B29780E0933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917900936"/>
        <c:axId val="917894704"/>
      </c:lineChart>
      <c:catAx>
        <c:axId val="9179009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accent6"/>
                </a:solidFill>
                <a:latin typeface="Trebuchet MS" panose="020B0603020202020204" pitchFamily="34" charset="0"/>
                <a:ea typeface="+mn-ea"/>
                <a:cs typeface="+mn-cs"/>
              </a:defRPr>
            </a:pPr>
            <a:endParaRPr lang="en-US"/>
          </a:p>
        </c:txPr>
        <c:crossAx val="917894704"/>
        <c:crosses val="autoZero"/>
        <c:auto val="1"/>
        <c:lblAlgn val="ctr"/>
        <c:lblOffset val="100"/>
        <c:noMultiLvlLbl val="1"/>
      </c:catAx>
      <c:valAx>
        <c:axId val="917894704"/>
        <c:scaling>
          <c:orientation val="minMax"/>
          <c:min val="40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accent6"/>
                </a:solidFill>
                <a:latin typeface="Trebuchet MS" panose="020B0603020202020204" pitchFamily="34" charset="0"/>
                <a:ea typeface="+mn-ea"/>
                <a:cs typeface="+mn-cs"/>
              </a:defRPr>
            </a:pPr>
            <a:endParaRPr lang="en-US"/>
          </a:p>
        </c:txPr>
        <c:crossAx val="917900936"/>
        <c:crosses val="autoZero"/>
        <c:crossBetween val="between"/>
      </c:valAx>
      <c:spPr>
        <a:noFill/>
        <a:ln w="12700"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1" i="0" u="none" strike="noStrike" kern="1200" baseline="0">
              <a:solidFill>
                <a:schemeClr val="accent6"/>
              </a:solidFill>
              <a:latin typeface="Trebuchet MS" panose="020B0603020202020204" pitchFamily="34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accent6"/>
          </a:solidFill>
        </a:defRPr>
      </a:pPr>
      <a:endParaRPr lang="en-US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endParaRPr lang="en-IN"/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6.9701870370806635E-2"/>
          <c:y val="0.16245238257770622"/>
          <c:w val="0.8894228478111571"/>
          <c:h val="0.659525979427581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Region Average</c:v>
                </c:pt>
              </c:strCache>
            </c:strRef>
          </c:tx>
          <c:spPr>
            <a:ln w="22225" cap="rnd">
              <a:solidFill>
                <a:srgbClr val="C00000"/>
              </a:solidFill>
              <a:prstDash val="dash"/>
              <a:round/>
            </a:ln>
            <a:effectLst/>
          </c:spPr>
          <c:marker>
            <c:symbol val="none"/>
          </c:marker>
          <c:cat>
            <c:numRef>
              <c:f>Sheet1!$A$2:$A$19</c:f>
              <c:numCache>
                <c:formatCode>dd\-mmm</c:formatCode>
                <c:ptCount val="18"/>
                <c:pt idx="0">
                  <c:v>44288</c:v>
                </c:pt>
                <c:pt idx="1">
                  <c:v>44295</c:v>
                </c:pt>
                <c:pt idx="2">
                  <c:v>44302</c:v>
                </c:pt>
                <c:pt idx="3">
                  <c:v>44309</c:v>
                </c:pt>
                <c:pt idx="4">
                  <c:v>44316</c:v>
                </c:pt>
                <c:pt idx="5">
                  <c:v>44323</c:v>
                </c:pt>
                <c:pt idx="6">
                  <c:v>44330</c:v>
                </c:pt>
                <c:pt idx="7">
                  <c:v>44337</c:v>
                </c:pt>
                <c:pt idx="8">
                  <c:v>44344</c:v>
                </c:pt>
                <c:pt idx="9">
                  <c:v>44351</c:v>
                </c:pt>
                <c:pt idx="10">
                  <c:v>44358</c:v>
                </c:pt>
                <c:pt idx="11">
                  <c:v>44365</c:v>
                </c:pt>
                <c:pt idx="12">
                  <c:v>44372</c:v>
                </c:pt>
                <c:pt idx="13">
                  <c:v>44379</c:v>
                </c:pt>
                <c:pt idx="14">
                  <c:v>44386</c:v>
                </c:pt>
                <c:pt idx="15">
                  <c:v>44393</c:v>
                </c:pt>
                <c:pt idx="16">
                  <c:v>44400</c:v>
                </c:pt>
                <c:pt idx="17">
                  <c:v>44407</c:v>
                </c:pt>
              </c:numCache>
            </c:numRef>
          </c:cat>
          <c:val>
            <c:numRef>
              <c:f>Sheet1!$B$2:$B$19</c:f>
              <c:numCache>
                <c:formatCode>General</c:formatCode>
                <c:ptCount val="18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F66-4CCB-B692-3E34C717E7C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Cleveland</c:v>
                </c:pt>
              </c:strCache>
            </c:strRef>
          </c:tx>
          <c:spPr>
            <a:ln w="22225" cap="rnd">
              <a:solidFill>
                <a:srgbClr val="0070C0"/>
              </a:solidFill>
              <a:round/>
            </a:ln>
            <a:effectLst/>
          </c:spPr>
          <c:marker>
            <c:symbol val="none"/>
          </c:marker>
          <c:cat>
            <c:numRef>
              <c:f>Sheet1!$A$2:$A$19</c:f>
              <c:numCache>
                <c:formatCode>dd\-mmm</c:formatCode>
                <c:ptCount val="18"/>
                <c:pt idx="0">
                  <c:v>44288</c:v>
                </c:pt>
                <c:pt idx="1">
                  <c:v>44295</c:v>
                </c:pt>
                <c:pt idx="2">
                  <c:v>44302</c:v>
                </c:pt>
                <c:pt idx="3">
                  <c:v>44309</c:v>
                </c:pt>
                <c:pt idx="4">
                  <c:v>44316</c:v>
                </c:pt>
                <c:pt idx="5">
                  <c:v>44323</c:v>
                </c:pt>
                <c:pt idx="6">
                  <c:v>44330</c:v>
                </c:pt>
                <c:pt idx="7">
                  <c:v>44337</c:v>
                </c:pt>
                <c:pt idx="8">
                  <c:v>44344</c:v>
                </c:pt>
                <c:pt idx="9">
                  <c:v>44351</c:v>
                </c:pt>
                <c:pt idx="10">
                  <c:v>44358</c:v>
                </c:pt>
                <c:pt idx="11">
                  <c:v>44365</c:v>
                </c:pt>
                <c:pt idx="12">
                  <c:v>44372</c:v>
                </c:pt>
                <c:pt idx="13">
                  <c:v>44379</c:v>
                </c:pt>
                <c:pt idx="14">
                  <c:v>44386</c:v>
                </c:pt>
                <c:pt idx="15">
                  <c:v>44393</c:v>
                </c:pt>
                <c:pt idx="16">
                  <c:v>44400</c:v>
                </c:pt>
                <c:pt idx="17">
                  <c:v>44407</c:v>
                </c:pt>
              </c:numCache>
            </c:numRef>
          </c:cat>
          <c:val>
            <c:numRef>
              <c:f>Sheet1!$C$2:$C$19</c:f>
              <c:numCache>
                <c:formatCode>General</c:formatCode>
                <c:ptCount val="18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F66-4CCB-B692-3E34C717E7C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Detroit</c:v>
                </c:pt>
              </c:strCache>
            </c:strRef>
          </c:tx>
          <c:spPr>
            <a:ln w="2222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Sheet1!$A$2:$A$19</c:f>
              <c:numCache>
                <c:formatCode>dd\-mmm</c:formatCode>
                <c:ptCount val="18"/>
                <c:pt idx="0">
                  <c:v>44288</c:v>
                </c:pt>
                <c:pt idx="1">
                  <c:v>44295</c:v>
                </c:pt>
                <c:pt idx="2">
                  <c:v>44302</c:v>
                </c:pt>
                <c:pt idx="3">
                  <c:v>44309</c:v>
                </c:pt>
                <c:pt idx="4">
                  <c:v>44316</c:v>
                </c:pt>
                <c:pt idx="5">
                  <c:v>44323</c:v>
                </c:pt>
                <c:pt idx="6">
                  <c:v>44330</c:v>
                </c:pt>
                <c:pt idx="7">
                  <c:v>44337</c:v>
                </c:pt>
                <c:pt idx="8">
                  <c:v>44344</c:v>
                </c:pt>
                <c:pt idx="9">
                  <c:v>44351</c:v>
                </c:pt>
                <c:pt idx="10">
                  <c:v>44358</c:v>
                </c:pt>
                <c:pt idx="11">
                  <c:v>44365</c:v>
                </c:pt>
                <c:pt idx="12">
                  <c:v>44372</c:v>
                </c:pt>
                <c:pt idx="13">
                  <c:v>44379</c:v>
                </c:pt>
                <c:pt idx="14">
                  <c:v>44386</c:v>
                </c:pt>
                <c:pt idx="15">
                  <c:v>44393</c:v>
                </c:pt>
                <c:pt idx="16">
                  <c:v>44400</c:v>
                </c:pt>
                <c:pt idx="17">
                  <c:v>44407</c:v>
                </c:pt>
              </c:numCache>
            </c:numRef>
          </c:cat>
          <c:val>
            <c:numRef>
              <c:f>Sheet1!$D$2:$D$19</c:f>
              <c:numCache>
                <c:formatCode>General</c:formatCode>
                <c:ptCount val="18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F66-4CCB-B692-3E34C717E7CA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Ann Arbor</c:v>
                </c:pt>
              </c:strCache>
            </c:strRef>
          </c:tx>
          <c:spPr>
            <a:ln w="2222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numRef>
              <c:f>Sheet1!$A$2:$A$19</c:f>
              <c:numCache>
                <c:formatCode>dd\-mmm</c:formatCode>
                <c:ptCount val="18"/>
                <c:pt idx="0">
                  <c:v>44288</c:v>
                </c:pt>
                <c:pt idx="1">
                  <c:v>44295</c:v>
                </c:pt>
                <c:pt idx="2">
                  <c:v>44302</c:v>
                </c:pt>
                <c:pt idx="3">
                  <c:v>44309</c:v>
                </c:pt>
                <c:pt idx="4">
                  <c:v>44316</c:v>
                </c:pt>
                <c:pt idx="5">
                  <c:v>44323</c:v>
                </c:pt>
                <c:pt idx="6">
                  <c:v>44330</c:v>
                </c:pt>
                <c:pt idx="7">
                  <c:v>44337</c:v>
                </c:pt>
                <c:pt idx="8">
                  <c:v>44344</c:v>
                </c:pt>
                <c:pt idx="9">
                  <c:v>44351</c:v>
                </c:pt>
                <c:pt idx="10">
                  <c:v>44358</c:v>
                </c:pt>
                <c:pt idx="11">
                  <c:v>44365</c:v>
                </c:pt>
                <c:pt idx="12">
                  <c:v>44372</c:v>
                </c:pt>
                <c:pt idx="13">
                  <c:v>44379</c:v>
                </c:pt>
                <c:pt idx="14">
                  <c:v>44386</c:v>
                </c:pt>
                <c:pt idx="15">
                  <c:v>44393</c:v>
                </c:pt>
                <c:pt idx="16">
                  <c:v>44400</c:v>
                </c:pt>
                <c:pt idx="17">
                  <c:v>44407</c:v>
                </c:pt>
              </c:numCache>
            </c:numRef>
          </c:cat>
          <c:val>
            <c:numRef>
              <c:f>Sheet1!$E$2:$E$19</c:f>
              <c:numCache>
                <c:formatCode>General</c:formatCode>
                <c:ptCount val="18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7F66-4CCB-B692-3E34C717E7CA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Columbus</c:v>
                </c:pt>
              </c:strCache>
            </c:strRef>
          </c:tx>
          <c:spPr>
            <a:ln w="2222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numRef>
              <c:f>Sheet1!$A$2:$A$19</c:f>
              <c:numCache>
                <c:formatCode>dd\-mmm</c:formatCode>
                <c:ptCount val="18"/>
                <c:pt idx="0">
                  <c:v>44288</c:v>
                </c:pt>
                <c:pt idx="1">
                  <c:v>44295</c:v>
                </c:pt>
                <c:pt idx="2">
                  <c:v>44302</c:v>
                </c:pt>
                <c:pt idx="3">
                  <c:v>44309</c:v>
                </c:pt>
                <c:pt idx="4">
                  <c:v>44316</c:v>
                </c:pt>
                <c:pt idx="5">
                  <c:v>44323</c:v>
                </c:pt>
                <c:pt idx="6">
                  <c:v>44330</c:v>
                </c:pt>
                <c:pt idx="7">
                  <c:v>44337</c:v>
                </c:pt>
                <c:pt idx="8">
                  <c:v>44344</c:v>
                </c:pt>
                <c:pt idx="9">
                  <c:v>44351</c:v>
                </c:pt>
                <c:pt idx="10">
                  <c:v>44358</c:v>
                </c:pt>
                <c:pt idx="11">
                  <c:v>44365</c:v>
                </c:pt>
                <c:pt idx="12">
                  <c:v>44372</c:v>
                </c:pt>
                <c:pt idx="13">
                  <c:v>44379</c:v>
                </c:pt>
                <c:pt idx="14">
                  <c:v>44386</c:v>
                </c:pt>
                <c:pt idx="15">
                  <c:v>44393</c:v>
                </c:pt>
                <c:pt idx="16">
                  <c:v>44400</c:v>
                </c:pt>
                <c:pt idx="17">
                  <c:v>44407</c:v>
                </c:pt>
              </c:numCache>
            </c:numRef>
          </c:cat>
          <c:val>
            <c:numRef>
              <c:f>Sheet1!$F$2:$F$19</c:f>
              <c:numCache>
                <c:formatCode>General</c:formatCode>
                <c:ptCount val="18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7F66-4CCB-B692-3E34C717E7CA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Indianapolis</c:v>
                </c:pt>
              </c:strCache>
            </c:strRef>
          </c:tx>
          <c:spPr>
            <a:ln w="22225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cat>
            <c:numRef>
              <c:f>Sheet1!$A$2:$A$19</c:f>
              <c:numCache>
                <c:formatCode>dd\-mmm</c:formatCode>
                <c:ptCount val="18"/>
                <c:pt idx="0">
                  <c:v>44288</c:v>
                </c:pt>
                <c:pt idx="1">
                  <c:v>44295</c:v>
                </c:pt>
                <c:pt idx="2">
                  <c:v>44302</c:v>
                </c:pt>
                <c:pt idx="3">
                  <c:v>44309</c:v>
                </c:pt>
                <c:pt idx="4">
                  <c:v>44316</c:v>
                </c:pt>
                <c:pt idx="5">
                  <c:v>44323</c:v>
                </c:pt>
                <c:pt idx="6">
                  <c:v>44330</c:v>
                </c:pt>
                <c:pt idx="7">
                  <c:v>44337</c:v>
                </c:pt>
                <c:pt idx="8">
                  <c:v>44344</c:v>
                </c:pt>
                <c:pt idx="9">
                  <c:v>44351</c:v>
                </c:pt>
                <c:pt idx="10">
                  <c:v>44358</c:v>
                </c:pt>
                <c:pt idx="11">
                  <c:v>44365</c:v>
                </c:pt>
                <c:pt idx="12">
                  <c:v>44372</c:v>
                </c:pt>
                <c:pt idx="13">
                  <c:v>44379</c:v>
                </c:pt>
                <c:pt idx="14">
                  <c:v>44386</c:v>
                </c:pt>
                <c:pt idx="15">
                  <c:v>44393</c:v>
                </c:pt>
                <c:pt idx="16">
                  <c:v>44400</c:v>
                </c:pt>
                <c:pt idx="17">
                  <c:v>44407</c:v>
                </c:pt>
              </c:numCache>
            </c:numRef>
          </c:cat>
          <c:val>
            <c:numRef>
              <c:f>Sheet1!$G$2:$G$19</c:f>
              <c:numCache>
                <c:formatCode>General</c:formatCode>
                <c:ptCount val="18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7F66-4CCB-B692-3E34C717E7CA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Chicago South</c:v>
                </c:pt>
              </c:strCache>
            </c:strRef>
          </c:tx>
          <c:spPr>
            <a:ln w="22225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Sheet1!$A$2:$A$19</c:f>
              <c:numCache>
                <c:formatCode>dd\-mmm</c:formatCode>
                <c:ptCount val="18"/>
                <c:pt idx="0">
                  <c:v>44288</c:v>
                </c:pt>
                <c:pt idx="1">
                  <c:v>44295</c:v>
                </c:pt>
                <c:pt idx="2">
                  <c:v>44302</c:v>
                </c:pt>
                <c:pt idx="3">
                  <c:v>44309</c:v>
                </c:pt>
                <c:pt idx="4">
                  <c:v>44316</c:v>
                </c:pt>
                <c:pt idx="5">
                  <c:v>44323</c:v>
                </c:pt>
                <c:pt idx="6">
                  <c:v>44330</c:v>
                </c:pt>
                <c:pt idx="7">
                  <c:v>44337</c:v>
                </c:pt>
                <c:pt idx="8">
                  <c:v>44344</c:v>
                </c:pt>
                <c:pt idx="9">
                  <c:v>44351</c:v>
                </c:pt>
                <c:pt idx="10">
                  <c:v>44358</c:v>
                </c:pt>
                <c:pt idx="11">
                  <c:v>44365</c:v>
                </c:pt>
                <c:pt idx="12">
                  <c:v>44372</c:v>
                </c:pt>
                <c:pt idx="13">
                  <c:v>44379</c:v>
                </c:pt>
                <c:pt idx="14">
                  <c:v>44386</c:v>
                </c:pt>
                <c:pt idx="15">
                  <c:v>44393</c:v>
                </c:pt>
                <c:pt idx="16">
                  <c:v>44400</c:v>
                </c:pt>
                <c:pt idx="17">
                  <c:v>44407</c:v>
                </c:pt>
              </c:numCache>
            </c:numRef>
          </c:cat>
          <c:val>
            <c:numRef>
              <c:f>Sheet1!$H$2:$H$19</c:f>
              <c:numCache>
                <c:formatCode>General</c:formatCode>
                <c:ptCount val="18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7F66-4CCB-B692-3E34C717E7CA}"/>
            </c:ext>
          </c:extLst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Chicago North</c:v>
                </c:pt>
              </c:strCache>
            </c:strRef>
          </c:tx>
          <c:spPr>
            <a:ln w="22225" cap="rnd">
              <a:solidFill>
                <a:srgbClr val="00B050"/>
              </a:solidFill>
              <a:round/>
            </a:ln>
            <a:effectLst/>
          </c:spPr>
          <c:marker>
            <c:symbol val="none"/>
          </c:marker>
          <c:cat>
            <c:numRef>
              <c:f>Sheet1!$A$2:$A$19</c:f>
              <c:numCache>
                <c:formatCode>dd\-mmm</c:formatCode>
                <c:ptCount val="18"/>
                <c:pt idx="0">
                  <c:v>44288</c:v>
                </c:pt>
                <c:pt idx="1">
                  <c:v>44295</c:v>
                </c:pt>
                <c:pt idx="2">
                  <c:v>44302</c:v>
                </c:pt>
                <c:pt idx="3">
                  <c:v>44309</c:v>
                </c:pt>
                <c:pt idx="4">
                  <c:v>44316</c:v>
                </c:pt>
                <c:pt idx="5">
                  <c:v>44323</c:v>
                </c:pt>
                <c:pt idx="6">
                  <c:v>44330</c:v>
                </c:pt>
                <c:pt idx="7">
                  <c:v>44337</c:v>
                </c:pt>
                <c:pt idx="8">
                  <c:v>44344</c:v>
                </c:pt>
                <c:pt idx="9">
                  <c:v>44351</c:v>
                </c:pt>
                <c:pt idx="10">
                  <c:v>44358</c:v>
                </c:pt>
                <c:pt idx="11">
                  <c:v>44365</c:v>
                </c:pt>
                <c:pt idx="12">
                  <c:v>44372</c:v>
                </c:pt>
                <c:pt idx="13">
                  <c:v>44379</c:v>
                </c:pt>
                <c:pt idx="14">
                  <c:v>44386</c:v>
                </c:pt>
                <c:pt idx="15">
                  <c:v>44393</c:v>
                </c:pt>
                <c:pt idx="16">
                  <c:v>44400</c:v>
                </c:pt>
                <c:pt idx="17">
                  <c:v>44407</c:v>
                </c:pt>
              </c:numCache>
            </c:numRef>
          </c:cat>
          <c:val>
            <c:numRef>
              <c:f>Sheet1!$I$2:$I$19</c:f>
              <c:numCache>
                <c:formatCode>General</c:formatCode>
                <c:ptCount val="18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7F66-4CCB-B692-3E34C717E7CA}"/>
            </c:ext>
          </c:extLst>
        </c:ser>
        <c:ser>
          <c:idx val="8"/>
          <c:order val="8"/>
          <c:tx>
            <c:strRef>
              <c:f>Sheet1!$J$1</c:f>
              <c:strCache>
                <c:ptCount val="1"/>
                <c:pt idx="0">
                  <c:v>Milwaukee</c:v>
                </c:pt>
              </c:strCache>
            </c:strRef>
          </c:tx>
          <c:spPr>
            <a:ln w="22225" cap="rnd">
              <a:solidFill>
                <a:schemeClr val="accent3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Sheet1!$A$2:$A$19</c:f>
              <c:numCache>
                <c:formatCode>dd\-mmm</c:formatCode>
                <c:ptCount val="18"/>
                <c:pt idx="0">
                  <c:v>44288</c:v>
                </c:pt>
                <c:pt idx="1">
                  <c:v>44295</c:v>
                </c:pt>
                <c:pt idx="2">
                  <c:v>44302</c:v>
                </c:pt>
                <c:pt idx="3">
                  <c:v>44309</c:v>
                </c:pt>
                <c:pt idx="4">
                  <c:v>44316</c:v>
                </c:pt>
                <c:pt idx="5">
                  <c:v>44323</c:v>
                </c:pt>
                <c:pt idx="6">
                  <c:v>44330</c:v>
                </c:pt>
                <c:pt idx="7">
                  <c:v>44337</c:v>
                </c:pt>
                <c:pt idx="8">
                  <c:v>44344</c:v>
                </c:pt>
                <c:pt idx="9">
                  <c:v>44351</c:v>
                </c:pt>
                <c:pt idx="10">
                  <c:v>44358</c:v>
                </c:pt>
                <c:pt idx="11">
                  <c:v>44365</c:v>
                </c:pt>
                <c:pt idx="12">
                  <c:v>44372</c:v>
                </c:pt>
                <c:pt idx="13">
                  <c:v>44379</c:v>
                </c:pt>
                <c:pt idx="14">
                  <c:v>44386</c:v>
                </c:pt>
                <c:pt idx="15">
                  <c:v>44393</c:v>
                </c:pt>
                <c:pt idx="16">
                  <c:v>44400</c:v>
                </c:pt>
                <c:pt idx="17">
                  <c:v>44407</c:v>
                </c:pt>
              </c:numCache>
            </c:numRef>
          </c:cat>
          <c:val>
            <c:numRef>
              <c:f>Sheet1!$J$2:$J$19</c:f>
              <c:numCache>
                <c:formatCode>General</c:formatCode>
                <c:ptCount val="18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7F66-4CCB-B692-3E34C717E7CA}"/>
            </c:ext>
          </c:extLst>
        </c:ser>
        <c:ser>
          <c:idx val="9"/>
          <c:order val="9"/>
          <c:tx>
            <c:strRef>
              <c:f>Sheet1!$K$1</c:f>
              <c:strCache>
                <c:ptCount val="1"/>
                <c:pt idx="0">
                  <c:v>St. Paul</c:v>
                </c:pt>
              </c:strCache>
            </c:strRef>
          </c:tx>
          <c:spPr>
            <a:ln w="22225" cap="rnd">
              <a:solidFill>
                <a:srgbClr val="FFC000"/>
              </a:solidFill>
              <a:round/>
            </a:ln>
            <a:effectLst/>
          </c:spPr>
          <c:marker>
            <c:symbol val="none"/>
          </c:marker>
          <c:cat>
            <c:numRef>
              <c:f>Sheet1!$A$2:$A$19</c:f>
              <c:numCache>
                <c:formatCode>dd\-mmm</c:formatCode>
                <c:ptCount val="18"/>
                <c:pt idx="0">
                  <c:v>44288</c:v>
                </c:pt>
                <c:pt idx="1">
                  <c:v>44295</c:v>
                </c:pt>
                <c:pt idx="2">
                  <c:v>44302</c:v>
                </c:pt>
                <c:pt idx="3">
                  <c:v>44309</c:v>
                </c:pt>
                <c:pt idx="4">
                  <c:v>44316</c:v>
                </c:pt>
                <c:pt idx="5">
                  <c:v>44323</c:v>
                </c:pt>
                <c:pt idx="6">
                  <c:v>44330</c:v>
                </c:pt>
                <c:pt idx="7">
                  <c:v>44337</c:v>
                </c:pt>
                <c:pt idx="8">
                  <c:v>44344</c:v>
                </c:pt>
                <c:pt idx="9">
                  <c:v>44351</c:v>
                </c:pt>
                <c:pt idx="10">
                  <c:v>44358</c:v>
                </c:pt>
                <c:pt idx="11">
                  <c:v>44365</c:v>
                </c:pt>
                <c:pt idx="12">
                  <c:v>44372</c:v>
                </c:pt>
                <c:pt idx="13">
                  <c:v>44379</c:v>
                </c:pt>
                <c:pt idx="14">
                  <c:v>44386</c:v>
                </c:pt>
                <c:pt idx="15">
                  <c:v>44393</c:v>
                </c:pt>
                <c:pt idx="16">
                  <c:v>44400</c:v>
                </c:pt>
                <c:pt idx="17">
                  <c:v>44407</c:v>
                </c:pt>
              </c:numCache>
            </c:numRef>
          </c:cat>
          <c:val>
            <c:numRef>
              <c:f>Sheet1!$K$2:$K$19</c:f>
              <c:numCache>
                <c:formatCode>General</c:formatCode>
                <c:ptCount val="18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9-7F66-4CCB-B692-3E34C717E7CA}"/>
            </c:ext>
          </c:extLst>
        </c:ser>
        <c:ser>
          <c:idx val="10"/>
          <c:order val="10"/>
          <c:tx>
            <c:strRef>
              <c:f>Sheet1!$L$1</c:f>
              <c:strCache>
                <c:ptCount val="1"/>
                <c:pt idx="0">
                  <c:v>Omaha</c:v>
                </c:pt>
              </c:strCache>
            </c:strRef>
          </c:tx>
          <c:spPr>
            <a:ln w="28575" cap="rnd">
              <a:solidFill>
                <a:srgbClr val="7030A0"/>
              </a:solidFill>
              <a:round/>
            </a:ln>
            <a:effectLst/>
          </c:spPr>
          <c:marker>
            <c:symbol val="none"/>
          </c:marker>
          <c:cat>
            <c:numRef>
              <c:f>Sheet1!$A$2:$A$19</c:f>
              <c:numCache>
                <c:formatCode>dd\-mmm</c:formatCode>
                <c:ptCount val="18"/>
                <c:pt idx="0">
                  <c:v>44288</c:v>
                </c:pt>
                <c:pt idx="1">
                  <c:v>44295</c:v>
                </c:pt>
                <c:pt idx="2">
                  <c:v>44302</c:v>
                </c:pt>
                <c:pt idx="3">
                  <c:v>44309</c:v>
                </c:pt>
                <c:pt idx="4">
                  <c:v>44316</c:v>
                </c:pt>
                <c:pt idx="5">
                  <c:v>44323</c:v>
                </c:pt>
                <c:pt idx="6">
                  <c:v>44330</c:v>
                </c:pt>
                <c:pt idx="7">
                  <c:v>44337</c:v>
                </c:pt>
                <c:pt idx="8">
                  <c:v>44344</c:v>
                </c:pt>
                <c:pt idx="9">
                  <c:v>44351</c:v>
                </c:pt>
                <c:pt idx="10">
                  <c:v>44358</c:v>
                </c:pt>
                <c:pt idx="11">
                  <c:v>44365</c:v>
                </c:pt>
                <c:pt idx="12">
                  <c:v>44372</c:v>
                </c:pt>
                <c:pt idx="13">
                  <c:v>44379</c:v>
                </c:pt>
                <c:pt idx="14">
                  <c:v>44386</c:v>
                </c:pt>
                <c:pt idx="15">
                  <c:v>44393</c:v>
                </c:pt>
                <c:pt idx="16">
                  <c:v>44400</c:v>
                </c:pt>
                <c:pt idx="17">
                  <c:v>44407</c:v>
                </c:pt>
              </c:numCache>
            </c:numRef>
          </c:cat>
          <c:val>
            <c:numRef>
              <c:f>Sheet1!$L$2:$L$19</c:f>
              <c:numCache>
                <c:formatCode>General</c:formatCode>
                <c:ptCount val="18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A-7F66-4CCB-B692-3E34C717E7CA}"/>
            </c:ext>
          </c:extLst>
        </c:ser>
        <c:ser>
          <c:idx val="11"/>
          <c:order val="11"/>
          <c:tx>
            <c:strRef>
              <c:f>Sheet1!$M$1</c:f>
              <c:strCache>
                <c:ptCount val="1"/>
                <c:pt idx="0">
                  <c:v>Minneapolis</c:v>
                </c:pt>
              </c:strCache>
            </c:strRef>
          </c:tx>
          <c:spPr>
            <a:ln w="28575" cap="rnd">
              <a:solidFill>
                <a:schemeClr val="tx2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Sheet1!$A$2:$A$19</c:f>
              <c:numCache>
                <c:formatCode>dd\-mmm</c:formatCode>
                <c:ptCount val="18"/>
                <c:pt idx="0">
                  <c:v>44288</c:v>
                </c:pt>
                <c:pt idx="1">
                  <c:v>44295</c:v>
                </c:pt>
                <c:pt idx="2">
                  <c:v>44302</c:v>
                </c:pt>
                <c:pt idx="3">
                  <c:v>44309</c:v>
                </c:pt>
                <c:pt idx="4">
                  <c:v>44316</c:v>
                </c:pt>
                <c:pt idx="5">
                  <c:v>44323</c:v>
                </c:pt>
                <c:pt idx="6">
                  <c:v>44330</c:v>
                </c:pt>
                <c:pt idx="7">
                  <c:v>44337</c:v>
                </c:pt>
                <c:pt idx="8">
                  <c:v>44344</c:v>
                </c:pt>
                <c:pt idx="9">
                  <c:v>44351</c:v>
                </c:pt>
                <c:pt idx="10">
                  <c:v>44358</c:v>
                </c:pt>
                <c:pt idx="11">
                  <c:v>44365</c:v>
                </c:pt>
                <c:pt idx="12">
                  <c:v>44372</c:v>
                </c:pt>
                <c:pt idx="13">
                  <c:v>44379</c:v>
                </c:pt>
                <c:pt idx="14">
                  <c:v>44386</c:v>
                </c:pt>
                <c:pt idx="15">
                  <c:v>44393</c:v>
                </c:pt>
                <c:pt idx="16">
                  <c:v>44400</c:v>
                </c:pt>
                <c:pt idx="17">
                  <c:v>44407</c:v>
                </c:pt>
              </c:numCache>
            </c:numRef>
          </c:cat>
          <c:val>
            <c:numRef>
              <c:f>Sheet1!$M$2:$M$19</c:f>
              <c:numCache>
                <c:formatCode>General</c:formatCode>
                <c:ptCount val="18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B-7F66-4CCB-B692-3E34C717E7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9160080"/>
        <c:axId val="219157128"/>
      </c:lineChart>
      <c:dateAx>
        <c:axId val="219160080"/>
        <c:scaling>
          <c:orientation val="minMax"/>
        </c:scaling>
        <c:delete val="1"/>
        <c:axPos val="b"/>
        <c:numFmt formatCode="dd\-mmm" sourceLinked="1"/>
        <c:majorTickMark val="none"/>
        <c:minorTickMark val="none"/>
        <c:tickLblPos val="nextTo"/>
        <c:crossAx val="219157128"/>
        <c:crosses val="autoZero"/>
        <c:auto val="1"/>
        <c:lblOffset val="100"/>
        <c:baseTimeUnit val="days"/>
        <c:majorUnit val="7"/>
        <c:majorTimeUnit val="days"/>
      </c:dateAx>
      <c:valAx>
        <c:axId val="219157128"/>
        <c:scaling>
          <c:orientation val="minMax"/>
          <c:min val="0"/>
        </c:scaling>
        <c:delete val="1"/>
        <c:axPos val="l"/>
        <c:numFmt formatCode="0%" sourceLinked="0"/>
        <c:majorTickMark val="none"/>
        <c:minorTickMark val="none"/>
        <c:tickLblPos val="nextTo"/>
        <c:crossAx val="2191600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320" b="0" i="0" u="none" strike="noStrike" kern="1200" spc="0" baseline="0">
                <a:solidFill>
                  <a:schemeClr val="accent6"/>
                </a:solidFill>
                <a:latin typeface="Trebuchet MS" panose="020B0603020202020204" pitchFamily="34" charset="0"/>
                <a:ea typeface="+mn-ea"/>
                <a:cs typeface="+mn-cs"/>
              </a:defRPr>
            </a:pPr>
            <a:r>
              <a:rPr lang="en-US" dirty="0"/>
              <a:t>Region Vials Growth % (West)w.e(06/07)</a:t>
            </a:r>
          </a:p>
        </c:rich>
      </c:tx>
      <c:layout>
        <c:manualLayout>
          <c:xMode val="edge"/>
          <c:yMode val="edge"/>
          <c:x val="0.16420473150345855"/>
          <c:y val="4.932325773813053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320" b="0" i="0" u="none" strike="noStrike" kern="1200" spc="0" baseline="0">
              <a:solidFill>
                <a:schemeClr val="accent6"/>
              </a:solidFill>
              <a:latin typeface="Trebuchet MS" panose="020B0603020202020204" pitchFamily="34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2293854891908415"/>
          <c:y val="0.23854918636997074"/>
          <c:w val="0.8377324289722764"/>
          <c:h val="0.3425410222701291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R13W</c:v>
                </c:pt>
              </c:strCache>
            </c:strRef>
          </c:tx>
          <c:spPr>
            <a:solidFill>
              <a:srgbClr val="FFC000"/>
            </a:solidFill>
            <a:ln>
              <a:solidFill>
                <a:srgbClr val="000000"/>
              </a:solidFill>
            </a:ln>
            <a:effectLst/>
          </c:spPr>
          <c:invertIfNegative val="0"/>
          <c:dLbls>
            <c:dLbl>
              <c:idx val="0"/>
              <c:layout>
                <c:manualLayout>
                  <c:x val="0"/>
                  <c:y val="1.549966275012016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FE1B-4E86-99A8-EF448EFC700B}"/>
                </c:ext>
              </c:extLst>
            </c:dLbl>
            <c:dLbl>
              <c:idx val="1"/>
              <c:layout>
                <c:manualLayout>
                  <c:x val="2.2797689355453675E-3"/>
                  <c:y val="2.583277125020035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E1B-4E86-99A8-EF448EFC700B}"/>
                </c:ext>
              </c:extLst>
            </c:dLbl>
            <c:dLbl>
              <c:idx val="2"/>
              <c:layout>
                <c:manualLayout>
                  <c:x val="2.2797689355453675E-3"/>
                  <c:y val="1.549959376787914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FE1B-4E86-99A8-EF448EFC700B}"/>
                </c:ext>
              </c:extLst>
            </c:dLbl>
            <c:dLbl>
              <c:idx val="3"/>
              <c:layout>
                <c:manualLayout>
                  <c:x val="-1.1246059661606434E-2"/>
                  <c:y val="2.127759553628917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E1B-4E86-99A8-EF448EFC700B}"/>
                </c:ext>
              </c:extLst>
            </c:dLbl>
            <c:dLbl>
              <c:idx val="4"/>
              <c:layout>
                <c:manualLayout>
                  <c:x val="2.2797689355453675E-3"/>
                  <c:y val="2.066621700016028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FE1B-4E86-99A8-EF448EFC700B}"/>
                </c:ext>
              </c:extLst>
            </c:dLbl>
            <c:dLbl>
              <c:idx val="5"/>
              <c:layout>
                <c:manualLayout>
                  <c:x val="2.2797689355453675E-3"/>
                  <c:y val="1.549959376787910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E1B-4E86-99A8-EF448EFC700B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chemeClr val="accent6"/>
                    </a:solidFill>
                    <a:latin typeface="Trebuchet MS" panose="020B0603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West</c:v>
                </c:pt>
                <c:pt idx="1">
                  <c:v>Pacific Northwest</c:v>
                </c:pt>
                <c:pt idx="2">
                  <c:v>SoCAL</c:v>
                </c:pt>
                <c:pt idx="3">
                  <c:v>Rocky Mountains</c:v>
                </c:pt>
                <c:pt idx="4">
                  <c:v>Gulf Plains</c:v>
                </c:pt>
                <c:pt idx="5">
                  <c:v>Texas</c:v>
                </c:pt>
                <c:pt idx="6">
                  <c:v>North Central</c:v>
                </c:pt>
                <c:pt idx="7">
                  <c:v>Great Lakes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-3.072505919421295E-2</c:v>
                </c:pt>
                <c:pt idx="1">
                  <c:v>-1.51854031783402E-2</c:v>
                </c:pt>
                <c:pt idx="2">
                  <c:v>2.3640661938534278E-2</c:v>
                </c:pt>
                <c:pt idx="3">
                  <c:v>-6.9203115638106646E-2</c:v>
                </c:pt>
                <c:pt idx="4">
                  <c:v>-2.2537856555933794E-2</c:v>
                </c:pt>
                <c:pt idx="5">
                  <c:v>-0.10897117296222664</c:v>
                </c:pt>
                <c:pt idx="6">
                  <c:v>8.2872928176795577E-3</c:v>
                </c:pt>
                <c:pt idx="7">
                  <c:v>-2.2167762058594186E-2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E1B-4E86-99A8-EF448EFC700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R4W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2.7051718412485879E-3"/>
                  <c:y val="2.2777695076610177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360C-4B5D-91C1-4F72EC187183}"/>
                </c:ext>
              </c:extLst>
            </c:dLbl>
            <c:dLbl>
              <c:idx val="2"/>
              <c:layout>
                <c:manualLayout>
                  <c:x val="1.6231031047491479E-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43FA-4F2D-959C-4B9ABEDBC5EA}"/>
                </c:ext>
              </c:extLst>
            </c:dLbl>
            <c:dLbl>
              <c:idx val="3"/>
              <c:layout>
                <c:manualLayout>
                  <c:x val="1.8936202888740115E-2"/>
                  <c:y val="4.5555390153219936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60C-4B5D-91C1-4F72EC187183}"/>
                </c:ext>
              </c:extLst>
            </c:dLbl>
            <c:dLbl>
              <c:idx val="4"/>
              <c:layout>
                <c:manualLayout>
                  <c:x val="5.4103436824971757E-3"/>
                  <c:y val="-8.35172504824996E-1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6A4B-423F-9D8E-2E66AC4CCEBF}"/>
                </c:ext>
              </c:extLst>
            </c:dLbl>
            <c:dLbl>
              <c:idx val="6"/>
              <c:layout>
                <c:manualLayout>
                  <c:x val="2.9756890253734469E-2"/>
                  <c:y val="4.5555390153220352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05CD-4415-80B1-DE044E13D854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accent6"/>
                    </a:solidFill>
                    <a:latin typeface="Trebuchet MS" panose="020B0603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West</c:v>
                </c:pt>
                <c:pt idx="1">
                  <c:v>Pacific Northwest</c:v>
                </c:pt>
                <c:pt idx="2">
                  <c:v>SoCAL</c:v>
                </c:pt>
                <c:pt idx="3">
                  <c:v>Rocky Mountains</c:v>
                </c:pt>
                <c:pt idx="4">
                  <c:v>Gulf Plains</c:v>
                </c:pt>
                <c:pt idx="5">
                  <c:v>Texas</c:v>
                </c:pt>
                <c:pt idx="6">
                  <c:v>North Central</c:v>
                </c:pt>
                <c:pt idx="7">
                  <c:v>Great Lakes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-0.21625561191767248</c:v>
                </c:pt>
                <c:pt idx="1">
                  <c:v>-0.24263923377084073</c:v>
                </c:pt>
                <c:pt idx="2">
                  <c:v>-0.25436727737537279</c:v>
                </c:pt>
                <c:pt idx="3">
                  <c:v>-0.24387947269303201</c:v>
                </c:pt>
                <c:pt idx="4">
                  <c:v>-0.16101055806938158</c:v>
                </c:pt>
                <c:pt idx="5">
                  <c:v>-0.23151909017059302</c:v>
                </c:pt>
                <c:pt idx="6">
                  <c:v>-0.24099999999999999</c:v>
                </c:pt>
                <c:pt idx="7">
                  <c:v>-0.15689843465598835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60C-4B5D-91C1-4F72EC18718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17900936"/>
        <c:axId val="917894704"/>
      </c:barChart>
      <c:catAx>
        <c:axId val="9179009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accent6"/>
                </a:solidFill>
                <a:latin typeface="Trebuchet MS" panose="020B0603020202020204" pitchFamily="34" charset="0"/>
                <a:ea typeface="+mn-ea"/>
                <a:cs typeface="+mn-cs"/>
              </a:defRPr>
            </a:pPr>
            <a:endParaRPr lang="en-US"/>
          </a:p>
        </c:txPr>
        <c:crossAx val="917894704"/>
        <c:crosses val="autoZero"/>
        <c:auto val="0"/>
        <c:lblAlgn val="ctr"/>
        <c:lblOffset val="100"/>
        <c:noMultiLvlLbl val="0"/>
      </c:catAx>
      <c:valAx>
        <c:axId val="917894704"/>
        <c:scaling>
          <c:orientation val="minMax"/>
          <c:max val="0.30000000000000004"/>
          <c:min val="-0.4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accent6"/>
                </a:solidFill>
                <a:latin typeface="Trebuchet MS" panose="020B0603020202020204" pitchFamily="34" charset="0"/>
                <a:ea typeface="+mn-ea"/>
                <a:cs typeface="+mn-cs"/>
              </a:defRPr>
            </a:pPr>
            <a:endParaRPr lang="en-US"/>
          </a:p>
        </c:txPr>
        <c:crossAx val="917900936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36795401861982546"/>
          <c:y val="0.15115530442164377"/>
          <c:w val="0.26409196276034907"/>
          <c:h val="0.1208151716988678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accent6"/>
              </a:solidFill>
              <a:latin typeface="Trebuchet MS" panose="020B0603020202020204" pitchFamily="34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100">
          <a:solidFill>
            <a:schemeClr val="accent6"/>
          </a:solidFill>
          <a:latin typeface="Trebuchet MS" panose="020B0603020202020204" pitchFamily="34" charset="0"/>
        </a:defRPr>
      </a:pPr>
      <a:endParaRPr lang="en-US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accent6"/>
                </a:solidFill>
                <a:latin typeface="Trebuchet MS" panose="020B0603020202020204" pitchFamily="34" charset="0"/>
                <a:ea typeface="+mn-ea"/>
                <a:cs typeface="+mn-cs"/>
              </a:defRPr>
            </a:pPr>
            <a:r>
              <a:rPr lang="en-US" sz="1200" b="1" dirty="0">
                <a:latin typeface="Trebuchet MS" panose="020B0603020202020204" pitchFamily="34" charset="0"/>
              </a:rPr>
              <a:t>Weekly Region Vials Sales</a:t>
            </a:r>
            <a:r>
              <a:rPr lang="en-US" sz="1200" b="0" i="0" u="none" strike="noStrike" baseline="30000" dirty="0">
                <a:effectLst/>
                <a:latin typeface="Trebuchet MS" panose="020B0603020202020204" pitchFamily="34" charset="0"/>
              </a:rPr>
              <a:t>1 </a:t>
            </a:r>
            <a:r>
              <a:rPr lang="en-US" sz="1200" b="1" i="0" u="none" strike="noStrike" kern="1200" spc="0" baseline="0" dirty="0">
                <a:solidFill>
                  <a:srgbClr val="000000"/>
                </a:solidFill>
                <a:latin typeface="Trebuchet MS" panose="020B0603020202020204" pitchFamily="34" charset="0"/>
              </a:rPr>
              <a:t>(West)</a:t>
            </a:r>
            <a:endParaRPr lang="en-US" sz="1200" b="1" dirty="0">
              <a:latin typeface="Trebuchet MS" panose="020B060302020202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accent6"/>
              </a:solidFill>
              <a:latin typeface="Trebuchet MS" panose="020B0603020202020204" pitchFamily="34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033422848670015"/>
          <c:y val="0.28647078781409191"/>
          <c:w val="0.87158025684199947"/>
          <c:h val="0.5286096924557730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Regional Avg</c:v>
                </c:pt>
              </c:strCache>
            </c:strRef>
          </c:tx>
          <c:spPr>
            <a:ln w="28575" cap="rnd">
              <a:solidFill>
                <a:schemeClr val="accent1">
                  <a:lumMod val="50000"/>
                </a:schemeClr>
              </a:solidFill>
              <a:prstDash val="sysDash"/>
              <a:round/>
            </a:ln>
            <a:effectLst/>
          </c:spPr>
          <c:marker>
            <c:symbol val="none"/>
          </c:marker>
          <c:cat>
            <c:strRef>
              <c:f>Sheet1!$A$2:$A$24</c:f>
              <c:strCache>
                <c:ptCount val="23"/>
                <c:pt idx="0">
                  <c:v>05-Jan</c:v>
                </c:pt>
                <c:pt idx="1">
                  <c:v>12-Jan</c:v>
                </c:pt>
                <c:pt idx="2">
                  <c:v>19-Jan</c:v>
                </c:pt>
                <c:pt idx="3">
                  <c:v>26-Jan</c:v>
                </c:pt>
                <c:pt idx="4">
                  <c:v>02-Feb</c:v>
                </c:pt>
                <c:pt idx="5">
                  <c:v>09-Feb</c:v>
                </c:pt>
                <c:pt idx="6">
                  <c:v>16-Feb</c:v>
                </c:pt>
                <c:pt idx="7">
                  <c:v>23-Feb</c:v>
                </c:pt>
                <c:pt idx="8">
                  <c:v>01-Mar</c:v>
                </c:pt>
                <c:pt idx="9">
                  <c:v>08-Mar</c:v>
                </c:pt>
                <c:pt idx="10">
                  <c:v>15-Mar</c:v>
                </c:pt>
                <c:pt idx="11">
                  <c:v>22-Mar</c:v>
                </c:pt>
                <c:pt idx="12">
                  <c:v>29-Mar</c:v>
                </c:pt>
                <c:pt idx="13">
                  <c:v>05-Apr</c:v>
                </c:pt>
                <c:pt idx="14">
                  <c:v>12-Apr</c:v>
                </c:pt>
                <c:pt idx="15">
                  <c:v>19-Apr</c:v>
                </c:pt>
                <c:pt idx="16">
                  <c:v>26-Apr</c:v>
                </c:pt>
                <c:pt idx="17">
                  <c:v>03-May</c:v>
                </c:pt>
                <c:pt idx="18">
                  <c:v>10-May</c:v>
                </c:pt>
                <c:pt idx="19">
                  <c:v>17-May</c:v>
                </c:pt>
                <c:pt idx="20">
                  <c:v>24-May</c:v>
                </c:pt>
                <c:pt idx="21">
                  <c:v>31-May</c:v>
                </c:pt>
                <c:pt idx="22">
                  <c:v>07-Jun</c:v>
                </c:pt>
              </c:strCache>
            </c:strRef>
          </c:cat>
          <c:val>
            <c:numRef>
              <c:f>Sheet1!$B$2:$B$24</c:f>
              <c:numCache>
                <c:formatCode>General</c:formatCode>
                <c:ptCount val="23"/>
                <c:pt idx="0">
                  <c:v>562.71428571428567</c:v>
                </c:pt>
                <c:pt idx="1">
                  <c:v>571.71428571428567</c:v>
                </c:pt>
                <c:pt idx="2">
                  <c:v>545</c:v>
                </c:pt>
                <c:pt idx="3">
                  <c:v>581.71428571428567</c:v>
                </c:pt>
                <c:pt idx="4">
                  <c:v>554.71428571428567</c:v>
                </c:pt>
                <c:pt idx="5">
                  <c:v>538</c:v>
                </c:pt>
                <c:pt idx="6">
                  <c:v>578</c:v>
                </c:pt>
                <c:pt idx="7">
                  <c:v>583.71428571428567</c:v>
                </c:pt>
                <c:pt idx="8">
                  <c:v>585.28571428571433</c:v>
                </c:pt>
                <c:pt idx="9">
                  <c:v>535.71428571428567</c:v>
                </c:pt>
                <c:pt idx="10">
                  <c:v>609.28571428571433</c:v>
                </c:pt>
                <c:pt idx="11">
                  <c:v>618</c:v>
                </c:pt>
                <c:pt idx="12">
                  <c:v>626.71428571428567</c:v>
                </c:pt>
                <c:pt idx="13">
                  <c:v>584.42857142857144</c:v>
                </c:pt>
                <c:pt idx="14">
                  <c:v>618.14285714285711</c:v>
                </c:pt>
                <c:pt idx="15">
                  <c:v>602.85714285714289</c:v>
                </c:pt>
                <c:pt idx="16">
                  <c:v>617.28571428571433</c:v>
                </c:pt>
                <c:pt idx="17">
                  <c:v>613.42857142857144</c:v>
                </c:pt>
                <c:pt idx="18">
                  <c:v>616.57142857142856</c:v>
                </c:pt>
                <c:pt idx="19">
                  <c:v>632</c:v>
                </c:pt>
                <c:pt idx="20">
                  <c:v>623.57142857142856</c:v>
                </c:pt>
                <c:pt idx="21">
                  <c:v>614.71428571428567</c:v>
                </c:pt>
                <c:pt idx="22">
                  <c:v>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01A-45D1-A812-CF2FF4E27C7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Pacific Northwest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Sheet1!$A$2:$A$24</c:f>
              <c:strCache>
                <c:ptCount val="23"/>
                <c:pt idx="0">
                  <c:v>05-Jan</c:v>
                </c:pt>
                <c:pt idx="1">
                  <c:v>12-Jan</c:v>
                </c:pt>
                <c:pt idx="2">
                  <c:v>19-Jan</c:v>
                </c:pt>
                <c:pt idx="3">
                  <c:v>26-Jan</c:v>
                </c:pt>
                <c:pt idx="4">
                  <c:v>02-Feb</c:v>
                </c:pt>
                <c:pt idx="5">
                  <c:v>09-Feb</c:v>
                </c:pt>
                <c:pt idx="6">
                  <c:v>16-Feb</c:v>
                </c:pt>
                <c:pt idx="7">
                  <c:v>23-Feb</c:v>
                </c:pt>
                <c:pt idx="8">
                  <c:v>01-Mar</c:v>
                </c:pt>
                <c:pt idx="9">
                  <c:v>08-Mar</c:v>
                </c:pt>
                <c:pt idx="10">
                  <c:v>15-Mar</c:v>
                </c:pt>
                <c:pt idx="11">
                  <c:v>22-Mar</c:v>
                </c:pt>
                <c:pt idx="12">
                  <c:v>29-Mar</c:v>
                </c:pt>
                <c:pt idx="13">
                  <c:v>05-Apr</c:v>
                </c:pt>
                <c:pt idx="14">
                  <c:v>12-Apr</c:v>
                </c:pt>
                <c:pt idx="15">
                  <c:v>19-Apr</c:v>
                </c:pt>
                <c:pt idx="16">
                  <c:v>26-Apr</c:v>
                </c:pt>
                <c:pt idx="17">
                  <c:v>03-May</c:v>
                </c:pt>
                <c:pt idx="18">
                  <c:v>10-May</c:v>
                </c:pt>
                <c:pt idx="19">
                  <c:v>17-May</c:v>
                </c:pt>
                <c:pt idx="20">
                  <c:v>24-May</c:v>
                </c:pt>
                <c:pt idx="21">
                  <c:v>31-May</c:v>
                </c:pt>
                <c:pt idx="22">
                  <c:v>07-Jun</c:v>
                </c:pt>
              </c:strCache>
            </c:strRef>
          </c:cat>
          <c:val>
            <c:numRef>
              <c:f>Sheet1!$C$2:$C$24</c:f>
              <c:numCache>
                <c:formatCode>General</c:formatCode>
                <c:ptCount val="23"/>
                <c:pt idx="0">
                  <c:v>753</c:v>
                </c:pt>
                <c:pt idx="1">
                  <c:v>594</c:v>
                </c:pt>
                <c:pt idx="2">
                  <c:v>663</c:v>
                </c:pt>
                <c:pt idx="3">
                  <c:v>697</c:v>
                </c:pt>
                <c:pt idx="4">
                  <c:v>639</c:v>
                </c:pt>
                <c:pt idx="5">
                  <c:v>597</c:v>
                </c:pt>
                <c:pt idx="6">
                  <c:v>671</c:v>
                </c:pt>
                <c:pt idx="7">
                  <c:v>693</c:v>
                </c:pt>
                <c:pt idx="8">
                  <c:v>700</c:v>
                </c:pt>
                <c:pt idx="9">
                  <c:v>682</c:v>
                </c:pt>
                <c:pt idx="10">
                  <c:v>670</c:v>
                </c:pt>
                <c:pt idx="11">
                  <c:v>725</c:v>
                </c:pt>
                <c:pt idx="12">
                  <c:v>730</c:v>
                </c:pt>
                <c:pt idx="13">
                  <c:v>621</c:v>
                </c:pt>
                <c:pt idx="14">
                  <c:v>666</c:v>
                </c:pt>
                <c:pt idx="15">
                  <c:v>780</c:v>
                </c:pt>
                <c:pt idx="16">
                  <c:v>623</c:v>
                </c:pt>
                <c:pt idx="17">
                  <c:v>680</c:v>
                </c:pt>
                <c:pt idx="18">
                  <c:v>736</c:v>
                </c:pt>
                <c:pt idx="19">
                  <c:v>642</c:v>
                </c:pt>
                <c:pt idx="20">
                  <c:v>671</c:v>
                </c:pt>
                <c:pt idx="21">
                  <c:v>739</c:v>
                </c:pt>
                <c:pt idx="22">
                  <c:v>83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01A-45D1-A812-CF2FF4E27C7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SoCAL</c:v>
                </c:pt>
              </c:strCache>
            </c:strRef>
          </c:tx>
          <c:spPr>
            <a:ln w="28575" cap="rnd">
              <a:solidFill>
                <a:srgbClr val="00B050"/>
              </a:solidFill>
              <a:round/>
            </a:ln>
            <a:effectLst/>
          </c:spPr>
          <c:marker>
            <c:symbol val="none"/>
          </c:marker>
          <c:cat>
            <c:strRef>
              <c:f>Sheet1!$A$2:$A$24</c:f>
              <c:strCache>
                <c:ptCount val="23"/>
                <c:pt idx="0">
                  <c:v>05-Jan</c:v>
                </c:pt>
                <c:pt idx="1">
                  <c:v>12-Jan</c:v>
                </c:pt>
                <c:pt idx="2">
                  <c:v>19-Jan</c:v>
                </c:pt>
                <c:pt idx="3">
                  <c:v>26-Jan</c:v>
                </c:pt>
                <c:pt idx="4">
                  <c:v>02-Feb</c:v>
                </c:pt>
                <c:pt idx="5">
                  <c:v>09-Feb</c:v>
                </c:pt>
                <c:pt idx="6">
                  <c:v>16-Feb</c:v>
                </c:pt>
                <c:pt idx="7">
                  <c:v>23-Feb</c:v>
                </c:pt>
                <c:pt idx="8">
                  <c:v>01-Mar</c:v>
                </c:pt>
                <c:pt idx="9">
                  <c:v>08-Mar</c:v>
                </c:pt>
                <c:pt idx="10">
                  <c:v>15-Mar</c:v>
                </c:pt>
                <c:pt idx="11">
                  <c:v>22-Mar</c:v>
                </c:pt>
                <c:pt idx="12">
                  <c:v>29-Mar</c:v>
                </c:pt>
                <c:pt idx="13">
                  <c:v>05-Apr</c:v>
                </c:pt>
                <c:pt idx="14">
                  <c:v>12-Apr</c:v>
                </c:pt>
                <c:pt idx="15">
                  <c:v>19-Apr</c:v>
                </c:pt>
                <c:pt idx="16">
                  <c:v>26-Apr</c:v>
                </c:pt>
                <c:pt idx="17">
                  <c:v>03-May</c:v>
                </c:pt>
                <c:pt idx="18">
                  <c:v>10-May</c:v>
                </c:pt>
                <c:pt idx="19">
                  <c:v>17-May</c:v>
                </c:pt>
                <c:pt idx="20">
                  <c:v>24-May</c:v>
                </c:pt>
                <c:pt idx="21">
                  <c:v>31-May</c:v>
                </c:pt>
                <c:pt idx="22">
                  <c:v>07-Jun</c:v>
                </c:pt>
              </c:strCache>
            </c:strRef>
          </c:cat>
          <c:val>
            <c:numRef>
              <c:f>Sheet1!$D$2:$D$24</c:f>
              <c:numCache>
                <c:formatCode>General</c:formatCode>
                <c:ptCount val="23"/>
                <c:pt idx="0">
                  <c:v>492</c:v>
                </c:pt>
                <c:pt idx="1">
                  <c:v>460</c:v>
                </c:pt>
                <c:pt idx="2">
                  <c:v>684</c:v>
                </c:pt>
                <c:pt idx="3">
                  <c:v>512</c:v>
                </c:pt>
                <c:pt idx="4">
                  <c:v>486</c:v>
                </c:pt>
                <c:pt idx="5">
                  <c:v>464</c:v>
                </c:pt>
                <c:pt idx="6">
                  <c:v>554</c:v>
                </c:pt>
                <c:pt idx="7">
                  <c:v>504</c:v>
                </c:pt>
                <c:pt idx="8">
                  <c:v>511</c:v>
                </c:pt>
                <c:pt idx="9">
                  <c:v>466</c:v>
                </c:pt>
                <c:pt idx="10">
                  <c:v>578</c:v>
                </c:pt>
                <c:pt idx="11">
                  <c:v>602</c:v>
                </c:pt>
                <c:pt idx="12">
                  <c:v>512</c:v>
                </c:pt>
                <c:pt idx="13">
                  <c:v>583</c:v>
                </c:pt>
                <c:pt idx="14">
                  <c:v>556</c:v>
                </c:pt>
                <c:pt idx="15">
                  <c:v>555</c:v>
                </c:pt>
                <c:pt idx="16">
                  <c:v>566</c:v>
                </c:pt>
                <c:pt idx="17">
                  <c:v>599</c:v>
                </c:pt>
                <c:pt idx="18">
                  <c:v>627</c:v>
                </c:pt>
                <c:pt idx="19">
                  <c:v>571</c:v>
                </c:pt>
                <c:pt idx="20">
                  <c:v>522</c:v>
                </c:pt>
                <c:pt idx="21">
                  <c:v>577</c:v>
                </c:pt>
                <c:pt idx="22">
                  <c:v>80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01A-45D1-A812-CF2FF4E27C7E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Rocky Mountains</c:v>
                </c:pt>
              </c:strCache>
            </c:strRef>
          </c:tx>
          <c:spPr>
            <a:ln w="28575" cap="rnd">
              <a:solidFill>
                <a:srgbClr val="A70619"/>
              </a:solidFill>
              <a:round/>
            </a:ln>
            <a:effectLst/>
          </c:spPr>
          <c:marker>
            <c:symbol val="none"/>
          </c:marker>
          <c:cat>
            <c:strRef>
              <c:f>Sheet1!$A$2:$A$24</c:f>
              <c:strCache>
                <c:ptCount val="23"/>
                <c:pt idx="0">
                  <c:v>05-Jan</c:v>
                </c:pt>
                <c:pt idx="1">
                  <c:v>12-Jan</c:v>
                </c:pt>
                <c:pt idx="2">
                  <c:v>19-Jan</c:v>
                </c:pt>
                <c:pt idx="3">
                  <c:v>26-Jan</c:v>
                </c:pt>
                <c:pt idx="4">
                  <c:v>02-Feb</c:v>
                </c:pt>
                <c:pt idx="5">
                  <c:v>09-Feb</c:v>
                </c:pt>
                <c:pt idx="6">
                  <c:v>16-Feb</c:v>
                </c:pt>
                <c:pt idx="7">
                  <c:v>23-Feb</c:v>
                </c:pt>
                <c:pt idx="8">
                  <c:v>01-Mar</c:v>
                </c:pt>
                <c:pt idx="9">
                  <c:v>08-Mar</c:v>
                </c:pt>
                <c:pt idx="10">
                  <c:v>15-Mar</c:v>
                </c:pt>
                <c:pt idx="11">
                  <c:v>22-Mar</c:v>
                </c:pt>
                <c:pt idx="12">
                  <c:v>29-Mar</c:v>
                </c:pt>
                <c:pt idx="13">
                  <c:v>05-Apr</c:v>
                </c:pt>
                <c:pt idx="14">
                  <c:v>12-Apr</c:v>
                </c:pt>
                <c:pt idx="15">
                  <c:v>19-Apr</c:v>
                </c:pt>
                <c:pt idx="16">
                  <c:v>26-Apr</c:v>
                </c:pt>
                <c:pt idx="17">
                  <c:v>03-May</c:v>
                </c:pt>
                <c:pt idx="18">
                  <c:v>10-May</c:v>
                </c:pt>
                <c:pt idx="19">
                  <c:v>17-May</c:v>
                </c:pt>
                <c:pt idx="20">
                  <c:v>24-May</c:v>
                </c:pt>
                <c:pt idx="21">
                  <c:v>31-May</c:v>
                </c:pt>
                <c:pt idx="22">
                  <c:v>07-Jun</c:v>
                </c:pt>
              </c:strCache>
            </c:strRef>
          </c:cat>
          <c:val>
            <c:numRef>
              <c:f>Sheet1!$E$2:$E$24</c:f>
              <c:numCache>
                <c:formatCode>General</c:formatCode>
                <c:ptCount val="23"/>
                <c:pt idx="0">
                  <c:v>539</c:v>
                </c:pt>
                <c:pt idx="1">
                  <c:v>519</c:v>
                </c:pt>
                <c:pt idx="2">
                  <c:v>502</c:v>
                </c:pt>
                <c:pt idx="3">
                  <c:v>550</c:v>
                </c:pt>
                <c:pt idx="4">
                  <c:v>527</c:v>
                </c:pt>
                <c:pt idx="5">
                  <c:v>448</c:v>
                </c:pt>
                <c:pt idx="6">
                  <c:v>532</c:v>
                </c:pt>
                <c:pt idx="7">
                  <c:v>534</c:v>
                </c:pt>
                <c:pt idx="8">
                  <c:v>493</c:v>
                </c:pt>
                <c:pt idx="9">
                  <c:v>422</c:v>
                </c:pt>
                <c:pt idx="10">
                  <c:v>502</c:v>
                </c:pt>
                <c:pt idx="11">
                  <c:v>412</c:v>
                </c:pt>
                <c:pt idx="12">
                  <c:v>581</c:v>
                </c:pt>
                <c:pt idx="13">
                  <c:v>475</c:v>
                </c:pt>
                <c:pt idx="14">
                  <c:v>514</c:v>
                </c:pt>
                <c:pt idx="15">
                  <c:v>515</c:v>
                </c:pt>
                <c:pt idx="16">
                  <c:v>578</c:v>
                </c:pt>
                <c:pt idx="17">
                  <c:v>484</c:v>
                </c:pt>
                <c:pt idx="18">
                  <c:v>547</c:v>
                </c:pt>
                <c:pt idx="19">
                  <c:v>475</c:v>
                </c:pt>
                <c:pt idx="20">
                  <c:v>542</c:v>
                </c:pt>
                <c:pt idx="21">
                  <c:v>569</c:v>
                </c:pt>
                <c:pt idx="22">
                  <c:v>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A01A-45D1-A812-CF2FF4E27C7E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Gulf Plains</c:v>
                </c:pt>
              </c:strCache>
            </c:strRef>
          </c:tx>
          <c:spPr>
            <a:ln w="28575" cap="rnd">
              <a:solidFill>
                <a:srgbClr val="FFC000"/>
              </a:solidFill>
              <a:round/>
            </a:ln>
            <a:effectLst/>
          </c:spPr>
          <c:marker>
            <c:symbol val="none"/>
          </c:marker>
          <c:cat>
            <c:strRef>
              <c:f>Sheet1!$A$2:$A$24</c:f>
              <c:strCache>
                <c:ptCount val="23"/>
                <c:pt idx="0">
                  <c:v>05-Jan</c:v>
                </c:pt>
                <c:pt idx="1">
                  <c:v>12-Jan</c:v>
                </c:pt>
                <c:pt idx="2">
                  <c:v>19-Jan</c:v>
                </c:pt>
                <c:pt idx="3">
                  <c:v>26-Jan</c:v>
                </c:pt>
                <c:pt idx="4">
                  <c:v>02-Feb</c:v>
                </c:pt>
                <c:pt idx="5">
                  <c:v>09-Feb</c:v>
                </c:pt>
                <c:pt idx="6">
                  <c:v>16-Feb</c:v>
                </c:pt>
                <c:pt idx="7">
                  <c:v>23-Feb</c:v>
                </c:pt>
                <c:pt idx="8">
                  <c:v>01-Mar</c:v>
                </c:pt>
                <c:pt idx="9">
                  <c:v>08-Mar</c:v>
                </c:pt>
                <c:pt idx="10">
                  <c:v>15-Mar</c:v>
                </c:pt>
                <c:pt idx="11">
                  <c:v>22-Mar</c:v>
                </c:pt>
                <c:pt idx="12">
                  <c:v>29-Mar</c:v>
                </c:pt>
                <c:pt idx="13">
                  <c:v>05-Apr</c:v>
                </c:pt>
                <c:pt idx="14">
                  <c:v>12-Apr</c:v>
                </c:pt>
                <c:pt idx="15">
                  <c:v>19-Apr</c:v>
                </c:pt>
                <c:pt idx="16">
                  <c:v>26-Apr</c:v>
                </c:pt>
                <c:pt idx="17">
                  <c:v>03-May</c:v>
                </c:pt>
                <c:pt idx="18">
                  <c:v>10-May</c:v>
                </c:pt>
                <c:pt idx="19">
                  <c:v>17-May</c:v>
                </c:pt>
                <c:pt idx="20">
                  <c:v>24-May</c:v>
                </c:pt>
                <c:pt idx="21">
                  <c:v>31-May</c:v>
                </c:pt>
                <c:pt idx="22">
                  <c:v>07-Jun</c:v>
                </c:pt>
              </c:strCache>
            </c:strRef>
          </c:cat>
          <c:val>
            <c:numRef>
              <c:f>Sheet1!$F$2:$F$24</c:f>
              <c:numCache>
                <c:formatCode>General</c:formatCode>
                <c:ptCount val="23"/>
                <c:pt idx="0">
                  <c:v>595</c:v>
                </c:pt>
                <c:pt idx="1">
                  <c:v>751</c:v>
                </c:pt>
                <c:pt idx="2">
                  <c:v>464</c:v>
                </c:pt>
                <c:pt idx="3">
                  <c:v>622</c:v>
                </c:pt>
                <c:pt idx="4">
                  <c:v>691</c:v>
                </c:pt>
                <c:pt idx="5">
                  <c:v>690</c:v>
                </c:pt>
                <c:pt idx="6">
                  <c:v>594</c:v>
                </c:pt>
                <c:pt idx="7">
                  <c:v>706</c:v>
                </c:pt>
                <c:pt idx="8">
                  <c:v>701</c:v>
                </c:pt>
                <c:pt idx="9">
                  <c:v>676</c:v>
                </c:pt>
                <c:pt idx="10">
                  <c:v>597</c:v>
                </c:pt>
                <c:pt idx="11">
                  <c:v>830</c:v>
                </c:pt>
                <c:pt idx="12">
                  <c:v>821</c:v>
                </c:pt>
                <c:pt idx="13">
                  <c:v>579</c:v>
                </c:pt>
                <c:pt idx="14">
                  <c:v>623</c:v>
                </c:pt>
                <c:pt idx="15">
                  <c:v>666</c:v>
                </c:pt>
                <c:pt idx="16">
                  <c:v>731</c:v>
                </c:pt>
                <c:pt idx="17">
                  <c:v>582</c:v>
                </c:pt>
                <c:pt idx="18">
                  <c:v>673</c:v>
                </c:pt>
                <c:pt idx="19">
                  <c:v>747</c:v>
                </c:pt>
                <c:pt idx="20">
                  <c:v>748</c:v>
                </c:pt>
                <c:pt idx="21">
                  <c:v>672</c:v>
                </c:pt>
                <c:pt idx="22">
                  <c:v>58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A01A-45D1-A812-CF2FF4E27C7E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Texas</c:v>
                </c:pt>
              </c:strCache>
            </c:strRef>
          </c:tx>
          <c:spPr>
            <a:ln w="28575" cap="rnd">
              <a:solidFill>
                <a:schemeClr val="accent4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Sheet1!$A$2:$A$24</c:f>
              <c:strCache>
                <c:ptCount val="23"/>
                <c:pt idx="0">
                  <c:v>05-Jan</c:v>
                </c:pt>
                <c:pt idx="1">
                  <c:v>12-Jan</c:v>
                </c:pt>
                <c:pt idx="2">
                  <c:v>19-Jan</c:v>
                </c:pt>
                <c:pt idx="3">
                  <c:v>26-Jan</c:v>
                </c:pt>
                <c:pt idx="4">
                  <c:v>02-Feb</c:v>
                </c:pt>
                <c:pt idx="5">
                  <c:v>09-Feb</c:v>
                </c:pt>
                <c:pt idx="6">
                  <c:v>16-Feb</c:v>
                </c:pt>
                <c:pt idx="7">
                  <c:v>23-Feb</c:v>
                </c:pt>
                <c:pt idx="8">
                  <c:v>01-Mar</c:v>
                </c:pt>
                <c:pt idx="9">
                  <c:v>08-Mar</c:v>
                </c:pt>
                <c:pt idx="10">
                  <c:v>15-Mar</c:v>
                </c:pt>
                <c:pt idx="11">
                  <c:v>22-Mar</c:v>
                </c:pt>
                <c:pt idx="12">
                  <c:v>29-Mar</c:v>
                </c:pt>
                <c:pt idx="13">
                  <c:v>05-Apr</c:v>
                </c:pt>
                <c:pt idx="14">
                  <c:v>12-Apr</c:v>
                </c:pt>
                <c:pt idx="15">
                  <c:v>19-Apr</c:v>
                </c:pt>
                <c:pt idx="16">
                  <c:v>26-Apr</c:v>
                </c:pt>
                <c:pt idx="17">
                  <c:v>03-May</c:v>
                </c:pt>
                <c:pt idx="18">
                  <c:v>10-May</c:v>
                </c:pt>
                <c:pt idx="19">
                  <c:v>17-May</c:v>
                </c:pt>
                <c:pt idx="20">
                  <c:v>24-May</c:v>
                </c:pt>
                <c:pt idx="21">
                  <c:v>31-May</c:v>
                </c:pt>
                <c:pt idx="22">
                  <c:v>07-Jun</c:v>
                </c:pt>
              </c:strCache>
            </c:strRef>
          </c:cat>
          <c:val>
            <c:numRef>
              <c:f>Sheet1!$G$2:$G$24</c:f>
              <c:numCache>
                <c:formatCode>General</c:formatCode>
                <c:ptCount val="23"/>
                <c:pt idx="0">
                  <c:v>360</c:v>
                </c:pt>
                <c:pt idx="1">
                  <c:v>436</c:v>
                </c:pt>
                <c:pt idx="2">
                  <c:v>311</c:v>
                </c:pt>
                <c:pt idx="3">
                  <c:v>355</c:v>
                </c:pt>
                <c:pt idx="4">
                  <c:v>508</c:v>
                </c:pt>
                <c:pt idx="5">
                  <c:v>392</c:v>
                </c:pt>
                <c:pt idx="6">
                  <c:v>385</c:v>
                </c:pt>
                <c:pt idx="7">
                  <c:v>502</c:v>
                </c:pt>
                <c:pt idx="8">
                  <c:v>458</c:v>
                </c:pt>
                <c:pt idx="9">
                  <c:v>496</c:v>
                </c:pt>
                <c:pt idx="10">
                  <c:v>522</c:v>
                </c:pt>
                <c:pt idx="11">
                  <c:v>496</c:v>
                </c:pt>
                <c:pt idx="12">
                  <c:v>589</c:v>
                </c:pt>
                <c:pt idx="13">
                  <c:v>618</c:v>
                </c:pt>
                <c:pt idx="14">
                  <c:v>592</c:v>
                </c:pt>
                <c:pt idx="15">
                  <c:v>545</c:v>
                </c:pt>
                <c:pt idx="16">
                  <c:v>634</c:v>
                </c:pt>
                <c:pt idx="17">
                  <c:v>690</c:v>
                </c:pt>
                <c:pt idx="18">
                  <c:v>593</c:v>
                </c:pt>
                <c:pt idx="19">
                  <c:v>671</c:v>
                </c:pt>
                <c:pt idx="20">
                  <c:v>729</c:v>
                </c:pt>
                <c:pt idx="21">
                  <c:v>464</c:v>
                </c:pt>
                <c:pt idx="22">
                  <c:v>28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A01A-45D1-A812-CF2FF4E27C7E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North Central</c:v>
                </c:pt>
              </c:strCache>
            </c:strRef>
          </c:tx>
          <c:spPr>
            <a:ln w="28575" cap="rnd">
              <a:solidFill>
                <a:schemeClr val="accent4">
                  <a:lumMod val="60000"/>
                  <a:lumOff val="40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Sheet1!$A$2:$A$24</c:f>
              <c:strCache>
                <c:ptCount val="23"/>
                <c:pt idx="0">
                  <c:v>05-Jan</c:v>
                </c:pt>
                <c:pt idx="1">
                  <c:v>12-Jan</c:v>
                </c:pt>
                <c:pt idx="2">
                  <c:v>19-Jan</c:v>
                </c:pt>
                <c:pt idx="3">
                  <c:v>26-Jan</c:v>
                </c:pt>
                <c:pt idx="4">
                  <c:v>02-Feb</c:v>
                </c:pt>
                <c:pt idx="5">
                  <c:v>09-Feb</c:v>
                </c:pt>
                <c:pt idx="6">
                  <c:v>16-Feb</c:v>
                </c:pt>
                <c:pt idx="7">
                  <c:v>23-Feb</c:v>
                </c:pt>
                <c:pt idx="8">
                  <c:v>01-Mar</c:v>
                </c:pt>
                <c:pt idx="9">
                  <c:v>08-Mar</c:v>
                </c:pt>
                <c:pt idx="10">
                  <c:v>15-Mar</c:v>
                </c:pt>
                <c:pt idx="11">
                  <c:v>22-Mar</c:v>
                </c:pt>
                <c:pt idx="12">
                  <c:v>29-Mar</c:v>
                </c:pt>
                <c:pt idx="13">
                  <c:v>05-Apr</c:v>
                </c:pt>
                <c:pt idx="14">
                  <c:v>12-Apr</c:v>
                </c:pt>
                <c:pt idx="15">
                  <c:v>19-Apr</c:v>
                </c:pt>
                <c:pt idx="16">
                  <c:v>26-Apr</c:v>
                </c:pt>
                <c:pt idx="17">
                  <c:v>03-May</c:v>
                </c:pt>
                <c:pt idx="18">
                  <c:v>10-May</c:v>
                </c:pt>
                <c:pt idx="19">
                  <c:v>17-May</c:v>
                </c:pt>
                <c:pt idx="20">
                  <c:v>24-May</c:v>
                </c:pt>
                <c:pt idx="21">
                  <c:v>31-May</c:v>
                </c:pt>
                <c:pt idx="22">
                  <c:v>07-Jun</c:v>
                </c:pt>
              </c:strCache>
            </c:strRef>
          </c:cat>
          <c:val>
            <c:numRef>
              <c:f>Sheet1!$H$2:$H$24</c:f>
              <c:numCache>
                <c:formatCode>General</c:formatCode>
                <c:ptCount val="23"/>
                <c:pt idx="0">
                  <c:v>500</c:v>
                </c:pt>
                <c:pt idx="1">
                  <c:v>499</c:v>
                </c:pt>
                <c:pt idx="2">
                  <c:v>445</c:v>
                </c:pt>
                <c:pt idx="3">
                  <c:v>527</c:v>
                </c:pt>
                <c:pt idx="4">
                  <c:v>447</c:v>
                </c:pt>
                <c:pt idx="5">
                  <c:v>510</c:v>
                </c:pt>
                <c:pt idx="6">
                  <c:v>481</c:v>
                </c:pt>
                <c:pt idx="7">
                  <c:v>515</c:v>
                </c:pt>
                <c:pt idx="8">
                  <c:v>491</c:v>
                </c:pt>
                <c:pt idx="9">
                  <c:v>450</c:v>
                </c:pt>
                <c:pt idx="10">
                  <c:v>517</c:v>
                </c:pt>
                <c:pt idx="11">
                  <c:v>584</c:v>
                </c:pt>
                <c:pt idx="12">
                  <c:v>468</c:v>
                </c:pt>
                <c:pt idx="13">
                  <c:v>561</c:v>
                </c:pt>
                <c:pt idx="14">
                  <c:v>557</c:v>
                </c:pt>
                <c:pt idx="15">
                  <c:v>504</c:v>
                </c:pt>
                <c:pt idx="16">
                  <c:v>487</c:v>
                </c:pt>
                <c:pt idx="17">
                  <c:v>537</c:v>
                </c:pt>
                <c:pt idx="18">
                  <c:v>472</c:v>
                </c:pt>
                <c:pt idx="19">
                  <c:v>458</c:v>
                </c:pt>
                <c:pt idx="20">
                  <c:v>507</c:v>
                </c:pt>
                <c:pt idx="21">
                  <c:v>534</c:v>
                </c:pt>
                <c:pt idx="22">
                  <c:v>19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A01A-45D1-A812-CF2FF4E27C7E}"/>
            </c:ext>
          </c:extLst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Great Lakes</c:v>
                </c:pt>
              </c:strCache>
            </c:strRef>
          </c:tx>
          <c:spPr>
            <a:ln w="28575" cap="rnd">
              <a:solidFill>
                <a:schemeClr val="tx2">
                  <a:lumMod val="20000"/>
                  <a:lumOff val="80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Sheet1!$A$2:$A$24</c:f>
              <c:strCache>
                <c:ptCount val="23"/>
                <c:pt idx="0">
                  <c:v>05-Jan</c:v>
                </c:pt>
                <c:pt idx="1">
                  <c:v>12-Jan</c:v>
                </c:pt>
                <c:pt idx="2">
                  <c:v>19-Jan</c:v>
                </c:pt>
                <c:pt idx="3">
                  <c:v>26-Jan</c:v>
                </c:pt>
                <c:pt idx="4">
                  <c:v>02-Feb</c:v>
                </c:pt>
                <c:pt idx="5">
                  <c:v>09-Feb</c:v>
                </c:pt>
                <c:pt idx="6">
                  <c:v>16-Feb</c:v>
                </c:pt>
                <c:pt idx="7">
                  <c:v>23-Feb</c:v>
                </c:pt>
                <c:pt idx="8">
                  <c:v>01-Mar</c:v>
                </c:pt>
                <c:pt idx="9">
                  <c:v>08-Mar</c:v>
                </c:pt>
                <c:pt idx="10">
                  <c:v>15-Mar</c:v>
                </c:pt>
                <c:pt idx="11">
                  <c:v>22-Mar</c:v>
                </c:pt>
                <c:pt idx="12">
                  <c:v>29-Mar</c:v>
                </c:pt>
                <c:pt idx="13">
                  <c:v>05-Apr</c:v>
                </c:pt>
                <c:pt idx="14">
                  <c:v>12-Apr</c:v>
                </c:pt>
                <c:pt idx="15">
                  <c:v>19-Apr</c:v>
                </c:pt>
                <c:pt idx="16">
                  <c:v>26-Apr</c:v>
                </c:pt>
                <c:pt idx="17">
                  <c:v>03-May</c:v>
                </c:pt>
                <c:pt idx="18">
                  <c:v>10-May</c:v>
                </c:pt>
                <c:pt idx="19">
                  <c:v>17-May</c:v>
                </c:pt>
                <c:pt idx="20">
                  <c:v>24-May</c:v>
                </c:pt>
                <c:pt idx="21">
                  <c:v>31-May</c:v>
                </c:pt>
                <c:pt idx="22">
                  <c:v>07-Jun</c:v>
                </c:pt>
              </c:strCache>
            </c:strRef>
          </c:cat>
          <c:val>
            <c:numRef>
              <c:f>Sheet1!$I$2:$I$24</c:f>
              <c:numCache>
                <c:formatCode>General</c:formatCode>
                <c:ptCount val="23"/>
                <c:pt idx="0">
                  <c:v>700</c:v>
                </c:pt>
                <c:pt idx="1">
                  <c:v>743</c:v>
                </c:pt>
                <c:pt idx="2">
                  <c:v>746</c:v>
                </c:pt>
                <c:pt idx="3">
                  <c:v>809</c:v>
                </c:pt>
                <c:pt idx="4">
                  <c:v>585</c:v>
                </c:pt>
                <c:pt idx="5">
                  <c:v>665</c:v>
                </c:pt>
                <c:pt idx="6">
                  <c:v>829</c:v>
                </c:pt>
                <c:pt idx="7">
                  <c:v>632</c:v>
                </c:pt>
                <c:pt idx="8">
                  <c:v>743</c:v>
                </c:pt>
                <c:pt idx="9">
                  <c:v>558</c:v>
                </c:pt>
                <c:pt idx="10">
                  <c:v>879</c:v>
                </c:pt>
                <c:pt idx="11">
                  <c:v>677</c:v>
                </c:pt>
                <c:pt idx="12">
                  <c:v>686</c:v>
                </c:pt>
                <c:pt idx="13">
                  <c:v>654</c:v>
                </c:pt>
                <c:pt idx="14">
                  <c:v>819</c:v>
                </c:pt>
                <c:pt idx="15">
                  <c:v>655</c:v>
                </c:pt>
                <c:pt idx="16">
                  <c:v>702</c:v>
                </c:pt>
                <c:pt idx="17">
                  <c:v>722</c:v>
                </c:pt>
                <c:pt idx="18">
                  <c:v>668</c:v>
                </c:pt>
                <c:pt idx="19">
                  <c:v>860</c:v>
                </c:pt>
                <c:pt idx="20">
                  <c:v>646</c:v>
                </c:pt>
                <c:pt idx="21">
                  <c:v>748</c:v>
                </c:pt>
                <c:pt idx="22">
                  <c:v>62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A01A-45D1-A812-CF2FF4E27C7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917900936"/>
        <c:axId val="917894704"/>
      </c:lineChart>
      <c:catAx>
        <c:axId val="9179009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accent6"/>
                </a:solidFill>
                <a:latin typeface="Trebuchet MS" panose="020B0603020202020204" pitchFamily="34" charset="0"/>
                <a:ea typeface="+mn-ea"/>
                <a:cs typeface="+mn-cs"/>
              </a:defRPr>
            </a:pPr>
            <a:endParaRPr lang="en-US"/>
          </a:p>
        </c:txPr>
        <c:crossAx val="917894704"/>
        <c:crosses val="autoZero"/>
        <c:auto val="1"/>
        <c:lblAlgn val="ctr"/>
        <c:lblOffset val="100"/>
        <c:noMultiLvlLbl val="1"/>
      </c:catAx>
      <c:valAx>
        <c:axId val="91789470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accent6"/>
                </a:solidFill>
                <a:latin typeface="Trebuchet MS" panose="020B0603020202020204" pitchFamily="34" charset="0"/>
                <a:ea typeface="+mn-ea"/>
                <a:cs typeface="+mn-cs"/>
              </a:defRPr>
            </a:pPr>
            <a:endParaRPr lang="en-US"/>
          </a:p>
        </c:txPr>
        <c:crossAx val="917900936"/>
        <c:crosses val="autoZero"/>
        <c:crossBetween val="between"/>
      </c:valAx>
      <c:spPr>
        <a:noFill/>
        <a:ln w="12700"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1" i="0" u="none" strike="noStrike" kern="1200" baseline="0">
              <a:solidFill>
                <a:schemeClr val="accent6"/>
              </a:solidFill>
              <a:latin typeface="Trebuchet MS" panose="020B0603020202020204" pitchFamily="34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accent6"/>
          </a:solidFill>
        </a:defRPr>
      </a:pPr>
      <a:endParaRPr lang="en-US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800" dirty="0">
                <a:solidFill>
                  <a:schemeClr val="bg1"/>
                </a:solidFill>
              </a:rPr>
              <a:t>segment contribution</a:t>
            </a:r>
          </a:p>
        </c:rich>
      </c:tx>
      <c:layout>
        <c:manualLayout>
          <c:xMode val="edge"/>
          <c:yMode val="edge"/>
          <c:x val="0.47382699832206382"/>
          <c:y val="5.543620435559343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9868458089979785"/>
          <c:y val="8.4305148735596802E-2"/>
          <c:w val="0.64905739467812751"/>
          <c:h val="0.8313897025288064"/>
        </c:manualLayout>
      </c:layout>
      <c:doughnutChart>
        <c:varyColors val="1"/>
        <c:ser>
          <c:idx val="0"/>
          <c:order val="0"/>
          <c:tx>
            <c:strRef>
              <c:f>Sheet1!$C$1</c:f>
              <c:strCache>
                <c:ptCount val="1"/>
                <c:pt idx="0">
                  <c:v>% Contribution to Nation</c:v>
                </c:pt>
              </c:strCache>
            </c:strRef>
          </c:tx>
          <c:dPt>
            <c:idx val="0"/>
            <c:bubble3D val="0"/>
            <c:spPr>
              <a:solidFill>
                <a:srgbClr val="20366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A889-164B-8845-018F0BAEACD7}"/>
              </c:ext>
            </c:extLst>
          </c:dPt>
          <c:dPt>
            <c:idx val="1"/>
            <c:bubble3D val="0"/>
            <c:spPr>
              <a:solidFill>
                <a:srgbClr val="3C587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A889-164B-8845-018F0BAEACD7}"/>
              </c:ext>
            </c:extLst>
          </c:dPt>
          <c:dPt>
            <c:idx val="2"/>
            <c:bubble3D val="0"/>
            <c:spPr>
              <a:solidFill>
                <a:srgbClr val="527AC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A889-164B-8845-018F0BAEACD7}"/>
              </c:ext>
            </c:extLst>
          </c:dPt>
          <c:dPt>
            <c:idx val="3"/>
            <c:bubble3D val="0"/>
            <c:spPr>
              <a:solidFill>
                <a:srgbClr val="E9713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A889-164B-8845-018F0BAEACD7}"/>
              </c:ext>
            </c:extLst>
          </c:dPt>
          <c:dPt>
            <c:idx val="4"/>
            <c:bubble3D val="0"/>
            <c:spPr>
              <a:solidFill>
                <a:srgbClr val="E97132">
                  <a:alpha val="81961"/>
                </a:srgb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A889-164B-8845-018F0BAEACD7}"/>
              </c:ext>
            </c:extLst>
          </c:dPt>
          <c:dPt>
            <c:idx val="5"/>
            <c:bubble3D val="0"/>
            <c:spPr>
              <a:solidFill>
                <a:srgbClr val="E97132">
                  <a:alpha val="63922"/>
                </a:srgb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C-A889-164B-8845-018F0BAEACD7}"/>
              </c:ext>
            </c:extLst>
          </c:dPt>
          <c:dPt>
            <c:idx val="6"/>
            <c:bubble3D val="0"/>
            <c:spPr>
              <a:solidFill>
                <a:srgbClr val="8DC1C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A889-164B-8845-018F0BAEACD7}"/>
              </c:ext>
            </c:extLst>
          </c:dPt>
          <c:dPt>
            <c:idx val="7"/>
            <c:bubble3D val="0"/>
            <c:spPr>
              <a:solidFill>
                <a:srgbClr val="8DC1C5">
                  <a:alpha val="80000"/>
                </a:srgb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E-A889-164B-8845-018F0BAEACD7}"/>
              </c:ext>
            </c:extLst>
          </c:dPt>
          <c:dPt>
            <c:idx val="8"/>
            <c:bubble3D val="0"/>
            <c:spPr>
              <a:solidFill>
                <a:srgbClr val="8DC1C5">
                  <a:alpha val="60000"/>
                </a:srgb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A889-164B-8845-018F0BAEACD7}"/>
              </c:ext>
            </c:extLst>
          </c:dPt>
          <c:dPt>
            <c:idx val="9"/>
            <c:bubble3D val="0"/>
            <c:spPr>
              <a:solidFill>
                <a:srgbClr val="D9D9D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0-A889-164B-8845-018F0BAEACD7}"/>
              </c:ext>
            </c:extLst>
          </c:dPt>
          <c:dLbls>
            <c:dLbl>
              <c:idx val="6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A889-164B-8845-018F0BAEACD7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fld id="{332E47E1-6F45-48E3-BDD8-4D3E14B1983C}" type="CATEGORYNAME">
                      <a:rPr lang="en-US">
                        <a:solidFill>
                          <a:schemeClr val="bg1"/>
                        </a:solidFill>
                      </a:rPr>
                      <a:pPr/>
                      <a:t>[CATEGORY NAME]</a:t>
                    </a:fld>
                    <a:r>
                      <a:rPr lang="en-US" baseline="0">
                        <a:solidFill>
                          <a:schemeClr val="bg1"/>
                        </a:solidFill>
                      </a:rPr>
                      <a:t>
</a:t>
                    </a:r>
                    <a:fld id="{70DB9320-3383-4595-BA6B-1855801BE1E3}" type="VALUE">
                      <a:rPr lang="en-US" baseline="0">
                        <a:solidFill>
                          <a:schemeClr val="bg1"/>
                        </a:solidFill>
                      </a:rPr>
                      <a:pPr/>
                      <a:t>[VALUE]</a:t>
                    </a:fld>
                    <a:endParaRPr lang="en-US" baseline="0">
                      <a:solidFill>
                        <a:schemeClr val="bg1"/>
                      </a:solidFill>
                    </a:endParaRPr>
                  </a:p>
                </c:rich>
              </c:tx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E-A889-164B-8845-018F0BAEACD7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fld id="{14759E74-7D4A-48B1-B6D7-AF117296C771}" type="CATEGORYNAME">
                      <a:rPr lang="en-US">
                        <a:solidFill>
                          <a:schemeClr val="bg1"/>
                        </a:solidFill>
                      </a:rPr>
                      <a:pPr/>
                      <a:t>[CATEGORY NAME]</a:t>
                    </a:fld>
                    <a:r>
                      <a:rPr lang="en-US" baseline="0">
                        <a:solidFill>
                          <a:schemeClr val="bg1"/>
                        </a:solidFill>
                      </a:rPr>
                      <a:t>
</a:t>
                    </a:r>
                    <a:fld id="{D49C3D8C-9BD4-4072-A004-F81AA7D4E0B0}" type="VALUE">
                      <a:rPr lang="en-US" baseline="0">
                        <a:solidFill>
                          <a:schemeClr val="bg1"/>
                        </a:solidFill>
                      </a:rPr>
                      <a:pPr/>
                      <a:t>[VALUE]</a:t>
                    </a:fld>
                    <a:endParaRPr lang="en-US" baseline="0">
                      <a:solidFill>
                        <a:schemeClr val="bg1"/>
                      </a:solidFill>
                    </a:endParaRPr>
                  </a:p>
                </c:rich>
              </c:tx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F-A889-164B-8845-018F0BAEACD7}"/>
                </c:ext>
              </c:extLst>
            </c:dLbl>
            <c:dLbl>
              <c:idx val="9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A889-164B-8845-018F0BAEACD7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eparator>
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Sheet1!$B$2:$B$11</c:f>
              <c:strCache>
                <c:ptCount val="10"/>
                <c:pt idx="0">
                  <c:v>High</c:v>
                </c:pt>
                <c:pt idx="1">
                  <c:v>Medium</c:v>
                </c:pt>
                <c:pt idx="2">
                  <c:v>Low</c:v>
                </c:pt>
                <c:pt idx="3">
                  <c:v>High</c:v>
                </c:pt>
                <c:pt idx="4">
                  <c:v>Medium</c:v>
                </c:pt>
                <c:pt idx="5">
                  <c:v>Low</c:v>
                </c:pt>
                <c:pt idx="6">
                  <c:v>High</c:v>
                </c:pt>
                <c:pt idx="7">
                  <c:v>Medium</c:v>
                </c:pt>
                <c:pt idx="8">
                  <c:v>Low</c:v>
                </c:pt>
                <c:pt idx="9">
                  <c:v>Other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0.18</c:v>
                </c:pt>
                <c:pt idx="1">
                  <c:v>0.09</c:v>
                </c:pt>
                <c:pt idx="2">
                  <c:v>0.06</c:v>
                </c:pt>
                <c:pt idx="3">
                  <c:v>7.0000000000000007E-2</c:v>
                </c:pt>
                <c:pt idx="4">
                  <c:v>0.06</c:v>
                </c:pt>
                <c:pt idx="5">
                  <c:v>0.16</c:v>
                </c:pt>
                <c:pt idx="6">
                  <c:v>0.09</c:v>
                </c:pt>
                <c:pt idx="7">
                  <c:v>0.05</c:v>
                </c:pt>
                <c:pt idx="8">
                  <c:v>0.15</c:v>
                </c:pt>
                <c:pt idx="9">
                  <c:v>0.03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889-164B-8845-018F0BAEACD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240"/>
        <c:holeSize val="50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00" u="none" dirty="0">
                <a:solidFill>
                  <a:schemeClr val="accent1"/>
                </a:solidFill>
              </a:rPr>
              <a:t>Acc contribution</a:t>
            </a:r>
            <a:r>
              <a:rPr lang="en-US" sz="100" dirty="0">
                <a:solidFill>
                  <a:schemeClr val="accent1"/>
                </a:solidFill>
              </a:rPr>
              <a:t> </a:t>
            </a:r>
          </a:p>
        </c:rich>
      </c:tx>
      <c:layout>
        <c:manualLayout>
          <c:xMode val="edge"/>
          <c:yMode val="edge"/>
          <c:x val="0.36684522538656744"/>
          <c:y val="0.1876995231151223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26289430832130373"/>
          <c:y val="4.9159398911103477E-2"/>
          <c:w val="0.5443599981729863"/>
          <c:h val="0.90168120217779302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Trodelvy</c:v>
                </c:pt>
              </c:strCache>
            </c:strRef>
          </c:tx>
          <c:dPt>
            <c:idx val="0"/>
            <c:bubble3D val="0"/>
            <c:spPr>
              <a:solidFill>
                <a:srgbClr val="20366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29B-C642-8AB8-DD172DF124AD}"/>
              </c:ext>
            </c:extLst>
          </c:dPt>
          <c:dPt>
            <c:idx val="1"/>
            <c:bubble3D val="0"/>
            <c:spPr>
              <a:solidFill>
                <a:srgbClr val="E9713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2BE-574A-9C81-264388319C12}"/>
              </c:ext>
            </c:extLst>
          </c:dPt>
          <c:dPt>
            <c:idx val="2"/>
            <c:bubble3D val="0"/>
            <c:spPr>
              <a:solidFill>
                <a:srgbClr val="8DC1C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2BE-574A-9C81-264388319C12}"/>
              </c:ext>
            </c:extLst>
          </c:dPt>
          <c:dPt>
            <c:idx val="3"/>
            <c:bubble3D val="0"/>
            <c:spPr>
              <a:solidFill>
                <a:srgbClr val="C6CAC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72BE-574A-9C81-264388319C12}"/>
              </c:ext>
            </c:extLst>
          </c:dPt>
          <c:dLbls>
            <c:dLbl>
              <c:idx val="0"/>
              <c:layout>
                <c:manualLayout>
                  <c:x val="0.15215412347425769"/>
                  <c:y val="0.20907312891656482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29B-C642-8AB8-DD172DF124AD}"/>
                </c:ext>
              </c:extLst>
            </c:dLbl>
            <c:dLbl>
              <c:idx val="1"/>
              <c:layout>
                <c:manualLayout>
                  <c:x val="-0.23177686639537648"/>
                  <c:y val="4.6285843782198174E-2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2BE-574A-9C81-264388319C12}"/>
                </c:ext>
              </c:extLst>
            </c:dLbl>
            <c:dLbl>
              <c:idx val="2"/>
              <c:layout>
                <c:manualLayout>
                  <c:x val="-5.8406015548736173E-2"/>
                  <c:y val="-0.16627981938055642"/>
                </c:manualLayout>
              </c:layout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197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0997443243076735"/>
                      <c:h val="0.17554374447528587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72BE-574A-9C81-264388319C12}"/>
                </c:ext>
              </c:extLst>
            </c:dLbl>
            <c:dLbl>
              <c:idx val="3"/>
              <c:layout>
                <c:manualLayout>
                  <c:x val="0.13333078401193077"/>
                  <c:y val="-0.13851267657971642"/>
                </c:manualLayout>
              </c:layout>
              <c:tx>
                <c:rich>
                  <a:bodyPr/>
                  <a:lstStyle/>
                  <a:p>
                    <a:fld id="{D78B771D-765E-4A37-8099-8701D3FF03D6}" type="CATEGORYNAME">
                      <a:rPr lang="en-US" baseline="0" smtClean="0"/>
                      <a:pPr/>
                      <a:t>[CATEGORY NAME]</a:t>
                    </a:fld>
                    <a:r>
                      <a:rPr lang="en-US" baseline="0"/>
                      <a:t>
</a:t>
                    </a:r>
                    <a:fld id="{5FC3BA2C-68F6-46ED-B7EB-F43F22A71D39}" type="VALUE">
                      <a:rPr lang="en-US" baseline="0"/>
                      <a:pPr/>
                      <a:t>[VALUE]</a:t>
                    </a:fld>
                    <a:endParaRPr lang="en-US" baseline="0"/>
                  </a:p>
                </c:rich>
              </c:tx>
              <c:dLblPos val="bestFit"/>
              <c:showLegendKey val="0"/>
              <c:showVal val="1"/>
              <c:showCatName val="1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72BE-574A-9C81-264388319C12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1"/>
            <c:showSerName val="0"/>
            <c:showPercent val="0"/>
            <c:showBubbleSize val="0"/>
            <c:separator>
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Academic</c:v>
                </c:pt>
                <c:pt idx="1">
                  <c:v>Community</c:v>
                </c:pt>
                <c:pt idx="2">
                  <c:v>IDN/Hospital</c:v>
                </c:pt>
                <c:pt idx="3">
                  <c:v>Other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0.33</c:v>
                </c:pt>
                <c:pt idx="1">
                  <c:v>0.28999999999999998</c:v>
                </c:pt>
                <c:pt idx="2">
                  <c:v>0.28999999999999998</c:v>
                </c:pt>
                <c:pt idx="3">
                  <c:v>0.03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2BE-574A-9C81-264388319C1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24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800" dirty="0">
                <a:solidFill>
                  <a:schemeClr val="bg1"/>
                </a:solidFill>
              </a:rPr>
              <a:t>Kad contribution</a:t>
            </a:r>
          </a:p>
        </c:rich>
      </c:tx>
      <c:layout>
        <c:manualLayout>
          <c:xMode val="edge"/>
          <c:yMode val="edge"/>
          <c:x val="0.17360193309945396"/>
          <c:y val="4.955720055978565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"/>
          <c:y val="6.6464556534073974E-2"/>
          <c:w val="0.64905739467812751"/>
          <c:h val="0.8313897025288064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Tro % Contri to Nation</c:v>
                </c:pt>
              </c:strCache>
            </c:strRef>
          </c:tx>
          <c:dPt>
            <c:idx val="0"/>
            <c:bubble3D val="0"/>
            <c:spPr>
              <a:solidFill>
                <a:srgbClr val="20366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9A89-43BA-8A01-7855A3C7ECDE}"/>
              </c:ext>
            </c:extLst>
          </c:dPt>
          <c:dPt>
            <c:idx val="1"/>
            <c:bubble3D val="0"/>
            <c:spPr>
              <a:solidFill>
                <a:srgbClr val="3C587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9A89-43BA-8A01-7855A3C7ECDE}"/>
              </c:ext>
            </c:extLst>
          </c:dPt>
          <c:dPt>
            <c:idx val="2"/>
            <c:bubble3D val="0"/>
            <c:spPr>
              <a:solidFill>
                <a:srgbClr val="E9713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9A89-43BA-8A01-7855A3C7ECDE}"/>
              </c:ext>
            </c:extLst>
          </c:dPt>
          <c:dPt>
            <c:idx val="3"/>
            <c:bubble3D val="0"/>
            <c:spPr>
              <a:solidFill>
                <a:srgbClr val="E97132">
                  <a:alpha val="81961"/>
                </a:srgb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9A89-43BA-8A01-7855A3C7ECDE}"/>
              </c:ext>
            </c:extLst>
          </c:dPt>
          <c:dPt>
            <c:idx val="4"/>
            <c:bubble3D val="0"/>
            <c:spPr>
              <a:solidFill>
                <a:srgbClr val="8DC1C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9A89-43BA-8A01-7855A3C7ECDE}"/>
              </c:ext>
            </c:extLst>
          </c:dPt>
          <c:dPt>
            <c:idx val="5"/>
            <c:bubble3D val="0"/>
            <c:spPr>
              <a:solidFill>
                <a:srgbClr val="8DC1C5">
                  <a:alpha val="80000"/>
                </a:srgb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9A89-43BA-8A01-7855A3C7ECDE}"/>
              </c:ext>
            </c:extLst>
          </c:dPt>
          <c:dLbls>
            <c:dLbl>
              <c:idx val="1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197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1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13975161183012019"/>
                      <c:h val="0.112593959671833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9A89-43BA-8A01-7855A3C7ECDE}"/>
                </c:ext>
              </c:extLst>
            </c:dLbl>
            <c:dLbl>
              <c:idx val="4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197" b="1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8729391E-783C-6248-BF36-F4F7C6CC1DC9}" type="CATEGORYNAME">
                      <a:rPr lang="en-US">
                        <a:solidFill>
                          <a:schemeClr val="bg1"/>
                        </a:solidFill>
                      </a:rPr>
                      <a:pPr>
                        <a:defRPr b="1">
                          <a:solidFill>
                            <a:schemeClr val="tx1"/>
                          </a:solidFill>
                        </a:defRPr>
                      </a:pPr>
                      <a:t>[CATEGORY NAME]</a:t>
                    </a:fld>
                    <a:r>
                      <a:rPr lang="en-US" baseline="0" dirty="0">
                        <a:solidFill>
                          <a:schemeClr val="bg1"/>
                        </a:solidFill>
                      </a:rPr>
                      <a:t>
</a:t>
                    </a:r>
                    <a:fld id="{AD0F98F0-66CE-6843-B4EF-2A53CDE8EACF}" type="VALUE">
                      <a:rPr lang="en-US" baseline="0">
                        <a:solidFill>
                          <a:schemeClr val="bg1"/>
                        </a:solidFill>
                      </a:rPr>
                      <a:pPr>
                        <a:defRPr b="1">
                          <a:solidFill>
                            <a:schemeClr val="tx1"/>
                          </a:solidFill>
                        </a:defRPr>
                      </a:pPr>
                      <a:t>[VALUE]</a:t>
                    </a:fld>
                    <a:endParaRPr lang="en-US" baseline="0" dirty="0">
                      <a:solidFill>
                        <a:schemeClr val="bg1"/>
                      </a:solidFill>
                    </a:endParaRPr>
                  </a:p>
                </c:rich>
              </c:tx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9-9A89-43BA-8A01-7855A3C7ECDE}"/>
                </c:ext>
              </c:extLst>
            </c:dLbl>
            <c:dLbl>
              <c:idx val="5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9A89-43BA-8A01-7855A3C7ECDE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eparator>
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KAD Targets</c:v>
                </c:pt>
                <c:pt idx="1">
                  <c:v>Non - KAD Targets</c:v>
                </c:pt>
                <c:pt idx="2">
                  <c:v>KAD Targets</c:v>
                </c:pt>
                <c:pt idx="3">
                  <c:v>Non - KAD Targets</c:v>
                </c:pt>
                <c:pt idx="4">
                  <c:v>KAD Targets</c:v>
                </c:pt>
                <c:pt idx="5">
                  <c:v>Non - KAD Targets</c:v>
                </c:pt>
              </c:strCache>
            </c:strRef>
          </c:cat>
          <c:val>
            <c:numRef>
              <c:f>Sheet1!$B$2:$B$7</c:f>
              <c:numCache>
                <c:formatCode>0.00</c:formatCode>
                <c:ptCount val="6"/>
                <c:pt idx="0">
                  <c:v>0.27268187038405156</c:v>
                </c:pt>
                <c:pt idx="1">
                  <c:v>6.5001300348217175E-2</c:v>
                </c:pt>
                <c:pt idx="2">
                  <c:v>0.17739051183086721</c:v>
                </c:pt>
                <c:pt idx="3">
                  <c:v>0.11677587290189398</c:v>
                </c:pt>
                <c:pt idx="4">
                  <c:v>8.9217696703559793E-2</c:v>
                </c:pt>
                <c:pt idx="5">
                  <c:v>0.20424212713953344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9A89-43BA-8A01-7855A3C7ECD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240"/>
        <c:holeSize val="50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srgbClr val="54565B">
                    <a:lumMod val="65000"/>
                    <a:lumOff val="35000"/>
                  </a:srgbClr>
                </a:solidFill>
                <a:latin typeface="+mn-lt"/>
                <a:ea typeface="+mn-ea"/>
                <a:cs typeface="+mn-cs"/>
              </a:defRPr>
            </a:pPr>
            <a:r>
              <a:rPr lang="en-US" sz="100" u="none" dirty="0">
                <a:solidFill>
                  <a:schemeClr val="accent1"/>
                </a:solidFill>
              </a:rPr>
              <a:t>Acc contribution</a:t>
            </a:r>
            <a:r>
              <a:rPr lang="en-US" sz="100" dirty="0">
                <a:solidFill>
                  <a:schemeClr val="accent1"/>
                </a:solidFill>
              </a:rPr>
              <a:t>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srgbClr val="54565B">
                  <a:lumMod val="65000"/>
                  <a:lumOff val="35000"/>
                </a:srgb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23861202196240389"/>
          <c:y val="1.3407108793937313E-2"/>
          <c:w val="0.5443599981729863"/>
          <c:h val="0.90168120217779302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Trodelvy</c:v>
                </c:pt>
              </c:strCache>
            </c:strRef>
          </c:tx>
          <c:dPt>
            <c:idx val="0"/>
            <c:bubble3D val="0"/>
            <c:spPr>
              <a:solidFill>
                <a:srgbClr val="20366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646-4E3B-B582-8A5E5D96CD0E}"/>
              </c:ext>
            </c:extLst>
          </c:dPt>
          <c:dPt>
            <c:idx val="1"/>
            <c:bubble3D val="0"/>
            <c:spPr>
              <a:solidFill>
                <a:srgbClr val="E9713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646-4E3B-B582-8A5E5D96CD0E}"/>
              </c:ext>
            </c:extLst>
          </c:dPt>
          <c:dPt>
            <c:idx val="2"/>
            <c:bubble3D val="0"/>
            <c:spPr>
              <a:solidFill>
                <a:srgbClr val="8DC1C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6646-4E3B-B582-8A5E5D96CD0E}"/>
              </c:ext>
            </c:extLst>
          </c:dPt>
          <c:dLbls>
            <c:dLbl>
              <c:idx val="0"/>
              <c:layout>
                <c:manualLayout>
                  <c:x val="0.15114437975541387"/>
                  <c:y val="0.20438064083868679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646-4E3B-B582-8A5E5D96CD0E}"/>
                </c:ext>
              </c:extLst>
            </c:dLbl>
            <c:dLbl>
              <c:idx val="1"/>
              <c:layout>
                <c:manualLayout>
                  <c:x val="-0.21165592233917244"/>
                  <c:y val="7.8798258553805789E-2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646-4E3B-B582-8A5E5D96CD0E}"/>
                </c:ext>
              </c:extLst>
            </c:dLbl>
            <c:dLbl>
              <c:idx val="2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197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0997443243076735"/>
                      <c:h val="0.17554374447528587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6646-4E3B-B582-8A5E5D96CD0E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1"/>
            <c:showSerName val="0"/>
            <c:showPercent val="0"/>
            <c:showBubbleSize val="0"/>
            <c:separator>
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Academic</c:v>
                </c:pt>
                <c:pt idx="1">
                  <c:v>Community</c:v>
                </c:pt>
                <c:pt idx="2">
                  <c:v>IDN/Hospital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0.30768317073226797</c:v>
                </c:pt>
                <c:pt idx="1">
                  <c:v>0.30768317073226797</c:v>
                </c:pt>
                <c:pt idx="2">
                  <c:v>0.30768317073226797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646-4E3B-B582-8A5E5D96CD0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24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R13W</a:t>
            </a:r>
            <a:r>
              <a:rPr lang="en-US" baseline="0"/>
              <a:t> Trends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664-6842-8F1A-DEF5660BAFD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Column2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664-6842-8F1A-DEF5660BAFD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Column3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664-6842-8F1A-DEF5660BAFD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972128047"/>
        <c:axId val="972867279"/>
      </c:lineChart>
      <c:catAx>
        <c:axId val="97212804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"/>
                <a:ea typeface="+mn-ea"/>
                <a:cs typeface="+mn-cs"/>
              </a:defRPr>
            </a:pPr>
            <a:endParaRPr lang="en-US"/>
          </a:p>
        </c:txPr>
        <c:crossAx val="972867279"/>
        <c:crosses val="autoZero"/>
        <c:auto val="1"/>
        <c:lblAlgn val="ctr"/>
        <c:lblOffset val="100"/>
        <c:noMultiLvlLbl val="0"/>
      </c:catAx>
      <c:valAx>
        <c:axId val="97286727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703020202090204" pitchFamily="34" charset="0"/>
                <a:ea typeface="+mn-ea"/>
                <a:cs typeface="+mn-cs"/>
              </a:defRPr>
            </a:pPr>
            <a:endParaRPr lang="en-US"/>
          </a:p>
        </c:txPr>
        <c:crossAx val="97212804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AAC698C-573B-2645-822C-EB630962E39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D773C3-3F6A-5E47-992F-9E36DA6F773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78625986-F7E3-FB4E-BFD2-9CA1D5A44BFD}" type="datetimeFigureOut">
              <a:rPr lang="en-US" smtClean="0"/>
              <a:t>2/13/25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794A69-5FE4-3E4E-848D-98E71AC7821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734878-53A5-D441-A64C-EF631CD25BE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19AAC908-D68A-B146-BE89-B13BCB38E5E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15747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320CC4C0-4BEC-6A42-B274-47FC6FF54BFE}" type="datetimeFigureOut">
              <a:rPr lang="en-US" smtClean="0"/>
              <a:t>2/13/25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07BF232A-D0AC-9B4F-A822-05618EDB3A6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85439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000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249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7BF232A-D0AC-9B4F-A822-05618EDB3A67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2491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963753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0D68C-F3FB-37B1-F82D-9872B4AAF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75D530-790B-5ADC-E6D5-F3E4ECD8E3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E7C148-4942-AE7E-DEED-88D3BE177A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91488A-99F8-9521-96F2-3C3F93DD92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249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9739BD-C55F-4014-A7E6-2701F6DA7146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2491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27327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6E2E8E-4A14-C2CD-E25F-94BB0E60A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E6014B-1613-3BD0-2C23-2160DAA1CC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EC1A1B-3A38-EB53-2370-C1EEAF32C4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988A57-3595-D0DB-B78D-8BEBEE2F93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7BF232A-D0AC-9B4F-A822-05618EDB3A6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50310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34965-9C71-33E3-3768-1BB75493E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F94195-090F-5D0E-662C-2318F4A990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2043E5-AAA9-B22C-A7DC-A7B53487A9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06A487-90D0-7104-E1D9-9BB6C269C4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7BF232A-D0AC-9B4F-A822-05618EDB3A6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385036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34965-9C71-33E3-3768-1BB75493E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F94195-090F-5D0E-662C-2318F4A990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2043E5-AAA9-B22C-A7DC-A7B53487A9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06A487-90D0-7104-E1D9-9BB6C269C4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7BF232A-D0AC-9B4F-A822-05618EDB3A6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827220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34965-9C71-33E3-3768-1BB75493E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F94195-090F-5D0E-662C-2318F4A990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2043E5-AAA9-B22C-A7DC-A7B53487A9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06A487-90D0-7104-E1D9-9BB6C269C4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7BF232A-D0AC-9B4F-A822-05618EDB3A6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827220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AutoNum type="arabicPeriod"/>
              <a:tabLst/>
              <a:defRPr/>
            </a:pPr>
            <a:endParaRPr lang="en-IN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0763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1433B8-3DAF-4737-A74A-84C4B4ABFCF6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0763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72432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3817" lvl="1" indent="0" algn="l">
              <a:buFont typeface="Arial,Sans-Serif"/>
              <a:buNone/>
              <a:defRPr/>
            </a:pPr>
            <a:endParaRPr lang="en-US" sz="1800" b="0" i="0" u="none" strike="noStrike" dirty="0">
              <a:solidFill>
                <a:srgbClr val="000000"/>
              </a:solidFill>
              <a:effectLst/>
              <a:latin typeface="Trebuchet MS" panose="020B0603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0763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1433B8-3DAF-4737-A74A-84C4B4ABFCF6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0763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59516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 fontAlgn="base"/>
            <a:endParaRPr lang="en-US" sz="1100" b="0" i="0" dirty="0">
              <a:solidFill>
                <a:srgbClr val="444444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0763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1433B8-3DAF-4737-A74A-84C4B4ABFCF6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0763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40601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2B3A42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2B3A42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57C527-D302-0D4C-8820-8247C93BFD8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2B3A42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790454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2B3A42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2B3A42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57C527-D302-0D4C-8820-8247C93BFD8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2B3A42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806034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4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4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4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bg>
      <p:bgPr>
        <a:solidFill>
          <a:srgbClr val="C50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43CA030-B9BB-F44B-87E8-9D88D615959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B71CDD-03B6-5447-B8EF-BC2DD2AB7DD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0" y="1658249"/>
            <a:ext cx="10058400" cy="2387600"/>
          </a:xfrm>
        </p:spPr>
        <p:txBody>
          <a:bodyPr anchor="b"/>
          <a:lstStyle>
            <a:lvl1pPr algn="l">
              <a:lnSpc>
                <a:spcPct val="80000"/>
              </a:lnSpc>
              <a:defRPr sz="5000" b="1" i="0" spc="0" baseline="0">
                <a:solidFill>
                  <a:schemeClr val="bg1"/>
                </a:solidFill>
                <a:latin typeface="Trebuchet MS" panose="020B070302020209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572D1E-ECF6-C04B-874C-31D977FFD31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600" y="4077886"/>
            <a:ext cx="10058400" cy="1655762"/>
          </a:xfr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buNone/>
              <a:defRPr sz="1500" b="0" i="0" kern="800" spc="300" baseline="0">
                <a:solidFill>
                  <a:schemeClr val="bg2">
                    <a:lumMod val="20000"/>
                    <a:lumOff val="80000"/>
                  </a:schemeClr>
                </a:solidFill>
                <a:latin typeface="Trebuchet MS" panose="020B070302020209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776B36C-1ADE-4B47-A218-99AEE676BE5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784591" y="6415616"/>
            <a:ext cx="196394" cy="26185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B0F7620-0E7C-AB48-9117-2E580F93F8F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79" y="637899"/>
            <a:ext cx="1793826" cy="49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70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C50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43CA030-B9BB-F44B-87E8-9D88D615959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B71CDD-03B6-5447-B8EF-BC2DD2AB7DD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0" y="1658249"/>
            <a:ext cx="10058400" cy="2387600"/>
          </a:xfrm>
        </p:spPr>
        <p:txBody>
          <a:bodyPr anchor="b"/>
          <a:lstStyle>
            <a:lvl1pPr algn="l">
              <a:lnSpc>
                <a:spcPct val="80000"/>
              </a:lnSpc>
              <a:defRPr sz="5000" b="1" i="0" spc="0" baseline="0">
                <a:solidFill>
                  <a:schemeClr val="bg1"/>
                </a:solidFill>
                <a:latin typeface="Trebuchet MS" panose="020B070302020209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572D1E-ECF6-C04B-874C-31D977FFD31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600" y="4077886"/>
            <a:ext cx="10058400" cy="1655762"/>
          </a:xfr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buNone/>
              <a:defRPr sz="1500" b="0" i="0" kern="800" spc="300" baseline="0">
                <a:solidFill>
                  <a:schemeClr val="bg2">
                    <a:lumMod val="20000"/>
                    <a:lumOff val="80000"/>
                  </a:schemeClr>
                </a:solidFill>
                <a:latin typeface="Trebuchet MS" panose="020B070302020209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776B36C-1ADE-4B47-A218-99AEE676BE5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784591" y="6415616"/>
            <a:ext cx="196394" cy="26185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B0F7620-0E7C-AB48-9117-2E580F93F8F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79" y="637899"/>
            <a:ext cx="1793826" cy="49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686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Point - Red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E778F8C-30DF-F842-ADEE-52BB756B5D43}"/>
              </a:ext>
            </a:extLst>
          </p:cNvPr>
          <p:cNvSpPr/>
          <p:nvPr userDrawn="1"/>
        </p:nvSpPr>
        <p:spPr>
          <a:xfrm>
            <a:off x="1" y="1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949B4A-737F-9943-BA78-DDF26CE4B4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302299"/>
            <a:ext cx="10515600" cy="4207548"/>
          </a:xfrm>
          <a:ln w="3175">
            <a:noFill/>
          </a:ln>
        </p:spPr>
        <p:txBody>
          <a:bodyPr anchor="ctr"/>
          <a:lstStyle>
            <a:lvl1pPr algn="l">
              <a:lnSpc>
                <a:spcPct val="100000"/>
              </a:lnSpc>
              <a:defRPr sz="4500" b="1" i="0">
                <a:solidFill>
                  <a:schemeClr val="bg1"/>
                </a:solidFill>
                <a:latin typeface="Trebuchet MS" panose="020B070302020209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531A395-5299-7D44-A1C5-492B77DA57B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784591" y="6415616"/>
            <a:ext cx="196394" cy="261858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08880F-2D4A-9544-A50E-C5BA3EADCBB5}"/>
              </a:ext>
            </a:extLst>
          </p:cNvPr>
          <p:cNvSpPr txBox="1">
            <a:spLocks/>
          </p:cNvSpPr>
          <p:nvPr userDrawn="1"/>
        </p:nvSpPr>
        <p:spPr>
          <a:xfrm>
            <a:off x="4700337" y="6400799"/>
            <a:ext cx="2743200" cy="2914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0" i="0" dirty="0">
                <a:latin typeface="Trebuchet MS" panose="020B0703020202090204" pitchFamily="34" charset="0"/>
              </a:rPr>
              <a:t>Confidential – 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39132923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Point - Blue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E778F8C-30DF-F842-ADEE-52BB756B5D43}"/>
              </a:ext>
            </a:extLst>
          </p:cNvPr>
          <p:cNvSpPr/>
          <p:nvPr userDrawn="1"/>
        </p:nvSpPr>
        <p:spPr>
          <a:xfrm>
            <a:off x="1" y="1"/>
            <a:ext cx="12192000" cy="6858000"/>
          </a:xfrm>
          <a:prstGeom prst="rect">
            <a:avLst/>
          </a:prstGeom>
          <a:solidFill>
            <a:srgbClr val="2036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949B4A-737F-9943-BA78-DDF26CE4B4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302299"/>
            <a:ext cx="10515600" cy="4207548"/>
          </a:xfrm>
          <a:ln w="3175">
            <a:noFill/>
          </a:ln>
        </p:spPr>
        <p:txBody>
          <a:bodyPr anchor="ctr"/>
          <a:lstStyle>
            <a:lvl1pPr algn="l">
              <a:lnSpc>
                <a:spcPct val="100000"/>
              </a:lnSpc>
              <a:defRPr sz="4500" b="1" i="0">
                <a:solidFill>
                  <a:schemeClr val="bg1"/>
                </a:solidFill>
                <a:latin typeface="Trebuchet MS" panose="020B070302020209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531A395-5299-7D44-A1C5-492B77DA57B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784591" y="6415616"/>
            <a:ext cx="196394" cy="261858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08880F-2D4A-9544-A50E-C5BA3EADCBB5}"/>
              </a:ext>
            </a:extLst>
          </p:cNvPr>
          <p:cNvSpPr txBox="1">
            <a:spLocks/>
          </p:cNvSpPr>
          <p:nvPr userDrawn="1"/>
        </p:nvSpPr>
        <p:spPr>
          <a:xfrm>
            <a:off x="4700337" y="6400799"/>
            <a:ext cx="2743200" cy="2914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0" i="0" dirty="0">
                <a:latin typeface="Trebuchet MS" panose="020B0703020202090204" pitchFamily="34" charset="0"/>
              </a:rPr>
              <a:t>Confidential – 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3621775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Point - 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E778F8C-30DF-F842-ADEE-52BB756B5D43}"/>
              </a:ext>
            </a:extLst>
          </p:cNvPr>
          <p:cNvSpPr/>
          <p:nvPr userDrawn="1"/>
        </p:nvSpPr>
        <p:spPr>
          <a:xfrm>
            <a:off x="1" y="1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949B4A-737F-9943-BA78-DDF26CE4B4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302299"/>
            <a:ext cx="10515600" cy="4207548"/>
          </a:xfrm>
          <a:ln w="3175">
            <a:noFill/>
          </a:ln>
        </p:spPr>
        <p:txBody>
          <a:bodyPr anchor="ctr"/>
          <a:lstStyle>
            <a:lvl1pPr algn="l">
              <a:lnSpc>
                <a:spcPct val="100000"/>
              </a:lnSpc>
              <a:defRPr sz="4500" b="1" i="0">
                <a:solidFill>
                  <a:srgbClr val="C50F3C"/>
                </a:solidFill>
                <a:latin typeface="Trebuchet MS" panose="020B070302020209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C15627-71F4-D94E-9E76-16A5E0A7B8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765651" y="6408817"/>
            <a:ext cx="206592" cy="27545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7699E1-1B62-794A-94A6-68D1CF83160F}"/>
              </a:ext>
            </a:extLst>
          </p:cNvPr>
          <p:cNvSpPr txBox="1">
            <a:spLocks/>
          </p:cNvSpPr>
          <p:nvPr userDrawn="1"/>
        </p:nvSpPr>
        <p:spPr>
          <a:xfrm>
            <a:off x="4700337" y="6400799"/>
            <a:ext cx="2743200" cy="2914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0" i="0" dirty="0">
                <a:latin typeface="Trebuchet MS" panose="020B0703020202090204" pitchFamily="34" charset="0"/>
              </a:rPr>
              <a:t>Confidential – 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18888412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Point - Blu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E778F8C-30DF-F842-ADEE-52BB756B5D43}"/>
              </a:ext>
            </a:extLst>
          </p:cNvPr>
          <p:cNvSpPr/>
          <p:nvPr userDrawn="1"/>
        </p:nvSpPr>
        <p:spPr>
          <a:xfrm>
            <a:off x="1" y="1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949B4A-737F-9943-BA78-DDF26CE4B4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302299"/>
            <a:ext cx="10515600" cy="4207548"/>
          </a:xfrm>
          <a:ln w="3175">
            <a:noFill/>
          </a:ln>
        </p:spPr>
        <p:txBody>
          <a:bodyPr anchor="ctr"/>
          <a:lstStyle>
            <a:lvl1pPr algn="l">
              <a:lnSpc>
                <a:spcPct val="100000"/>
              </a:lnSpc>
              <a:defRPr sz="45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C15627-71F4-D94E-9E76-16A5E0A7B8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765651" y="6408817"/>
            <a:ext cx="206592" cy="27545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7699E1-1B62-794A-94A6-68D1CF83160F}"/>
              </a:ext>
            </a:extLst>
          </p:cNvPr>
          <p:cNvSpPr txBox="1">
            <a:spLocks/>
          </p:cNvSpPr>
          <p:nvPr userDrawn="1"/>
        </p:nvSpPr>
        <p:spPr>
          <a:xfrm>
            <a:off x="4700337" y="6400799"/>
            <a:ext cx="2743200" cy="2914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0" i="0" dirty="0">
                <a:latin typeface="Trebuchet MS" panose="020B0703020202090204" pitchFamily="34" charset="0"/>
              </a:rPr>
              <a:t>Confidential – 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175774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Point -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FCF386F-4435-1E40-A8ED-AFFEAC3031C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949B4A-737F-9943-BA78-DDF26CE4B4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932482"/>
            <a:ext cx="10515600" cy="1895109"/>
          </a:xfrm>
          <a:ln w="3175">
            <a:noFill/>
          </a:ln>
        </p:spPr>
        <p:txBody>
          <a:bodyPr anchor="ctr"/>
          <a:lstStyle>
            <a:lvl1pPr algn="l">
              <a:lnSpc>
                <a:spcPct val="80000"/>
              </a:lnSpc>
              <a:defRPr sz="5500" b="1" i="0" spc="300">
                <a:solidFill>
                  <a:schemeClr val="bg1"/>
                </a:solidFill>
                <a:effectLst>
                  <a:outerShdw blurRad="127000" dist="38100" dir="5400000" algn="t" rotWithShape="0">
                    <a:prstClr val="black"/>
                  </a:outerShdw>
                </a:effectLst>
                <a:latin typeface="Trebuchet MS" panose="020B070302020209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33D4413-B16E-B048-AA99-4B9BAA9B49B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784591" y="6415616"/>
            <a:ext cx="196394" cy="261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4044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E634AED-FE2D-5A49-9C4F-52E8C06D75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12191998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33E1CBD-1A22-C34C-8DC4-474E34B2CDF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0" y="957364"/>
            <a:ext cx="5939883" cy="4943272"/>
          </a:xfrm>
          <a:solidFill>
            <a:srgbClr val="C50F3C"/>
          </a:solidFill>
        </p:spPr>
        <p:txBody>
          <a:bodyPr lIns="914400" tIns="914400" rIns="914400" bIns="914400" anchor="ctr">
            <a:normAutofit/>
          </a:bodyPr>
          <a:lstStyle>
            <a:lvl1pPr algn="l">
              <a:lnSpc>
                <a:spcPct val="80000"/>
              </a:lnSpc>
              <a:defRPr sz="3200" b="1" i="0" spc="300">
                <a:solidFill>
                  <a:schemeClr val="bg1"/>
                </a:solidFill>
                <a:latin typeface="Trebuchet MS" panose="020B0703020202090204" pitchFamily="34" charset="0"/>
                <a:cs typeface="Rockwell Nova Light" panose="02060303020205020403" pitchFamily="18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174054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/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C5E49E7-6ADE-DD40-AD32-5A28176B24BC}"/>
              </a:ext>
            </a:extLst>
          </p:cNvPr>
          <p:cNvSpPr/>
          <p:nvPr userDrawn="1"/>
        </p:nvSpPr>
        <p:spPr>
          <a:xfrm>
            <a:off x="4249783" y="0"/>
            <a:ext cx="794221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45C0A2E-84ED-694A-8D40-40A9466155D7}"/>
              </a:ext>
            </a:extLst>
          </p:cNvPr>
          <p:cNvSpPr/>
          <p:nvPr userDrawn="1"/>
        </p:nvSpPr>
        <p:spPr>
          <a:xfrm>
            <a:off x="0" y="0"/>
            <a:ext cx="4249783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176D08-DDAD-E54A-B358-69F6739D98F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5300" y="1189899"/>
            <a:ext cx="3397294" cy="4351338"/>
          </a:xfrm>
        </p:spPr>
        <p:txBody>
          <a:bodyPr anchor="ctr">
            <a:normAutofit/>
          </a:bodyPr>
          <a:lstStyle>
            <a:lvl1pPr algn="l">
              <a:lnSpc>
                <a:spcPct val="80000"/>
              </a:lnSpc>
              <a:defRPr sz="5000" b="1" i="0" spc="300">
                <a:solidFill>
                  <a:schemeClr val="bg1"/>
                </a:solidFill>
                <a:latin typeface="Trebuchet MS" panose="020B0703020202090204" pitchFamily="34" charset="0"/>
                <a:cs typeface="Rockwell Nova Light" panose="02060303020205020403" pitchFamily="18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9753706-DED6-894F-BE2A-F4DA16AF10A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765651" y="6408817"/>
            <a:ext cx="206592" cy="275456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AEB27AF-DD57-7246-971E-7506C05081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06972" y="781844"/>
            <a:ext cx="7157992" cy="5294312"/>
          </a:xfrm>
        </p:spPr>
        <p:txBody>
          <a:bodyPr anchor="ctr"/>
          <a:lstStyle>
            <a:lvl1pPr marL="457200" indent="-457200">
              <a:lnSpc>
                <a:spcPct val="110000"/>
              </a:lnSpc>
              <a:buFont typeface="+mj-lt"/>
              <a:buAutoNum type="arabicPeriod"/>
              <a:defRPr/>
            </a:lvl1pPr>
            <a:lvl2pPr marL="800100" indent="-331788">
              <a:lnSpc>
                <a:spcPct val="110000"/>
              </a:lnSpc>
              <a:buFont typeface="+mj-lt"/>
              <a:buAutoNum type="alphaLcPeriod"/>
              <a:tabLst/>
              <a:defRPr>
                <a:solidFill>
                  <a:schemeClr val="tx1"/>
                </a:solidFill>
              </a:defRPr>
            </a:lvl2pPr>
            <a:lvl3pPr marL="865188" indent="-342900">
              <a:buFont typeface="+mj-lt"/>
              <a:buAutoNum type="arabicPeriod"/>
              <a:defRPr/>
            </a:lvl3pPr>
            <a:lvl4pPr marL="1204913" indent="-342900">
              <a:buFont typeface="+mj-lt"/>
              <a:buAutoNum type="arabicPeriod"/>
              <a:defRPr/>
            </a:lvl4pPr>
            <a:lvl5pPr marL="1430338" indent="-228600">
              <a:buFont typeface="+mj-lt"/>
              <a:buAutoNum type="arabicPeriod"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FD955494-5A02-944E-AC47-A93918740756}"/>
              </a:ext>
            </a:extLst>
          </p:cNvPr>
          <p:cNvSpPr txBox="1">
            <a:spLocks/>
          </p:cNvSpPr>
          <p:nvPr userDrawn="1"/>
        </p:nvSpPr>
        <p:spPr>
          <a:xfrm>
            <a:off x="4606972" y="6400799"/>
            <a:ext cx="2743200" cy="2914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b="0" i="0" dirty="0">
                <a:latin typeface="Trebuchet MS" panose="020B0703020202090204" pitchFamily="34" charset="0"/>
              </a:rPr>
              <a:t>Confidential – 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28164782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- Side By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F91D0A4-F952-E844-8B2C-D3F8A2A9AD6F}"/>
              </a:ext>
            </a:extLst>
          </p:cNvPr>
          <p:cNvSpPr/>
          <p:nvPr userDrawn="1"/>
        </p:nvSpPr>
        <p:spPr>
          <a:xfrm>
            <a:off x="1" y="1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176D08-DDAD-E54A-B358-69F6739D98F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5300" y="1189899"/>
            <a:ext cx="3406140" cy="435133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3200" b="1" i="0">
                <a:solidFill>
                  <a:schemeClr val="accent1"/>
                </a:solidFill>
                <a:latin typeface="Trebuchet MS" panose="020B0703020202090204" pitchFamily="34" charset="0"/>
                <a:cs typeface="Trebuchet MS" panose="020B070302020209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BB3B64-FFC3-D742-A6BD-5B3A95232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AA09E-D67E-864E-8466-C38E88600C4F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9753706-DED6-894F-BE2A-F4DA16AF10A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765651" y="6408817"/>
            <a:ext cx="206592" cy="275456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113FFD9-00BB-A343-8353-85DCCB1A6FE5}"/>
              </a:ext>
            </a:extLst>
          </p:cNvPr>
          <p:cNvCxnSpPr>
            <a:cxnSpLocks/>
          </p:cNvCxnSpPr>
          <p:nvPr userDrawn="1"/>
        </p:nvCxnSpPr>
        <p:spPr>
          <a:xfrm>
            <a:off x="4260501" y="1628503"/>
            <a:ext cx="0" cy="347472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56E2F89F-DE6E-8E49-BDFB-6B8DE8B72A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06972" y="800327"/>
            <a:ext cx="7157992" cy="5257346"/>
          </a:xfrm>
        </p:spPr>
        <p:txBody>
          <a:bodyPr anchor="ctr"/>
          <a:lstStyle>
            <a:lvl1pPr>
              <a:lnSpc>
                <a:spcPct val="110000"/>
              </a:lnSpc>
              <a:defRPr/>
            </a:lvl1pPr>
            <a:lvl2pPr marL="15875" indent="0">
              <a:lnSpc>
                <a:spcPct val="110000"/>
              </a:lnSpc>
              <a:buNone/>
              <a:tabLst/>
              <a:defRPr sz="1800" b="0">
                <a:solidFill>
                  <a:schemeClr val="tx1"/>
                </a:solidFill>
              </a:defRPr>
            </a:lvl2pPr>
            <a:lvl3pPr marL="287338" indent="-169863">
              <a:lnSpc>
                <a:spcPct val="110000"/>
              </a:lnSpc>
              <a:tabLst/>
              <a:defRPr sz="1600"/>
            </a:lvl3pPr>
            <a:lvl4pPr marL="693738" indent="-169863">
              <a:lnSpc>
                <a:spcPct val="110000"/>
              </a:lnSpc>
              <a:tabLst/>
              <a:defRPr sz="1400"/>
            </a:lvl4pPr>
            <a:lvl5pPr>
              <a:lnSpc>
                <a:spcPct val="110000"/>
              </a:lnSpc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8F56A3F-5A2F-DF4C-8531-9765BE13BE71}"/>
              </a:ext>
            </a:extLst>
          </p:cNvPr>
          <p:cNvSpPr txBox="1">
            <a:spLocks/>
          </p:cNvSpPr>
          <p:nvPr userDrawn="1"/>
        </p:nvSpPr>
        <p:spPr>
          <a:xfrm>
            <a:off x="4606972" y="6400799"/>
            <a:ext cx="2743200" cy="2914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b="0" i="0" dirty="0">
                <a:latin typeface="Trebuchet MS" panose="020B0703020202090204" pitchFamily="34" charset="0"/>
              </a:rPr>
              <a:t>Confidential – 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41709677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549406C-54AA-BB4A-A894-DCE9A23B31DE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Proxima Nova Regular" panose="02000506030000020004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176D08-DDAD-E54A-B358-69F6739D98F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5300" y="1189899"/>
            <a:ext cx="5081891" cy="4351338"/>
          </a:xfrm>
        </p:spPr>
        <p:txBody>
          <a:bodyPr anchor="ctr">
            <a:normAutofit/>
          </a:bodyPr>
          <a:lstStyle>
            <a:lvl1pPr algn="l">
              <a:lnSpc>
                <a:spcPct val="80000"/>
              </a:lnSpc>
              <a:defRPr sz="3200" b="1" i="0">
                <a:solidFill>
                  <a:srgbClr val="C50F3C"/>
                </a:solidFill>
                <a:latin typeface="Trebuchet MS" panose="020B0703020202090204" pitchFamily="34" charset="0"/>
                <a:cs typeface="Trebuchet MS" panose="020B070302020209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D613E1D2-5834-AD41-804E-D607287602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1015" y="6400799"/>
            <a:ext cx="2743200" cy="2914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bg2"/>
                </a:solidFill>
              </a:defRPr>
            </a:lvl1pPr>
          </a:lstStyle>
          <a:p>
            <a:fld id="{4BEAA09E-D67E-864E-8466-C38E88600C4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1F86E1D-B041-3D46-9EA6-1DD6635C613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765651" y="6408817"/>
            <a:ext cx="206592" cy="275456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7B6A4804-8EDB-6D4D-B64B-E9206508601A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6614809" y="1189899"/>
            <a:ext cx="5150842" cy="4351338"/>
          </a:xfrm>
        </p:spPr>
        <p:txBody>
          <a:bodyPr anchor="ctr">
            <a:normAutofit/>
          </a:bodyPr>
          <a:lstStyle>
            <a:lvl1pPr algn="l">
              <a:lnSpc>
                <a:spcPct val="80000"/>
              </a:lnSpc>
              <a:defRPr sz="3200" b="0" i="0">
                <a:solidFill>
                  <a:schemeClr val="tx1"/>
                </a:solidFill>
                <a:latin typeface="Trebuchet MS" panose="020B0703020202090204" pitchFamily="34" charset="0"/>
                <a:cs typeface="Rockwell Nova Light" panose="02060303020205020403" pitchFamily="18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47777C60-735A-6242-A92B-3C5B7BA7ED40}"/>
              </a:ext>
            </a:extLst>
          </p:cNvPr>
          <p:cNvSpPr txBox="1">
            <a:spLocks/>
          </p:cNvSpPr>
          <p:nvPr userDrawn="1"/>
        </p:nvSpPr>
        <p:spPr>
          <a:xfrm>
            <a:off x="6614809" y="6400799"/>
            <a:ext cx="2743200" cy="2914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b="0" i="0" dirty="0">
                <a:latin typeface="Trebuchet MS" panose="020B0703020202090204" pitchFamily="34" charset="0"/>
              </a:rPr>
              <a:t>Confidential – 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3144613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2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Comparison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549406C-54AA-BB4A-A894-DCE9A23B31DE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2036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Proxima Nova Regular" panose="02000506030000020004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176D08-DDAD-E54A-B358-69F6739D98F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5300" y="1189899"/>
            <a:ext cx="5081891" cy="4351338"/>
          </a:xfrm>
          <a:ln>
            <a:noFill/>
          </a:ln>
        </p:spPr>
        <p:txBody>
          <a:bodyPr anchor="ctr">
            <a:normAutofit/>
          </a:bodyPr>
          <a:lstStyle>
            <a:lvl1pPr algn="l">
              <a:lnSpc>
                <a:spcPct val="80000"/>
              </a:lnSpc>
              <a:defRPr sz="3200" b="1" i="0">
                <a:ln>
                  <a:noFill/>
                </a:ln>
                <a:solidFill>
                  <a:schemeClr val="bg1"/>
                </a:solidFill>
                <a:latin typeface="Trebuchet MS" panose="020B0703020202090204" pitchFamily="34" charset="0"/>
                <a:cs typeface="Trebuchet MS" panose="020B070302020209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D613E1D2-5834-AD41-804E-D607287602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1015" y="6400799"/>
            <a:ext cx="2743200" cy="2914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bg2"/>
                </a:solidFill>
              </a:defRPr>
            </a:lvl1pPr>
          </a:lstStyle>
          <a:p>
            <a:fld id="{4BEAA09E-D67E-864E-8466-C38E88600C4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1F86E1D-B041-3D46-9EA6-1DD6635C613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765651" y="6408817"/>
            <a:ext cx="206592" cy="275456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7B6A4804-8EDB-6D4D-B64B-E9206508601A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6614809" y="1189899"/>
            <a:ext cx="5150842" cy="4351338"/>
          </a:xfrm>
        </p:spPr>
        <p:txBody>
          <a:bodyPr anchor="ctr">
            <a:normAutofit/>
          </a:bodyPr>
          <a:lstStyle>
            <a:lvl1pPr algn="l">
              <a:lnSpc>
                <a:spcPct val="80000"/>
              </a:lnSpc>
              <a:defRPr sz="3200" b="0" i="0">
                <a:solidFill>
                  <a:schemeClr val="tx1"/>
                </a:solidFill>
                <a:latin typeface="Trebuchet MS" panose="020B0703020202090204" pitchFamily="34" charset="0"/>
                <a:cs typeface="Rockwell Nova Light" panose="02060303020205020403" pitchFamily="18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47777C60-735A-6242-A92B-3C5B7BA7ED40}"/>
              </a:ext>
            </a:extLst>
          </p:cNvPr>
          <p:cNvSpPr txBox="1">
            <a:spLocks/>
          </p:cNvSpPr>
          <p:nvPr userDrawn="1"/>
        </p:nvSpPr>
        <p:spPr>
          <a:xfrm>
            <a:off x="6614809" y="6400799"/>
            <a:ext cx="2743200" cy="2914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b="0" i="0" dirty="0">
                <a:latin typeface="Trebuchet MS" panose="020B0703020202090204" pitchFamily="34" charset="0"/>
              </a:rPr>
              <a:t>Confidential – 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17043306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E634AED-FE2D-5A49-9C4F-52E8C06D75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5999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549406C-54AA-BB4A-A894-DCE9A23B31DE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Proxima Nova Regular" panose="02000506030000020004" pitchFamily="2" charset="0"/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D613E1D2-5834-AD41-804E-D607287602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1014" y="6400799"/>
            <a:ext cx="745915" cy="2914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bg2"/>
                </a:solidFill>
              </a:defRPr>
            </a:lvl1pPr>
          </a:lstStyle>
          <a:p>
            <a:fld id="{4BEAA09E-D67E-864E-8466-C38E88600C4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DF170BCB-3373-5549-9815-B668B2498165}"/>
              </a:ext>
            </a:extLst>
          </p:cNvPr>
          <p:cNvSpPr txBox="1">
            <a:spLocks/>
          </p:cNvSpPr>
          <p:nvPr userDrawn="1"/>
        </p:nvSpPr>
        <p:spPr>
          <a:xfrm>
            <a:off x="1707493" y="6400799"/>
            <a:ext cx="2743200" cy="2914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0" i="0" dirty="0">
                <a:latin typeface="Trebuchet MS" panose="020B0703020202090204" pitchFamily="34" charset="0"/>
              </a:rPr>
              <a:t>Confidential – Internal Use Only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8C30483-00F3-D64E-AAE5-F07B9B5C01D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594406" y="6408817"/>
            <a:ext cx="206592" cy="275456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0ECE671-F431-CD4B-9BF1-7FDB1F32755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5300" y="1189899"/>
            <a:ext cx="5081891" cy="4351338"/>
          </a:xfrm>
        </p:spPr>
        <p:txBody>
          <a:bodyPr anchor="ctr">
            <a:normAutofit/>
          </a:bodyPr>
          <a:lstStyle>
            <a:lvl1pPr algn="l">
              <a:lnSpc>
                <a:spcPct val="80000"/>
              </a:lnSpc>
              <a:defRPr sz="3200" b="1" i="0">
                <a:solidFill>
                  <a:schemeClr val="accent1"/>
                </a:solidFill>
                <a:latin typeface="Trebuchet MS" panose="020B0703020202090204" pitchFamily="34" charset="0"/>
                <a:cs typeface="Trebuchet MS" panose="020B070302020209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300232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2BF970B-3FB2-E84A-B70E-2F82C3C4236F}"/>
              </a:ext>
            </a:extLst>
          </p:cNvPr>
          <p:cNvSpPr/>
          <p:nvPr userDrawn="1"/>
        </p:nvSpPr>
        <p:spPr>
          <a:xfrm>
            <a:off x="1" y="1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8460B3-6ACD-194D-9D44-C086FB4701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516" y="365125"/>
            <a:ext cx="10972800" cy="987019"/>
          </a:xfrm>
        </p:spPr>
        <p:txBody>
          <a:bodyPr/>
          <a:lstStyle>
            <a:lvl1pPr algn="l">
              <a:lnSpc>
                <a:spcPct val="80000"/>
              </a:lnSpc>
              <a:defRPr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6BAE6AD-B7D4-B04A-86FE-7779FC9A23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765651" y="6408817"/>
            <a:ext cx="206592" cy="275456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CD8113E-1FCA-604A-96E5-3BF77C5AC38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77516" y="1942677"/>
            <a:ext cx="10972800" cy="4229524"/>
          </a:xfrm>
        </p:spPr>
        <p:txBody>
          <a:bodyPr/>
          <a:lstStyle>
            <a:lvl1pPr>
              <a:lnSpc>
                <a:spcPct val="110000"/>
              </a:lnSpc>
              <a:spcAft>
                <a:spcPts val="800"/>
              </a:spcAft>
              <a:defRPr/>
            </a:lvl1pPr>
            <a:lvl2pPr marL="15875" indent="0">
              <a:lnSpc>
                <a:spcPct val="110000"/>
              </a:lnSpc>
              <a:buNone/>
              <a:tabLst/>
              <a:defRPr sz="1800" b="0">
                <a:solidFill>
                  <a:schemeClr val="tx1"/>
                </a:solidFill>
              </a:defRPr>
            </a:lvl2pPr>
            <a:lvl3pPr marL="287338" indent="-169863">
              <a:lnSpc>
                <a:spcPct val="110000"/>
              </a:lnSpc>
              <a:tabLst/>
              <a:defRPr sz="1600"/>
            </a:lvl3pPr>
            <a:lvl4pPr marL="693738" indent="-169863">
              <a:lnSpc>
                <a:spcPct val="110000"/>
              </a:lnSpc>
              <a:tabLst/>
              <a:defRPr sz="1400"/>
            </a:lvl4pPr>
            <a:lvl5pPr>
              <a:lnSpc>
                <a:spcPct val="110000"/>
              </a:lnSpc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817CF6A-808E-8C4F-9BE1-5072668480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1015" y="6400799"/>
            <a:ext cx="2743200" cy="2914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bg2"/>
                </a:solidFill>
              </a:defRPr>
            </a:lvl1pPr>
          </a:lstStyle>
          <a:p>
            <a:fld id="{4BEAA09E-D67E-864E-8466-C38E88600C4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6CCA6249-8962-9949-96AE-7C11B8F0135F}"/>
              </a:ext>
            </a:extLst>
          </p:cNvPr>
          <p:cNvSpPr txBox="1">
            <a:spLocks/>
          </p:cNvSpPr>
          <p:nvPr userDrawn="1"/>
        </p:nvSpPr>
        <p:spPr>
          <a:xfrm>
            <a:off x="4700337" y="6400799"/>
            <a:ext cx="2743200" cy="2914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0" i="0" dirty="0">
                <a:latin typeface="Trebuchet MS" panose="020B0703020202090204" pitchFamily="34" charset="0"/>
              </a:rPr>
              <a:t>Confidential – 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32650646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2BF970B-3FB2-E84A-B70E-2F82C3C4236F}"/>
              </a:ext>
            </a:extLst>
          </p:cNvPr>
          <p:cNvSpPr/>
          <p:nvPr userDrawn="1"/>
        </p:nvSpPr>
        <p:spPr>
          <a:xfrm>
            <a:off x="1" y="1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8460B3-6ACD-194D-9D44-C086FB4701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516" y="365125"/>
            <a:ext cx="10972800" cy="987019"/>
          </a:xfrm>
        </p:spPr>
        <p:txBody>
          <a:bodyPr/>
          <a:lstStyle>
            <a:lvl1pPr algn="l">
              <a:lnSpc>
                <a:spcPct val="80000"/>
              </a:lnSpc>
              <a:defRPr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6BAE6AD-B7D4-B04A-86FE-7779FC9A23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765651" y="6408817"/>
            <a:ext cx="206592" cy="275456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CD8113E-1FCA-604A-96E5-3BF77C5AC38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77516" y="1942677"/>
            <a:ext cx="5399951" cy="4229524"/>
          </a:xfrm>
        </p:spPr>
        <p:txBody>
          <a:bodyPr/>
          <a:lstStyle>
            <a:lvl1pPr>
              <a:lnSpc>
                <a:spcPct val="110000"/>
              </a:lnSpc>
              <a:spcAft>
                <a:spcPts val="800"/>
              </a:spcAft>
              <a:defRPr/>
            </a:lvl1pPr>
            <a:lvl2pPr marL="15875" indent="0">
              <a:lnSpc>
                <a:spcPct val="110000"/>
              </a:lnSpc>
              <a:buNone/>
              <a:tabLst/>
              <a:defRPr sz="1800" b="0">
                <a:solidFill>
                  <a:schemeClr val="tx1"/>
                </a:solidFill>
              </a:defRPr>
            </a:lvl2pPr>
            <a:lvl3pPr marL="287338" indent="-169863">
              <a:lnSpc>
                <a:spcPct val="110000"/>
              </a:lnSpc>
              <a:tabLst/>
              <a:defRPr sz="1600"/>
            </a:lvl3pPr>
            <a:lvl4pPr marL="693738" indent="-169863">
              <a:lnSpc>
                <a:spcPct val="110000"/>
              </a:lnSpc>
              <a:tabLst/>
              <a:defRPr sz="1400"/>
            </a:lvl4pPr>
            <a:lvl5pPr>
              <a:lnSpc>
                <a:spcPct val="110000"/>
              </a:lnSpc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817CF6A-808E-8C4F-9BE1-5072668480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1015" y="6400799"/>
            <a:ext cx="2743200" cy="2914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bg2"/>
                </a:solidFill>
              </a:defRPr>
            </a:lvl1pPr>
          </a:lstStyle>
          <a:p>
            <a:fld id="{4BEAA09E-D67E-864E-8466-C38E88600C4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6CCA6249-8962-9949-96AE-7C11B8F0135F}"/>
              </a:ext>
            </a:extLst>
          </p:cNvPr>
          <p:cNvSpPr txBox="1">
            <a:spLocks/>
          </p:cNvSpPr>
          <p:nvPr userDrawn="1"/>
        </p:nvSpPr>
        <p:spPr>
          <a:xfrm>
            <a:off x="4700337" y="6400799"/>
            <a:ext cx="2743200" cy="2914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0" i="0" dirty="0">
                <a:latin typeface="Trebuchet MS" panose="020B0703020202090204" pitchFamily="34" charset="0"/>
              </a:rPr>
              <a:t>Confidential – Internal Use Only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A0CAA9C4-E772-E443-A2A4-0F2D14E9891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0365" y="1942677"/>
            <a:ext cx="5399951" cy="4229524"/>
          </a:xfrm>
        </p:spPr>
        <p:txBody>
          <a:bodyPr/>
          <a:lstStyle>
            <a:lvl1pPr>
              <a:lnSpc>
                <a:spcPct val="110000"/>
              </a:lnSpc>
              <a:spcAft>
                <a:spcPts val="800"/>
              </a:spcAft>
              <a:defRPr/>
            </a:lvl1pPr>
            <a:lvl2pPr marL="15875" indent="0">
              <a:lnSpc>
                <a:spcPct val="110000"/>
              </a:lnSpc>
              <a:buNone/>
              <a:tabLst/>
              <a:defRPr sz="1800" b="0">
                <a:solidFill>
                  <a:schemeClr val="tx1"/>
                </a:solidFill>
              </a:defRPr>
            </a:lvl2pPr>
            <a:lvl3pPr marL="287338" indent="-169863">
              <a:lnSpc>
                <a:spcPct val="110000"/>
              </a:lnSpc>
              <a:tabLst/>
              <a:defRPr sz="1600"/>
            </a:lvl3pPr>
            <a:lvl4pPr marL="693738" indent="-169863">
              <a:lnSpc>
                <a:spcPct val="110000"/>
              </a:lnSpc>
              <a:tabLst/>
              <a:defRPr sz="1400"/>
            </a:lvl4pPr>
            <a:lvl5pPr>
              <a:lnSpc>
                <a:spcPct val="110000"/>
              </a:lnSpc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9592970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2BF970B-3FB2-E84A-B70E-2F82C3C4236F}"/>
              </a:ext>
            </a:extLst>
          </p:cNvPr>
          <p:cNvSpPr/>
          <p:nvPr userDrawn="1"/>
        </p:nvSpPr>
        <p:spPr>
          <a:xfrm>
            <a:off x="1" y="1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8460B3-6ACD-194D-9D44-C086FB4701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516" y="365125"/>
            <a:ext cx="10972800" cy="987019"/>
          </a:xfrm>
        </p:spPr>
        <p:txBody>
          <a:bodyPr/>
          <a:lstStyle>
            <a:lvl1pPr algn="l">
              <a:lnSpc>
                <a:spcPct val="80000"/>
              </a:lnSpc>
              <a:defRPr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6BAE6AD-B7D4-B04A-86FE-7779FC9A23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765651" y="6408817"/>
            <a:ext cx="206592" cy="275456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CD8113E-1FCA-604A-96E5-3BF77C5AC38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77517" y="1942677"/>
            <a:ext cx="3516658" cy="4229524"/>
          </a:xfrm>
        </p:spPr>
        <p:txBody>
          <a:bodyPr/>
          <a:lstStyle>
            <a:lvl1pPr>
              <a:lnSpc>
                <a:spcPct val="110000"/>
              </a:lnSpc>
              <a:spcAft>
                <a:spcPts val="800"/>
              </a:spcAft>
              <a:defRPr/>
            </a:lvl1pPr>
            <a:lvl2pPr marL="15875" indent="0">
              <a:lnSpc>
                <a:spcPct val="110000"/>
              </a:lnSpc>
              <a:buNone/>
              <a:tabLst/>
              <a:defRPr sz="1800" b="0">
                <a:solidFill>
                  <a:schemeClr val="tx1"/>
                </a:solidFill>
              </a:defRPr>
            </a:lvl2pPr>
            <a:lvl3pPr marL="287338" indent="-169863">
              <a:lnSpc>
                <a:spcPct val="110000"/>
              </a:lnSpc>
              <a:tabLst/>
              <a:defRPr sz="1600"/>
            </a:lvl3pPr>
            <a:lvl4pPr marL="693738" indent="-169863">
              <a:lnSpc>
                <a:spcPct val="110000"/>
              </a:lnSpc>
              <a:tabLst/>
              <a:defRPr sz="1400"/>
            </a:lvl4pPr>
            <a:lvl5pPr>
              <a:lnSpc>
                <a:spcPct val="110000"/>
              </a:lnSpc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817CF6A-808E-8C4F-9BE1-5072668480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1015" y="6400799"/>
            <a:ext cx="2743200" cy="2914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bg2"/>
                </a:solidFill>
              </a:defRPr>
            </a:lvl1pPr>
          </a:lstStyle>
          <a:p>
            <a:fld id="{4BEAA09E-D67E-864E-8466-C38E88600C4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6CCA6249-8962-9949-96AE-7C11B8F0135F}"/>
              </a:ext>
            </a:extLst>
          </p:cNvPr>
          <p:cNvSpPr txBox="1">
            <a:spLocks/>
          </p:cNvSpPr>
          <p:nvPr userDrawn="1"/>
        </p:nvSpPr>
        <p:spPr>
          <a:xfrm>
            <a:off x="4700337" y="6400799"/>
            <a:ext cx="2743200" cy="2914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0" i="0" dirty="0">
                <a:latin typeface="Trebuchet MS" panose="020B0703020202090204" pitchFamily="34" charset="0"/>
              </a:rPr>
              <a:t>Confidential – Internal Use Only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A0CAA9C4-E772-E443-A2A4-0F2D14E9891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05587" y="1942677"/>
            <a:ext cx="3516658" cy="4229524"/>
          </a:xfrm>
        </p:spPr>
        <p:txBody>
          <a:bodyPr/>
          <a:lstStyle>
            <a:lvl1pPr>
              <a:lnSpc>
                <a:spcPct val="110000"/>
              </a:lnSpc>
              <a:spcAft>
                <a:spcPts val="800"/>
              </a:spcAft>
              <a:defRPr/>
            </a:lvl1pPr>
            <a:lvl2pPr marL="15875" indent="0">
              <a:lnSpc>
                <a:spcPct val="110000"/>
              </a:lnSpc>
              <a:buNone/>
              <a:tabLst/>
              <a:defRPr sz="1800" b="0">
                <a:solidFill>
                  <a:schemeClr val="tx1"/>
                </a:solidFill>
              </a:defRPr>
            </a:lvl2pPr>
            <a:lvl3pPr marL="287338" indent="-169863">
              <a:lnSpc>
                <a:spcPct val="110000"/>
              </a:lnSpc>
              <a:tabLst/>
              <a:defRPr sz="1600"/>
            </a:lvl3pPr>
            <a:lvl4pPr marL="693738" indent="-169863">
              <a:lnSpc>
                <a:spcPct val="110000"/>
              </a:lnSpc>
              <a:tabLst/>
              <a:defRPr sz="1400"/>
            </a:lvl4pPr>
            <a:lvl5pPr>
              <a:lnSpc>
                <a:spcPct val="110000"/>
              </a:lnSpc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CC246391-91B4-BC47-A6BA-88CFDDCA116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033658" y="1942677"/>
            <a:ext cx="3516658" cy="4229524"/>
          </a:xfrm>
        </p:spPr>
        <p:txBody>
          <a:bodyPr/>
          <a:lstStyle>
            <a:lvl1pPr>
              <a:lnSpc>
                <a:spcPct val="110000"/>
              </a:lnSpc>
              <a:spcAft>
                <a:spcPts val="800"/>
              </a:spcAft>
              <a:defRPr/>
            </a:lvl1pPr>
            <a:lvl2pPr marL="15875" indent="0">
              <a:lnSpc>
                <a:spcPct val="110000"/>
              </a:lnSpc>
              <a:buNone/>
              <a:tabLst/>
              <a:defRPr sz="1800" b="0">
                <a:solidFill>
                  <a:schemeClr val="tx1"/>
                </a:solidFill>
              </a:defRPr>
            </a:lvl2pPr>
            <a:lvl3pPr marL="287338" indent="-169863">
              <a:lnSpc>
                <a:spcPct val="110000"/>
              </a:lnSpc>
              <a:tabLst/>
              <a:defRPr sz="1600"/>
            </a:lvl3pPr>
            <a:lvl4pPr marL="693738" indent="-169863">
              <a:lnSpc>
                <a:spcPct val="110000"/>
              </a:lnSpc>
              <a:tabLst/>
              <a:defRPr sz="1400"/>
            </a:lvl4pPr>
            <a:lvl5pPr>
              <a:lnSpc>
                <a:spcPct val="110000"/>
              </a:lnSpc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3125749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Grey -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2BF970B-3FB2-E84A-B70E-2F82C3C4236F}"/>
              </a:ext>
            </a:extLst>
          </p:cNvPr>
          <p:cNvSpPr/>
          <p:nvPr userDrawn="1"/>
        </p:nvSpPr>
        <p:spPr>
          <a:xfrm>
            <a:off x="1" y="1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6BAE6AD-B7D4-B04A-86FE-7779FC9A23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765651" y="6408817"/>
            <a:ext cx="206592" cy="275456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817CF6A-808E-8C4F-9BE1-5072668480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1015" y="6400799"/>
            <a:ext cx="2743200" cy="2914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bg2"/>
                </a:solidFill>
              </a:defRPr>
            </a:lvl1pPr>
          </a:lstStyle>
          <a:p>
            <a:fld id="{4BEAA09E-D67E-864E-8466-C38E88600C4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6CCA6249-8962-9949-96AE-7C11B8F0135F}"/>
              </a:ext>
            </a:extLst>
          </p:cNvPr>
          <p:cNvSpPr txBox="1">
            <a:spLocks/>
          </p:cNvSpPr>
          <p:nvPr userDrawn="1"/>
        </p:nvSpPr>
        <p:spPr>
          <a:xfrm>
            <a:off x="4700337" y="6400799"/>
            <a:ext cx="2743200" cy="2914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0" i="0" dirty="0">
                <a:latin typeface="Trebuchet MS" panose="020B0703020202090204" pitchFamily="34" charset="0"/>
              </a:rPr>
              <a:t>Confidential – 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41243681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-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0E1FAF-85CD-FA4B-81FE-A9FD82D22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</a:lstStyle>
          <a:p>
            <a:fld id="{4BEAA09E-D67E-864E-8466-C38E88600C4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216341-DBB4-0D4B-B285-B706134D811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765651" y="6408817"/>
            <a:ext cx="206592" cy="275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94138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 Background">
    <p:bg>
      <p:bgPr>
        <a:solidFill>
          <a:srgbClr val="C50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125761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Backgrou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74534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Background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000021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C50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43CA030-B9BB-F44B-87E8-9D88D615959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B71CDD-03B6-5447-B8EF-BC2DD2AB7DD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0" y="1658249"/>
            <a:ext cx="10058400" cy="2387600"/>
          </a:xfrm>
        </p:spPr>
        <p:txBody>
          <a:bodyPr anchor="b"/>
          <a:lstStyle>
            <a:lvl1pPr algn="l">
              <a:lnSpc>
                <a:spcPct val="80000"/>
              </a:lnSpc>
              <a:defRPr sz="5000" b="1" i="0" spc="0" baseline="0">
                <a:solidFill>
                  <a:schemeClr val="bg1"/>
                </a:solidFill>
                <a:latin typeface="Trebuchet MS" panose="020B070302020209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572D1E-ECF6-C04B-874C-31D977FFD31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600" y="4077886"/>
            <a:ext cx="10058400" cy="1655762"/>
          </a:xfr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buNone/>
              <a:defRPr sz="1500" b="0" i="0" kern="800" spc="300" baseline="0">
                <a:solidFill>
                  <a:schemeClr val="bg2">
                    <a:lumMod val="20000"/>
                    <a:lumOff val="80000"/>
                  </a:schemeClr>
                </a:solidFill>
                <a:latin typeface="Trebuchet MS" panose="020B070302020209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776B36C-1ADE-4B47-A218-99AEE676BE5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784591" y="6415616"/>
            <a:ext cx="196394" cy="26185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B0F7620-0E7C-AB48-9117-2E580F93F8F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79" y="637899"/>
            <a:ext cx="1793826" cy="49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07673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bg>
      <p:bgPr>
        <a:solidFill>
          <a:srgbClr val="C50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43CA030-B9BB-F44B-87E8-9D88D615959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B71CDD-03B6-5447-B8EF-BC2DD2AB7DD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0" y="1658249"/>
            <a:ext cx="10058400" cy="2387600"/>
          </a:xfrm>
        </p:spPr>
        <p:txBody>
          <a:bodyPr anchor="b"/>
          <a:lstStyle>
            <a:lvl1pPr algn="l">
              <a:lnSpc>
                <a:spcPct val="80000"/>
              </a:lnSpc>
              <a:defRPr sz="5000" b="1" i="0" spc="0" baseline="0">
                <a:solidFill>
                  <a:schemeClr val="bg1"/>
                </a:solidFill>
                <a:latin typeface="Trebuchet MS" panose="020B070302020209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572D1E-ECF6-C04B-874C-31D977FFD31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600" y="4077886"/>
            <a:ext cx="10058400" cy="1655762"/>
          </a:xfr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buNone/>
              <a:defRPr sz="1500" b="0" i="0" kern="800" spc="300" baseline="0">
                <a:solidFill>
                  <a:schemeClr val="bg2">
                    <a:lumMod val="20000"/>
                    <a:lumOff val="80000"/>
                  </a:schemeClr>
                </a:solidFill>
                <a:latin typeface="Trebuchet MS" panose="020B070302020209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776B36C-1ADE-4B47-A218-99AEE676BE5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784591" y="6415616"/>
            <a:ext cx="196394" cy="26185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B0F7620-0E7C-AB48-9117-2E580F93F8F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79" y="637899"/>
            <a:ext cx="1793826" cy="49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77531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Point - Red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E778F8C-30DF-F842-ADEE-52BB756B5D43}"/>
              </a:ext>
            </a:extLst>
          </p:cNvPr>
          <p:cNvSpPr/>
          <p:nvPr userDrawn="1"/>
        </p:nvSpPr>
        <p:spPr>
          <a:xfrm>
            <a:off x="1" y="1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949B4A-737F-9943-BA78-DDF26CE4B4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302299"/>
            <a:ext cx="10515600" cy="4207548"/>
          </a:xfrm>
          <a:ln w="3175">
            <a:noFill/>
          </a:ln>
        </p:spPr>
        <p:txBody>
          <a:bodyPr anchor="ctr"/>
          <a:lstStyle>
            <a:lvl1pPr algn="l">
              <a:lnSpc>
                <a:spcPct val="100000"/>
              </a:lnSpc>
              <a:defRPr sz="4500" b="1" i="0">
                <a:solidFill>
                  <a:schemeClr val="bg1"/>
                </a:solidFill>
                <a:latin typeface="Trebuchet MS" panose="020B070302020209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531A395-5299-7D44-A1C5-492B77DA57B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784591" y="6415616"/>
            <a:ext cx="196394" cy="261858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08880F-2D4A-9544-A50E-C5BA3EADCBB5}"/>
              </a:ext>
            </a:extLst>
          </p:cNvPr>
          <p:cNvSpPr txBox="1">
            <a:spLocks/>
          </p:cNvSpPr>
          <p:nvPr userDrawn="1"/>
        </p:nvSpPr>
        <p:spPr>
          <a:xfrm>
            <a:off x="4700337" y="6400799"/>
            <a:ext cx="2743200" cy="2914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0" i="0" dirty="0">
                <a:latin typeface="Trebuchet MS" panose="020B0703020202090204" pitchFamily="34" charset="0"/>
              </a:rPr>
              <a:t>Confidential – 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8220142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Point - Blue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E778F8C-30DF-F842-ADEE-52BB756B5D43}"/>
              </a:ext>
            </a:extLst>
          </p:cNvPr>
          <p:cNvSpPr/>
          <p:nvPr userDrawn="1"/>
        </p:nvSpPr>
        <p:spPr>
          <a:xfrm>
            <a:off x="1" y="1"/>
            <a:ext cx="12192000" cy="6858000"/>
          </a:xfrm>
          <a:prstGeom prst="rect">
            <a:avLst/>
          </a:prstGeom>
          <a:solidFill>
            <a:srgbClr val="2036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949B4A-737F-9943-BA78-DDF26CE4B4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302299"/>
            <a:ext cx="10515600" cy="4207548"/>
          </a:xfrm>
          <a:ln w="3175">
            <a:noFill/>
          </a:ln>
        </p:spPr>
        <p:txBody>
          <a:bodyPr anchor="ctr"/>
          <a:lstStyle>
            <a:lvl1pPr algn="l">
              <a:lnSpc>
                <a:spcPct val="100000"/>
              </a:lnSpc>
              <a:defRPr sz="4500" b="1" i="0">
                <a:solidFill>
                  <a:schemeClr val="bg1"/>
                </a:solidFill>
                <a:latin typeface="Trebuchet MS" panose="020B070302020209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531A395-5299-7D44-A1C5-492B77DA57B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784591" y="6415616"/>
            <a:ext cx="196394" cy="261858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08880F-2D4A-9544-A50E-C5BA3EADCBB5}"/>
              </a:ext>
            </a:extLst>
          </p:cNvPr>
          <p:cNvSpPr txBox="1">
            <a:spLocks/>
          </p:cNvSpPr>
          <p:nvPr userDrawn="1"/>
        </p:nvSpPr>
        <p:spPr>
          <a:xfrm>
            <a:off x="4700337" y="6400799"/>
            <a:ext cx="2743200" cy="2914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0" i="0" dirty="0">
                <a:latin typeface="Trebuchet MS" panose="020B0703020202090204" pitchFamily="34" charset="0"/>
              </a:rPr>
              <a:t>Confidential – 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362261697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Point - 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9B4A-737F-9943-BA78-DDF26CE4B4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302299"/>
            <a:ext cx="10515600" cy="4207548"/>
          </a:xfrm>
          <a:ln w="3175">
            <a:noFill/>
          </a:ln>
        </p:spPr>
        <p:txBody>
          <a:bodyPr anchor="ctr"/>
          <a:lstStyle>
            <a:lvl1pPr algn="l">
              <a:lnSpc>
                <a:spcPct val="100000"/>
              </a:lnSpc>
              <a:defRPr sz="4500" b="1" i="0">
                <a:solidFill>
                  <a:srgbClr val="C50F3C"/>
                </a:solidFill>
                <a:latin typeface="Trebuchet MS" panose="020B070302020209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C15627-71F4-D94E-9E76-16A5E0A7B8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765651" y="6408817"/>
            <a:ext cx="206592" cy="27545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7699E1-1B62-794A-94A6-68D1CF83160F}"/>
              </a:ext>
            </a:extLst>
          </p:cNvPr>
          <p:cNvSpPr txBox="1">
            <a:spLocks/>
          </p:cNvSpPr>
          <p:nvPr userDrawn="1"/>
        </p:nvSpPr>
        <p:spPr>
          <a:xfrm>
            <a:off x="4700337" y="6400799"/>
            <a:ext cx="2743200" cy="2914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0" i="0" dirty="0">
                <a:latin typeface="Trebuchet MS" panose="020B0703020202090204" pitchFamily="34" charset="0"/>
              </a:rPr>
              <a:t>Confidential – 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139605326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Point - Blu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9B4A-737F-9943-BA78-DDF26CE4B4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302299"/>
            <a:ext cx="10515600" cy="4207548"/>
          </a:xfrm>
          <a:ln w="3175">
            <a:noFill/>
          </a:ln>
        </p:spPr>
        <p:txBody>
          <a:bodyPr anchor="ctr"/>
          <a:lstStyle>
            <a:lvl1pPr algn="l">
              <a:lnSpc>
                <a:spcPct val="100000"/>
              </a:lnSpc>
              <a:defRPr sz="45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C15627-71F4-D94E-9E76-16A5E0A7B8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765651" y="6408817"/>
            <a:ext cx="206592" cy="27545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7699E1-1B62-794A-94A6-68D1CF83160F}"/>
              </a:ext>
            </a:extLst>
          </p:cNvPr>
          <p:cNvSpPr txBox="1">
            <a:spLocks/>
          </p:cNvSpPr>
          <p:nvPr userDrawn="1"/>
        </p:nvSpPr>
        <p:spPr>
          <a:xfrm>
            <a:off x="4700337" y="6400799"/>
            <a:ext cx="2743200" cy="2914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0" i="0" dirty="0">
                <a:latin typeface="Trebuchet MS" panose="020B0703020202090204" pitchFamily="34" charset="0"/>
              </a:rPr>
              <a:t>Confidential – 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63165998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Point -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FCF386F-4435-1E40-A8ED-AFFEAC3031C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949B4A-737F-9943-BA78-DDF26CE4B4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932482"/>
            <a:ext cx="10515600" cy="1895109"/>
          </a:xfrm>
          <a:ln w="3175">
            <a:noFill/>
          </a:ln>
        </p:spPr>
        <p:txBody>
          <a:bodyPr anchor="ctr"/>
          <a:lstStyle>
            <a:lvl1pPr algn="l">
              <a:lnSpc>
                <a:spcPct val="80000"/>
              </a:lnSpc>
              <a:defRPr sz="5500" b="1" i="0" spc="300">
                <a:solidFill>
                  <a:schemeClr val="bg1"/>
                </a:solidFill>
                <a:effectLst>
                  <a:outerShdw blurRad="127000" dist="38100" dir="5400000" algn="t" rotWithShape="0">
                    <a:prstClr val="black"/>
                  </a:outerShdw>
                </a:effectLst>
                <a:latin typeface="Trebuchet MS" panose="020B070302020209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33D4413-B16E-B048-AA99-4B9BAA9B49B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784591" y="6415616"/>
            <a:ext cx="196394" cy="261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81151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E634AED-FE2D-5A49-9C4F-52E8C06D75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12191998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33E1CBD-1A22-C34C-8DC4-474E34B2CDF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0" y="957364"/>
            <a:ext cx="5939883" cy="4943272"/>
          </a:xfrm>
          <a:solidFill>
            <a:srgbClr val="C50F3C"/>
          </a:solidFill>
        </p:spPr>
        <p:txBody>
          <a:bodyPr lIns="914400" tIns="914400" rIns="914400" bIns="914400" anchor="ctr">
            <a:normAutofit/>
          </a:bodyPr>
          <a:lstStyle>
            <a:lvl1pPr algn="l">
              <a:lnSpc>
                <a:spcPct val="80000"/>
              </a:lnSpc>
              <a:defRPr sz="3200" b="1" i="0" spc="300">
                <a:solidFill>
                  <a:schemeClr val="bg1"/>
                </a:solidFill>
                <a:latin typeface="Trebuchet MS" panose="020B0703020202090204" pitchFamily="34" charset="0"/>
                <a:cs typeface="Rockwell Nova Light" panose="02060303020205020403" pitchFamily="18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4794659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/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5C0A2E-84ED-694A-8D40-40A9466155D7}"/>
              </a:ext>
            </a:extLst>
          </p:cNvPr>
          <p:cNvSpPr/>
          <p:nvPr userDrawn="1"/>
        </p:nvSpPr>
        <p:spPr>
          <a:xfrm>
            <a:off x="0" y="0"/>
            <a:ext cx="4249783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176D08-DDAD-E54A-B358-69F6739D98F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5300" y="1189899"/>
            <a:ext cx="3397294" cy="4351338"/>
          </a:xfrm>
        </p:spPr>
        <p:txBody>
          <a:bodyPr anchor="ctr">
            <a:normAutofit/>
          </a:bodyPr>
          <a:lstStyle>
            <a:lvl1pPr algn="l">
              <a:lnSpc>
                <a:spcPct val="80000"/>
              </a:lnSpc>
              <a:defRPr sz="5000" b="1" i="0" spc="300">
                <a:solidFill>
                  <a:schemeClr val="bg1"/>
                </a:solidFill>
                <a:latin typeface="Trebuchet MS" panose="020B0703020202090204" pitchFamily="34" charset="0"/>
                <a:cs typeface="Rockwell Nova Light" panose="02060303020205020403" pitchFamily="18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9753706-DED6-894F-BE2A-F4DA16AF10A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765651" y="6408817"/>
            <a:ext cx="206592" cy="275456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AEB27AF-DD57-7246-971E-7506C05081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06972" y="781844"/>
            <a:ext cx="7157992" cy="5294312"/>
          </a:xfrm>
        </p:spPr>
        <p:txBody>
          <a:bodyPr anchor="ctr"/>
          <a:lstStyle>
            <a:lvl1pPr marL="457200" indent="-457200">
              <a:lnSpc>
                <a:spcPct val="110000"/>
              </a:lnSpc>
              <a:buFont typeface="+mj-lt"/>
              <a:buAutoNum type="arabicPeriod"/>
              <a:defRPr/>
            </a:lvl1pPr>
            <a:lvl2pPr marL="800100" indent="-331788">
              <a:lnSpc>
                <a:spcPct val="110000"/>
              </a:lnSpc>
              <a:buFont typeface="+mj-lt"/>
              <a:buAutoNum type="alphaLcPeriod"/>
              <a:tabLst/>
              <a:defRPr>
                <a:solidFill>
                  <a:schemeClr val="tx1"/>
                </a:solidFill>
              </a:defRPr>
            </a:lvl2pPr>
            <a:lvl3pPr marL="865188" indent="-342900">
              <a:buFont typeface="+mj-lt"/>
              <a:buAutoNum type="arabicPeriod"/>
              <a:defRPr/>
            </a:lvl3pPr>
            <a:lvl4pPr marL="1204913" indent="-342900">
              <a:buFont typeface="+mj-lt"/>
              <a:buAutoNum type="arabicPeriod"/>
              <a:defRPr/>
            </a:lvl4pPr>
            <a:lvl5pPr marL="1430338" indent="-228600">
              <a:buFont typeface="+mj-lt"/>
              <a:buAutoNum type="arabicPeriod"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33B910A0-9ECC-C94E-BB66-196FAFB9B1CC}"/>
              </a:ext>
            </a:extLst>
          </p:cNvPr>
          <p:cNvSpPr txBox="1">
            <a:spLocks/>
          </p:cNvSpPr>
          <p:nvPr userDrawn="1"/>
        </p:nvSpPr>
        <p:spPr>
          <a:xfrm>
            <a:off x="4606972" y="6400799"/>
            <a:ext cx="2836565" cy="2914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b="0" i="0" dirty="0">
                <a:latin typeface="Trebuchet MS" panose="020B0703020202090204" pitchFamily="34" charset="0"/>
              </a:rPr>
              <a:t>Confidential – 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403476484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- Side By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176D08-DDAD-E54A-B358-69F6739D98F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5300" y="1189899"/>
            <a:ext cx="3406140" cy="435133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3200" b="1" i="0">
                <a:solidFill>
                  <a:schemeClr val="accent1"/>
                </a:solidFill>
                <a:latin typeface="Trebuchet MS" panose="020B0703020202090204" pitchFamily="34" charset="0"/>
                <a:cs typeface="Trebuchet MS" panose="020B070302020209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BB3B64-FFC3-D742-A6BD-5B3A95232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AA09E-D67E-864E-8466-C38E88600C4F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9753706-DED6-894F-BE2A-F4DA16AF10A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765651" y="6408817"/>
            <a:ext cx="206592" cy="275456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113FFD9-00BB-A343-8353-85DCCB1A6FE5}"/>
              </a:ext>
            </a:extLst>
          </p:cNvPr>
          <p:cNvCxnSpPr>
            <a:cxnSpLocks/>
          </p:cNvCxnSpPr>
          <p:nvPr userDrawn="1"/>
        </p:nvCxnSpPr>
        <p:spPr>
          <a:xfrm>
            <a:off x="4260501" y="1628503"/>
            <a:ext cx="0" cy="347472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56E2F89F-DE6E-8E49-BDFB-6B8DE8B72A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06972" y="800327"/>
            <a:ext cx="7157992" cy="5257346"/>
          </a:xfrm>
        </p:spPr>
        <p:txBody>
          <a:bodyPr anchor="ctr"/>
          <a:lstStyle>
            <a:lvl1pPr>
              <a:lnSpc>
                <a:spcPct val="110000"/>
              </a:lnSpc>
              <a:defRPr/>
            </a:lvl1pPr>
            <a:lvl2pPr marL="15875" indent="0">
              <a:lnSpc>
                <a:spcPct val="110000"/>
              </a:lnSpc>
              <a:buNone/>
              <a:tabLst/>
              <a:defRPr sz="1800" b="0">
                <a:solidFill>
                  <a:schemeClr val="tx1"/>
                </a:solidFill>
              </a:defRPr>
            </a:lvl2pPr>
            <a:lvl3pPr marL="287338" indent="-169863">
              <a:lnSpc>
                <a:spcPct val="110000"/>
              </a:lnSpc>
              <a:tabLst/>
              <a:defRPr sz="1600"/>
            </a:lvl3pPr>
            <a:lvl4pPr marL="693738" indent="-169863">
              <a:lnSpc>
                <a:spcPct val="110000"/>
              </a:lnSpc>
              <a:tabLst/>
              <a:defRPr sz="1400"/>
            </a:lvl4pPr>
            <a:lvl5pPr>
              <a:lnSpc>
                <a:spcPct val="110000"/>
              </a:lnSpc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8F56A3F-5A2F-DF4C-8531-9765BE13BE71}"/>
              </a:ext>
            </a:extLst>
          </p:cNvPr>
          <p:cNvSpPr txBox="1">
            <a:spLocks/>
          </p:cNvSpPr>
          <p:nvPr userDrawn="1"/>
        </p:nvSpPr>
        <p:spPr>
          <a:xfrm>
            <a:off x="4606972" y="6400799"/>
            <a:ext cx="2743200" cy="2914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b="0" i="0" dirty="0">
                <a:latin typeface="Trebuchet MS" panose="020B0703020202090204" pitchFamily="34" charset="0"/>
              </a:rPr>
              <a:t>Confidential – 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237204843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176D08-DDAD-E54A-B358-69F6739D98F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5301" y="1189899"/>
            <a:ext cx="5169520" cy="4351338"/>
          </a:xfrm>
        </p:spPr>
        <p:txBody>
          <a:bodyPr anchor="ctr">
            <a:normAutofit/>
          </a:bodyPr>
          <a:lstStyle>
            <a:lvl1pPr algn="l">
              <a:lnSpc>
                <a:spcPct val="80000"/>
              </a:lnSpc>
              <a:defRPr sz="3200" b="1" i="0">
                <a:solidFill>
                  <a:srgbClr val="C50F3C"/>
                </a:solidFill>
                <a:latin typeface="Trebuchet MS" panose="020B0703020202090204" pitchFamily="34" charset="0"/>
                <a:cs typeface="Trebuchet MS" panose="020B070302020209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549406C-54AA-BB4A-A894-DCE9A23B31DE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Proxima Nova Regular" panose="02000506030000020004" pitchFamily="2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1F86E1D-B041-3D46-9EA6-1DD6635C613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765651" y="6408817"/>
            <a:ext cx="206592" cy="275456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30793998-CC84-E64D-8A94-F65145AB7F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307014" y="6400799"/>
            <a:ext cx="745915" cy="2914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bg2"/>
                </a:solidFill>
              </a:defRPr>
            </a:lvl1pPr>
          </a:lstStyle>
          <a:p>
            <a:fld id="{4BEAA09E-D67E-864E-8466-C38E88600C4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B3D04CDF-30AA-BD42-9801-F9501FB5719E}"/>
              </a:ext>
            </a:extLst>
          </p:cNvPr>
          <p:cNvSpPr txBox="1">
            <a:spLocks/>
          </p:cNvSpPr>
          <p:nvPr userDrawn="1"/>
        </p:nvSpPr>
        <p:spPr>
          <a:xfrm>
            <a:off x="7803493" y="6400799"/>
            <a:ext cx="2743200" cy="2914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0" i="0" dirty="0">
                <a:latin typeface="Trebuchet MS" panose="020B0703020202090204" pitchFamily="34" charset="0"/>
              </a:rPr>
              <a:t>Confidential – Internal Use Only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49485C5B-773B-DE46-85DF-AACE4DA08667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6531428" y="1189899"/>
            <a:ext cx="5053353" cy="4351338"/>
          </a:xfrm>
        </p:spPr>
        <p:txBody>
          <a:bodyPr anchor="ctr">
            <a:normAutofit/>
          </a:bodyPr>
          <a:lstStyle>
            <a:lvl1pPr algn="l">
              <a:lnSpc>
                <a:spcPct val="80000"/>
              </a:lnSpc>
              <a:defRPr sz="3200" b="0" i="0">
                <a:solidFill>
                  <a:schemeClr val="tx1"/>
                </a:solidFill>
                <a:latin typeface="Trebuchet MS" panose="020B0703020202090204" pitchFamily="34" charset="0"/>
                <a:cs typeface="Rockwell Nova Light" panose="02060303020205020403" pitchFamily="18" charset="0"/>
              </a:defRPr>
            </a:lvl1pPr>
          </a:lstStyle>
          <a:p>
            <a:pPr lvl="0"/>
            <a:r>
              <a:rPr lang="en-US" dirty="0"/>
              <a:t>Edit master text styles </a:t>
            </a:r>
          </a:p>
        </p:txBody>
      </p:sp>
    </p:spTree>
    <p:extLst>
      <p:ext uri="{BB962C8B-B14F-4D97-AF65-F5344CB8AC3E}">
        <p14:creationId xmlns:p14="http://schemas.microsoft.com/office/powerpoint/2010/main" val="285676426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Comparison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549406C-54AA-BB4A-A894-DCE9A23B31DE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2036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Proxima Nova Regular" panose="02000506030000020004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176D08-DDAD-E54A-B358-69F6739D98F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5300" y="1189899"/>
            <a:ext cx="5081891" cy="4351338"/>
          </a:xfrm>
          <a:ln>
            <a:noFill/>
          </a:ln>
        </p:spPr>
        <p:txBody>
          <a:bodyPr anchor="ctr">
            <a:normAutofit/>
          </a:bodyPr>
          <a:lstStyle>
            <a:lvl1pPr algn="l">
              <a:lnSpc>
                <a:spcPct val="80000"/>
              </a:lnSpc>
              <a:defRPr sz="3200" b="1" i="0">
                <a:ln>
                  <a:noFill/>
                </a:ln>
                <a:solidFill>
                  <a:schemeClr val="bg1"/>
                </a:solidFill>
                <a:latin typeface="Trebuchet MS" panose="020B0703020202090204" pitchFamily="34" charset="0"/>
                <a:cs typeface="Trebuchet MS" panose="020B070302020209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1F86E1D-B041-3D46-9EA6-1DD6635C613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765651" y="6408817"/>
            <a:ext cx="206592" cy="275456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311BB367-3720-D040-9568-E85258049C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307014" y="6400799"/>
            <a:ext cx="745915" cy="2914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bg2"/>
                </a:solidFill>
              </a:defRPr>
            </a:lvl1pPr>
          </a:lstStyle>
          <a:p>
            <a:fld id="{4BEAA09E-D67E-864E-8466-C38E88600C4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333D9061-B4C8-E14D-8CCD-998F2E9D900D}"/>
              </a:ext>
            </a:extLst>
          </p:cNvPr>
          <p:cNvSpPr txBox="1">
            <a:spLocks/>
          </p:cNvSpPr>
          <p:nvPr userDrawn="1"/>
        </p:nvSpPr>
        <p:spPr>
          <a:xfrm>
            <a:off x="7803493" y="6400799"/>
            <a:ext cx="2743200" cy="2914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0" i="0" dirty="0">
                <a:latin typeface="Trebuchet MS" panose="020B0703020202090204" pitchFamily="34" charset="0"/>
              </a:rPr>
              <a:t>Confidential – Internal Use Only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889A7CD5-599F-5647-A261-6F4FC4C7C71D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6531428" y="1189899"/>
            <a:ext cx="5141763" cy="4351338"/>
          </a:xfrm>
        </p:spPr>
        <p:txBody>
          <a:bodyPr anchor="ctr">
            <a:normAutofit/>
          </a:bodyPr>
          <a:lstStyle>
            <a:lvl1pPr algn="l">
              <a:lnSpc>
                <a:spcPct val="80000"/>
              </a:lnSpc>
              <a:defRPr sz="3200" b="0" i="0">
                <a:solidFill>
                  <a:schemeClr val="accent1"/>
                </a:solidFill>
                <a:latin typeface="Trebuchet MS" panose="020B0703020202090204" pitchFamily="34" charset="0"/>
                <a:cs typeface="Trebuchet MS" panose="020B070302020209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758000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104" userDrawn="1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549406C-54AA-BB4A-A894-DCE9A23B31DE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Proxima Nova Regular" panose="02000506030000020004" pitchFamily="2" charset="0"/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D613E1D2-5834-AD41-804E-D607287602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307014" y="6400799"/>
            <a:ext cx="745915" cy="2914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bg2"/>
                </a:solidFill>
              </a:defRPr>
            </a:lvl1pPr>
          </a:lstStyle>
          <a:p>
            <a:fld id="{4BEAA09E-D67E-864E-8466-C38E88600C4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DF170BCB-3373-5549-9815-B668B2498165}"/>
              </a:ext>
            </a:extLst>
          </p:cNvPr>
          <p:cNvSpPr txBox="1">
            <a:spLocks/>
          </p:cNvSpPr>
          <p:nvPr userDrawn="1"/>
        </p:nvSpPr>
        <p:spPr>
          <a:xfrm>
            <a:off x="7803493" y="6400799"/>
            <a:ext cx="2743200" cy="2914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0" i="0" dirty="0">
                <a:latin typeface="Trebuchet MS" panose="020B0703020202090204" pitchFamily="34" charset="0"/>
              </a:rPr>
              <a:t>Confidential – Internal Use Only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8C30483-00F3-D64E-AAE5-F07B9B5C01D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690406" y="6408817"/>
            <a:ext cx="206592" cy="275456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0ECE671-F431-CD4B-9BF1-7FDB1F32755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531429" y="1189899"/>
            <a:ext cx="5141762" cy="4351338"/>
          </a:xfrm>
        </p:spPr>
        <p:txBody>
          <a:bodyPr anchor="ctr">
            <a:normAutofit/>
          </a:bodyPr>
          <a:lstStyle>
            <a:lvl1pPr algn="l">
              <a:lnSpc>
                <a:spcPct val="80000"/>
              </a:lnSpc>
              <a:defRPr sz="3200" b="0" i="0">
                <a:solidFill>
                  <a:schemeClr val="accent1"/>
                </a:solidFill>
                <a:latin typeface="Trebuchet MS" panose="020B0703020202090204" pitchFamily="34" charset="0"/>
                <a:cs typeface="Trebuchet MS" panose="020B070302020209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E634AED-FE2D-5A49-9C4F-52E8C06D75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5999" cy="68580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691430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460B3-6ACD-194D-9D44-C086FB4701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516" y="365125"/>
            <a:ext cx="10972800" cy="987019"/>
          </a:xfrm>
        </p:spPr>
        <p:txBody>
          <a:bodyPr/>
          <a:lstStyle>
            <a:lvl1pPr algn="l">
              <a:lnSpc>
                <a:spcPct val="80000"/>
              </a:lnSpc>
              <a:defRPr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6BAE6AD-B7D4-B04A-86FE-7779FC9A23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765651" y="6408817"/>
            <a:ext cx="206592" cy="275456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CD8113E-1FCA-604A-96E5-3BF77C5AC38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77516" y="1942677"/>
            <a:ext cx="10972800" cy="4229524"/>
          </a:xfrm>
        </p:spPr>
        <p:txBody>
          <a:bodyPr/>
          <a:lstStyle>
            <a:lvl1pPr>
              <a:lnSpc>
                <a:spcPct val="110000"/>
              </a:lnSpc>
              <a:spcAft>
                <a:spcPts val="800"/>
              </a:spcAft>
              <a:defRPr/>
            </a:lvl1pPr>
            <a:lvl2pPr marL="15875" indent="0">
              <a:lnSpc>
                <a:spcPct val="110000"/>
              </a:lnSpc>
              <a:buNone/>
              <a:tabLst/>
              <a:defRPr sz="1800" b="0">
                <a:solidFill>
                  <a:schemeClr val="tx1"/>
                </a:solidFill>
              </a:defRPr>
            </a:lvl2pPr>
            <a:lvl3pPr marL="287338" indent="-169863">
              <a:lnSpc>
                <a:spcPct val="110000"/>
              </a:lnSpc>
              <a:tabLst/>
              <a:defRPr sz="1600"/>
            </a:lvl3pPr>
            <a:lvl4pPr marL="693738" indent="-169863">
              <a:lnSpc>
                <a:spcPct val="110000"/>
              </a:lnSpc>
              <a:tabLst/>
              <a:defRPr sz="1400"/>
            </a:lvl4pPr>
            <a:lvl5pPr>
              <a:lnSpc>
                <a:spcPct val="110000"/>
              </a:lnSpc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817CF6A-808E-8C4F-9BE1-5072668480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1015" y="6400799"/>
            <a:ext cx="2743200" cy="2914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bg2"/>
                </a:solidFill>
              </a:defRPr>
            </a:lvl1pPr>
          </a:lstStyle>
          <a:p>
            <a:fld id="{4BEAA09E-D67E-864E-8466-C38E88600C4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6CCA6249-8962-9949-96AE-7C11B8F0135F}"/>
              </a:ext>
            </a:extLst>
          </p:cNvPr>
          <p:cNvSpPr txBox="1">
            <a:spLocks/>
          </p:cNvSpPr>
          <p:nvPr userDrawn="1"/>
        </p:nvSpPr>
        <p:spPr>
          <a:xfrm>
            <a:off x="4700337" y="6400799"/>
            <a:ext cx="2743200" cy="2914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0" i="0" dirty="0">
                <a:latin typeface="Trebuchet MS" panose="020B0703020202090204" pitchFamily="34" charset="0"/>
              </a:rPr>
              <a:t>Confidential – 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184003531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460B3-6ACD-194D-9D44-C086FB4701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516" y="365125"/>
            <a:ext cx="10972800" cy="987019"/>
          </a:xfrm>
        </p:spPr>
        <p:txBody>
          <a:bodyPr/>
          <a:lstStyle>
            <a:lvl1pPr algn="l">
              <a:lnSpc>
                <a:spcPct val="80000"/>
              </a:lnSpc>
              <a:defRPr b="1" i="0">
                <a:solidFill>
                  <a:schemeClr val="tx2"/>
                </a:solidFill>
                <a:latin typeface="Trebuchet MS" panose="020B070302020209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6BAE6AD-B7D4-B04A-86FE-7779FC9A23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765651" y="6408817"/>
            <a:ext cx="206592" cy="275456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CD8113E-1FCA-604A-96E5-3BF77C5AC38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77516" y="1942677"/>
            <a:ext cx="10972800" cy="4229524"/>
          </a:xfrm>
        </p:spPr>
        <p:txBody>
          <a:bodyPr/>
          <a:lstStyle>
            <a:lvl1pPr>
              <a:lnSpc>
                <a:spcPct val="110000"/>
              </a:lnSpc>
              <a:spcAft>
                <a:spcPts val="800"/>
              </a:spcAft>
              <a:defRPr/>
            </a:lvl1pPr>
            <a:lvl2pPr marL="15875" indent="0">
              <a:lnSpc>
                <a:spcPct val="110000"/>
              </a:lnSpc>
              <a:buNone/>
              <a:tabLst/>
              <a:defRPr sz="1800" b="0">
                <a:solidFill>
                  <a:schemeClr val="tx1"/>
                </a:solidFill>
              </a:defRPr>
            </a:lvl2pPr>
            <a:lvl3pPr marL="287338" indent="-169863">
              <a:lnSpc>
                <a:spcPct val="110000"/>
              </a:lnSpc>
              <a:tabLst/>
              <a:defRPr sz="1600"/>
            </a:lvl3pPr>
            <a:lvl4pPr marL="693738" indent="-169863">
              <a:lnSpc>
                <a:spcPct val="110000"/>
              </a:lnSpc>
              <a:tabLst/>
              <a:defRPr sz="1400"/>
            </a:lvl4pPr>
            <a:lvl5pPr>
              <a:lnSpc>
                <a:spcPct val="110000"/>
              </a:lnSpc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817CF6A-808E-8C4F-9BE1-5072668480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1015" y="6400799"/>
            <a:ext cx="2743200" cy="2914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bg2"/>
                </a:solidFill>
              </a:defRPr>
            </a:lvl1pPr>
          </a:lstStyle>
          <a:p>
            <a:fld id="{4BEAA09E-D67E-864E-8466-C38E88600C4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6CCA6249-8962-9949-96AE-7C11B8F0135F}"/>
              </a:ext>
            </a:extLst>
          </p:cNvPr>
          <p:cNvSpPr txBox="1">
            <a:spLocks/>
          </p:cNvSpPr>
          <p:nvPr userDrawn="1"/>
        </p:nvSpPr>
        <p:spPr>
          <a:xfrm>
            <a:off x="4700337" y="6400799"/>
            <a:ext cx="2743200" cy="2914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0" i="0" dirty="0">
                <a:latin typeface="Trebuchet MS" panose="020B0703020202090204" pitchFamily="34" charset="0"/>
              </a:rPr>
              <a:t>Confidential – 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191821587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460B3-6ACD-194D-9D44-C086FB4701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516" y="365125"/>
            <a:ext cx="10972800" cy="987019"/>
          </a:xfrm>
        </p:spPr>
        <p:txBody>
          <a:bodyPr/>
          <a:lstStyle>
            <a:lvl1pPr algn="l">
              <a:lnSpc>
                <a:spcPct val="80000"/>
              </a:lnSpc>
              <a:defRPr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6BAE6AD-B7D4-B04A-86FE-7779FC9A23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765651" y="6408817"/>
            <a:ext cx="206592" cy="275456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CD8113E-1FCA-604A-96E5-3BF77C5AC38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77516" y="1942677"/>
            <a:ext cx="5399951" cy="4229524"/>
          </a:xfrm>
        </p:spPr>
        <p:txBody>
          <a:bodyPr/>
          <a:lstStyle>
            <a:lvl1pPr>
              <a:lnSpc>
                <a:spcPct val="110000"/>
              </a:lnSpc>
              <a:spcAft>
                <a:spcPts val="800"/>
              </a:spcAft>
              <a:defRPr/>
            </a:lvl1pPr>
            <a:lvl2pPr marL="15875" indent="0">
              <a:lnSpc>
                <a:spcPct val="110000"/>
              </a:lnSpc>
              <a:buNone/>
              <a:tabLst/>
              <a:defRPr sz="1800" b="0">
                <a:solidFill>
                  <a:schemeClr val="tx1"/>
                </a:solidFill>
              </a:defRPr>
            </a:lvl2pPr>
            <a:lvl3pPr marL="287338" indent="-169863">
              <a:lnSpc>
                <a:spcPct val="110000"/>
              </a:lnSpc>
              <a:tabLst/>
              <a:defRPr sz="1600"/>
            </a:lvl3pPr>
            <a:lvl4pPr marL="693738" indent="-169863">
              <a:lnSpc>
                <a:spcPct val="110000"/>
              </a:lnSpc>
              <a:tabLst/>
              <a:defRPr sz="1400"/>
            </a:lvl4pPr>
            <a:lvl5pPr>
              <a:lnSpc>
                <a:spcPct val="110000"/>
              </a:lnSpc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817CF6A-808E-8C4F-9BE1-5072668480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1015" y="6400799"/>
            <a:ext cx="2743200" cy="2914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bg2"/>
                </a:solidFill>
              </a:defRPr>
            </a:lvl1pPr>
          </a:lstStyle>
          <a:p>
            <a:fld id="{4BEAA09E-D67E-864E-8466-C38E88600C4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6CCA6249-8962-9949-96AE-7C11B8F0135F}"/>
              </a:ext>
            </a:extLst>
          </p:cNvPr>
          <p:cNvSpPr txBox="1">
            <a:spLocks/>
          </p:cNvSpPr>
          <p:nvPr userDrawn="1"/>
        </p:nvSpPr>
        <p:spPr>
          <a:xfrm>
            <a:off x="4700337" y="6400799"/>
            <a:ext cx="2743200" cy="2914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0" i="0" dirty="0">
                <a:latin typeface="Trebuchet MS" panose="020B0703020202090204" pitchFamily="34" charset="0"/>
              </a:rPr>
              <a:t>Confidential – Internal Use Only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A0CAA9C4-E772-E443-A2A4-0F2D14E9891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0365" y="1942677"/>
            <a:ext cx="5399951" cy="4229524"/>
          </a:xfrm>
        </p:spPr>
        <p:txBody>
          <a:bodyPr/>
          <a:lstStyle>
            <a:lvl1pPr>
              <a:lnSpc>
                <a:spcPct val="110000"/>
              </a:lnSpc>
              <a:spcAft>
                <a:spcPts val="800"/>
              </a:spcAft>
              <a:defRPr/>
            </a:lvl1pPr>
            <a:lvl2pPr marL="15875" indent="0">
              <a:lnSpc>
                <a:spcPct val="110000"/>
              </a:lnSpc>
              <a:buNone/>
              <a:tabLst/>
              <a:defRPr sz="1800" b="0">
                <a:solidFill>
                  <a:schemeClr val="tx1"/>
                </a:solidFill>
              </a:defRPr>
            </a:lvl2pPr>
            <a:lvl3pPr marL="287338" indent="-169863">
              <a:lnSpc>
                <a:spcPct val="110000"/>
              </a:lnSpc>
              <a:tabLst/>
              <a:defRPr sz="1600"/>
            </a:lvl3pPr>
            <a:lvl4pPr marL="693738" indent="-169863">
              <a:lnSpc>
                <a:spcPct val="110000"/>
              </a:lnSpc>
              <a:tabLst/>
              <a:defRPr sz="1400"/>
            </a:lvl4pPr>
            <a:lvl5pPr>
              <a:lnSpc>
                <a:spcPct val="110000"/>
              </a:lnSpc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412188149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460B3-6ACD-194D-9D44-C086FB4701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516" y="365125"/>
            <a:ext cx="10972800" cy="987019"/>
          </a:xfrm>
        </p:spPr>
        <p:txBody>
          <a:bodyPr/>
          <a:lstStyle>
            <a:lvl1pPr algn="l">
              <a:lnSpc>
                <a:spcPct val="80000"/>
              </a:lnSpc>
              <a:defRPr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6BAE6AD-B7D4-B04A-86FE-7779FC9A23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765651" y="6408817"/>
            <a:ext cx="206592" cy="275456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CD8113E-1FCA-604A-96E5-3BF77C5AC38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77517" y="1942677"/>
            <a:ext cx="3516658" cy="4229524"/>
          </a:xfrm>
        </p:spPr>
        <p:txBody>
          <a:bodyPr/>
          <a:lstStyle>
            <a:lvl1pPr>
              <a:lnSpc>
                <a:spcPct val="110000"/>
              </a:lnSpc>
              <a:spcAft>
                <a:spcPts val="800"/>
              </a:spcAft>
              <a:defRPr/>
            </a:lvl1pPr>
            <a:lvl2pPr marL="15875" indent="0">
              <a:lnSpc>
                <a:spcPct val="110000"/>
              </a:lnSpc>
              <a:buNone/>
              <a:tabLst/>
              <a:defRPr sz="1800" b="0">
                <a:solidFill>
                  <a:schemeClr val="tx1"/>
                </a:solidFill>
              </a:defRPr>
            </a:lvl2pPr>
            <a:lvl3pPr marL="287338" indent="-169863">
              <a:lnSpc>
                <a:spcPct val="110000"/>
              </a:lnSpc>
              <a:tabLst/>
              <a:defRPr sz="1600"/>
            </a:lvl3pPr>
            <a:lvl4pPr marL="693738" indent="-169863">
              <a:lnSpc>
                <a:spcPct val="110000"/>
              </a:lnSpc>
              <a:tabLst/>
              <a:defRPr sz="1400"/>
            </a:lvl4pPr>
            <a:lvl5pPr>
              <a:lnSpc>
                <a:spcPct val="110000"/>
              </a:lnSpc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817CF6A-808E-8C4F-9BE1-5072668480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1015" y="6400799"/>
            <a:ext cx="2743200" cy="2914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bg2"/>
                </a:solidFill>
              </a:defRPr>
            </a:lvl1pPr>
          </a:lstStyle>
          <a:p>
            <a:fld id="{4BEAA09E-D67E-864E-8466-C38E88600C4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6CCA6249-8962-9949-96AE-7C11B8F0135F}"/>
              </a:ext>
            </a:extLst>
          </p:cNvPr>
          <p:cNvSpPr txBox="1">
            <a:spLocks/>
          </p:cNvSpPr>
          <p:nvPr userDrawn="1"/>
        </p:nvSpPr>
        <p:spPr>
          <a:xfrm>
            <a:off x="4700337" y="6400799"/>
            <a:ext cx="2743200" cy="2914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0" i="0" dirty="0">
                <a:latin typeface="Trebuchet MS" panose="020B0703020202090204" pitchFamily="34" charset="0"/>
              </a:rPr>
              <a:t>Confidential – Internal Use Only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A0CAA9C4-E772-E443-A2A4-0F2D14E9891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05587" y="1942677"/>
            <a:ext cx="3516658" cy="4229524"/>
          </a:xfrm>
        </p:spPr>
        <p:txBody>
          <a:bodyPr/>
          <a:lstStyle>
            <a:lvl1pPr>
              <a:lnSpc>
                <a:spcPct val="110000"/>
              </a:lnSpc>
              <a:spcAft>
                <a:spcPts val="800"/>
              </a:spcAft>
              <a:defRPr/>
            </a:lvl1pPr>
            <a:lvl2pPr marL="15875" indent="0">
              <a:lnSpc>
                <a:spcPct val="110000"/>
              </a:lnSpc>
              <a:buNone/>
              <a:tabLst/>
              <a:defRPr sz="1800" b="0">
                <a:solidFill>
                  <a:schemeClr val="tx1"/>
                </a:solidFill>
              </a:defRPr>
            </a:lvl2pPr>
            <a:lvl3pPr marL="287338" indent="-169863">
              <a:lnSpc>
                <a:spcPct val="110000"/>
              </a:lnSpc>
              <a:tabLst/>
              <a:defRPr sz="1600"/>
            </a:lvl3pPr>
            <a:lvl4pPr marL="693738" indent="-169863">
              <a:lnSpc>
                <a:spcPct val="110000"/>
              </a:lnSpc>
              <a:tabLst/>
              <a:defRPr sz="1400"/>
            </a:lvl4pPr>
            <a:lvl5pPr>
              <a:lnSpc>
                <a:spcPct val="110000"/>
              </a:lnSpc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CC246391-91B4-BC47-A6BA-88CFDDCA116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033658" y="1942677"/>
            <a:ext cx="3516658" cy="4229524"/>
          </a:xfrm>
        </p:spPr>
        <p:txBody>
          <a:bodyPr/>
          <a:lstStyle>
            <a:lvl1pPr>
              <a:lnSpc>
                <a:spcPct val="110000"/>
              </a:lnSpc>
              <a:spcAft>
                <a:spcPts val="800"/>
              </a:spcAft>
              <a:defRPr/>
            </a:lvl1pPr>
            <a:lvl2pPr marL="15875" indent="0">
              <a:lnSpc>
                <a:spcPct val="110000"/>
              </a:lnSpc>
              <a:buNone/>
              <a:tabLst/>
              <a:defRPr sz="1800" b="0">
                <a:solidFill>
                  <a:schemeClr val="tx1"/>
                </a:solidFill>
              </a:defRPr>
            </a:lvl2pPr>
            <a:lvl3pPr marL="287338" indent="-169863">
              <a:lnSpc>
                <a:spcPct val="110000"/>
              </a:lnSpc>
              <a:tabLst/>
              <a:defRPr sz="1600"/>
            </a:lvl3pPr>
            <a:lvl4pPr marL="693738" indent="-169863">
              <a:lnSpc>
                <a:spcPct val="110000"/>
              </a:lnSpc>
              <a:tabLst/>
              <a:defRPr sz="1400"/>
            </a:lvl4pPr>
            <a:lvl5pPr>
              <a:lnSpc>
                <a:spcPct val="110000"/>
              </a:lnSpc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8979321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-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0E1FAF-85CD-FA4B-81FE-A9FD82D22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</a:lstStyle>
          <a:p>
            <a:fld id="{4BEAA09E-D67E-864E-8466-C38E88600C4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216341-DBB4-0D4B-B285-B706134D811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765651" y="6408817"/>
            <a:ext cx="206592" cy="275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03174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 Background">
    <p:bg>
      <p:bgPr>
        <a:solidFill>
          <a:srgbClr val="C50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060186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Backgrou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380887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Background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976784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bg>
      <p:bgPr>
        <a:solidFill>
          <a:srgbClr val="C50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43CA030-B9BB-F44B-87E8-9D88D615959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B71CDD-03B6-5447-B8EF-BC2DD2AB7DD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0" y="1658249"/>
            <a:ext cx="10058400" cy="2387600"/>
          </a:xfrm>
        </p:spPr>
        <p:txBody>
          <a:bodyPr anchor="b"/>
          <a:lstStyle>
            <a:lvl1pPr algn="l">
              <a:lnSpc>
                <a:spcPct val="80000"/>
              </a:lnSpc>
              <a:defRPr sz="5000" b="1" i="0" spc="0" baseline="0">
                <a:solidFill>
                  <a:schemeClr val="bg1"/>
                </a:solidFill>
                <a:latin typeface="Trebuchet MS" panose="020B070302020209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572D1E-ECF6-C04B-874C-31D977FFD31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600" y="4077886"/>
            <a:ext cx="10058400" cy="1655762"/>
          </a:xfr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buNone/>
              <a:defRPr sz="1500" b="0" i="0" kern="800" spc="300" baseline="0">
                <a:solidFill>
                  <a:schemeClr val="bg2">
                    <a:lumMod val="20000"/>
                    <a:lumOff val="80000"/>
                  </a:schemeClr>
                </a:solidFill>
                <a:latin typeface="Trebuchet MS" panose="020B070302020209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776B36C-1ADE-4B47-A218-99AEE676BE5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784591" y="6415616"/>
            <a:ext cx="196394" cy="26185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B0F7620-0E7C-AB48-9117-2E580F93F8F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79" y="637899"/>
            <a:ext cx="1793826" cy="49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56396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C50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43CA030-B9BB-F44B-87E8-9D88D615959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B71CDD-03B6-5447-B8EF-BC2DD2AB7DD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0" y="1658249"/>
            <a:ext cx="10058400" cy="2387600"/>
          </a:xfrm>
        </p:spPr>
        <p:txBody>
          <a:bodyPr anchor="b"/>
          <a:lstStyle>
            <a:lvl1pPr algn="l">
              <a:lnSpc>
                <a:spcPct val="80000"/>
              </a:lnSpc>
              <a:defRPr sz="5000" b="1" i="0" spc="0" baseline="0">
                <a:solidFill>
                  <a:schemeClr val="bg1"/>
                </a:solidFill>
                <a:latin typeface="Trebuchet MS" panose="020B070302020209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572D1E-ECF6-C04B-874C-31D977FFD31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600" y="4077886"/>
            <a:ext cx="10058400" cy="1655762"/>
          </a:xfr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buNone/>
              <a:defRPr sz="1500" b="0" i="0" kern="800" spc="300" baseline="0">
                <a:solidFill>
                  <a:schemeClr val="bg2">
                    <a:lumMod val="20000"/>
                    <a:lumOff val="80000"/>
                  </a:schemeClr>
                </a:solidFill>
                <a:latin typeface="Trebuchet MS" panose="020B070302020209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776B36C-1ADE-4B47-A218-99AEE676BE5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784591" y="6415616"/>
            <a:ext cx="196394" cy="26185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B0F7620-0E7C-AB48-9117-2E580F93F8F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79" y="637899"/>
            <a:ext cx="1793826" cy="49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76092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Point - Red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E778F8C-30DF-F842-ADEE-52BB756B5D43}"/>
              </a:ext>
            </a:extLst>
          </p:cNvPr>
          <p:cNvSpPr/>
          <p:nvPr userDrawn="1"/>
        </p:nvSpPr>
        <p:spPr>
          <a:xfrm>
            <a:off x="1" y="1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949B4A-737F-9943-BA78-DDF26CE4B4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302299"/>
            <a:ext cx="10515600" cy="4207548"/>
          </a:xfrm>
          <a:ln w="3175">
            <a:noFill/>
          </a:ln>
        </p:spPr>
        <p:txBody>
          <a:bodyPr anchor="ctr"/>
          <a:lstStyle>
            <a:lvl1pPr algn="l">
              <a:lnSpc>
                <a:spcPct val="100000"/>
              </a:lnSpc>
              <a:defRPr sz="4500" b="1" i="0">
                <a:solidFill>
                  <a:schemeClr val="bg1"/>
                </a:solidFill>
                <a:latin typeface="Trebuchet MS" panose="020B070302020209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531A395-5299-7D44-A1C5-492B77DA57B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784591" y="6415616"/>
            <a:ext cx="196394" cy="261858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08880F-2D4A-9544-A50E-C5BA3EADCBB5}"/>
              </a:ext>
            </a:extLst>
          </p:cNvPr>
          <p:cNvSpPr txBox="1">
            <a:spLocks/>
          </p:cNvSpPr>
          <p:nvPr userDrawn="1"/>
        </p:nvSpPr>
        <p:spPr>
          <a:xfrm>
            <a:off x="4700337" y="6400799"/>
            <a:ext cx="2743200" cy="2914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0" i="0" dirty="0">
                <a:latin typeface="Trebuchet MS" panose="020B0703020202090204" pitchFamily="34" charset="0"/>
              </a:rPr>
              <a:t>Confidential – 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351069768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Point - Blue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E778F8C-30DF-F842-ADEE-52BB756B5D43}"/>
              </a:ext>
            </a:extLst>
          </p:cNvPr>
          <p:cNvSpPr/>
          <p:nvPr userDrawn="1"/>
        </p:nvSpPr>
        <p:spPr>
          <a:xfrm>
            <a:off x="1" y="1"/>
            <a:ext cx="12192000" cy="6858000"/>
          </a:xfrm>
          <a:prstGeom prst="rect">
            <a:avLst/>
          </a:prstGeom>
          <a:solidFill>
            <a:srgbClr val="2036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949B4A-737F-9943-BA78-DDF26CE4B4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302299"/>
            <a:ext cx="10515600" cy="4207548"/>
          </a:xfrm>
          <a:ln w="3175">
            <a:noFill/>
          </a:ln>
        </p:spPr>
        <p:txBody>
          <a:bodyPr anchor="ctr"/>
          <a:lstStyle>
            <a:lvl1pPr algn="l">
              <a:lnSpc>
                <a:spcPct val="100000"/>
              </a:lnSpc>
              <a:defRPr sz="4500" b="1" i="0">
                <a:solidFill>
                  <a:schemeClr val="bg1"/>
                </a:solidFill>
                <a:latin typeface="Trebuchet MS" panose="020B070302020209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531A395-5299-7D44-A1C5-492B77DA57B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784591" y="6415616"/>
            <a:ext cx="196394" cy="261858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08880F-2D4A-9544-A50E-C5BA3EADCBB5}"/>
              </a:ext>
            </a:extLst>
          </p:cNvPr>
          <p:cNvSpPr txBox="1">
            <a:spLocks/>
          </p:cNvSpPr>
          <p:nvPr userDrawn="1"/>
        </p:nvSpPr>
        <p:spPr>
          <a:xfrm>
            <a:off x="4700337" y="6400799"/>
            <a:ext cx="2743200" cy="2914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0" i="0" dirty="0">
                <a:latin typeface="Trebuchet MS" panose="020B0703020202090204" pitchFamily="34" charset="0"/>
              </a:rPr>
              <a:t>Confidential – 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205056311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Point - 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E778F8C-30DF-F842-ADEE-52BB756B5D43}"/>
              </a:ext>
            </a:extLst>
          </p:cNvPr>
          <p:cNvSpPr/>
          <p:nvPr userDrawn="1"/>
        </p:nvSpPr>
        <p:spPr>
          <a:xfrm>
            <a:off x="1" y="1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949B4A-737F-9943-BA78-DDF26CE4B4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302299"/>
            <a:ext cx="10515600" cy="4207548"/>
          </a:xfrm>
          <a:ln w="3175">
            <a:noFill/>
          </a:ln>
        </p:spPr>
        <p:txBody>
          <a:bodyPr anchor="ctr"/>
          <a:lstStyle>
            <a:lvl1pPr algn="l">
              <a:lnSpc>
                <a:spcPct val="100000"/>
              </a:lnSpc>
              <a:defRPr sz="4500" b="1" i="0">
                <a:solidFill>
                  <a:srgbClr val="C50F3C"/>
                </a:solidFill>
                <a:latin typeface="Trebuchet MS" panose="020B070302020209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C15627-71F4-D94E-9E76-16A5E0A7B8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765651" y="6408817"/>
            <a:ext cx="206592" cy="27545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7699E1-1B62-794A-94A6-68D1CF83160F}"/>
              </a:ext>
            </a:extLst>
          </p:cNvPr>
          <p:cNvSpPr txBox="1">
            <a:spLocks/>
          </p:cNvSpPr>
          <p:nvPr userDrawn="1"/>
        </p:nvSpPr>
        <p:spPr>
          <a:xfrm>
            <a:off x="4700337" y="6400799"/>
            <a:ext cx="2743200" cy="2914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0" i="0" dirty="0">
                <a:latin typeface="Trebuchet MS" panose="020B0703020202090204" pitchFamily="34" charset="0"/>
              </a:rPr>
              <a:t>Confidential – 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42281944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Point - Blu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E778F8C-30DF-F842-ADEE-52BB756B5D43}"/>
              </a:ext>
            </a:extLst>
          </p:cNvPr>
          <p:cNvSpPr/>
          <p:nvPr userDrawn="1"/>
        </p:nvSpPr>
        <p:spPr>
          <a:xfrm>
            <a:off x="1" y="1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949B4A-737F-9943-BA78-DDF26CE4B4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302299"/>
            <a:ext cx="10515600" cy="4207548"/>
          </a:xfrm>
          <a:ln w="3175">
            <a:noFill/>
          </a:ln>
        </p:spPr>
        <p:txBody>
          <a:bodyPr anchor="ctr"/>
          <a:lstStyle>
            <a:lvl1pPr algn="l">
              <a:lnSpc>
                <a:spcPct val="100000"/>
              </a:lnSpc>
              <a:defRPr sz="45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C15627-71F4-D94E-9E76-16A5E0A7B8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765651" y="6408817"/>
            <a:ext cx="206592" cy="27545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7699E1-1B62-794A-94A6-68D1CF83160F}"/>
              </a:ext>
            </a:extLst>
          </p:cNvPr>
          <p:cNvSpPr txBox="1">
            <a:spLocks/>
          </p:cNvSpPr>
          <p:nvPr userDrawn="1"/>
        </p:nvSpPr>
        <p:spPr>
          <a:xfrm>
            <a:off x="4700337" y="6400799"/>
            <a:ext cx="2743200" cy="2914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0" i="0" dirty="0">
                <a:latin typeface="Trebuchet MS" panose="020B0703020202090204" pitchFamily="34" charset="0"/>
              </a:rPr>
              <a:t>Confidential – 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315735772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Point -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FCF386F-4435-1E40-A8ED-AFFEAC3031C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949B4A-737F-9943-BA78-DDF26CE4B4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932482"/>
            <a:ext cx="10515600" cy="1895109"/>
          </a:xfrm>
          <a:ln w="3175">
            <a:noFill/>
          </a:ln>
        </p:spPr>
        <p:txBody>
          <a:bodyPr anchor="ctr"/>
          <a:lstStyle>
            <a:lvl1pPr algn="l">
              <a:lnSpc>
                <a:spcPct val="80000"/>
              </a:lnSpc>
              <a:defRPr sz="5500" b="1" i="0" spc="300">
                <a:solidFill>
                  <a:schemeClr val="bg1"/>
                </a:solidFill>
                <a:effectLst>
                  <a:outerShdw blurRad="127000" dist="38100" dir="5400000" algn="t" rotWithShape="0">
                    <a:prstClr val="black"/>
                  </a:outerShdw>
                </a:effectLst>
                <a:latin typeface="Trebuchet MS" panose="020B070302020209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33D4413-B16E-B048-AA99-4B9BAA9B49B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784591" y="6415616"/>
            <a:ext cx="196394" cy="261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54279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E634AED-FE2D-5A49-9C4F-52E8C06D75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12191998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33E1CBD-1A22-C34C-8DC4-474E34B2CDF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0" y="957364"/>
            <a:ext cx="5939883" cy="4943272"/>
          </a:xfrm>
          <a:solidFill>
            <a:srgbClr val="C50F3C"/>
          </a:solidFill>
        </p:spPr>
        <p:txBody>
          <a:bodyPr lIns="914400" tIns="914400" rIns="914400" bIns="914400" anchor="ctr">
            <a:normAutofit/>
          </a:bodyPr>
          <a:lstStyle>
            <a:lvl1pPr algn="l">
              <a:lnSpc>
                <a:spcPct val="80000"/>
              </a:lnSpc>
              <a:defRPr sz="3200" b="1" i="0" spc="300">
                <a:solidFill>
                  <a:schemeClr val="bg1"/>
                </a:solidFill>
                <a:latin typeface="Trebuchet MS" panose="020B0703020202090204" pitchFamily="34" charset="0"/>
                <a:cs typeface="Rockwell Nova Light" panose="02060303020205020403" pitchFamily="18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8696217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/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C5E49E7-6ADE-DD40-AD32-5A28176B24BC}"/>
              </a:ext>
            </a:extLst>
          </p:cNvPr>
          <p:cNvSpPr/>
          <p:nvPr userDrawn="1"/>
        </p:nvSpPr>
        <p:spPr>
          <a:xfrm>
            <a:off x="4249783" y="0"/>
            <a:ext cx="794221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45C0A2E-84ED-694A-8D40-40A9466155D7}"/>
              </a:ext>
            </a:extLst>
          </p:cNvPr>
          <p:cNvSpPr/>
          <p:nvPr userDrawn="1"/>
        </p:nvSpPr>
        <p:spPr>
          <a:xfrm>
            <a:off x="0" y="0"/>
            <a:ext cx="4249783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176D08-DDAD-E54A-B358-69F6739D98F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5300" y="1189899"/>
            <a:ext cx="3397294" cy="4351338"/>
          </a:xfrm>
        </p:spPr>
        <p:txBody>
          <a:bodyPr anchor="ctr">
            <a:normAutofit/>
          </a:bodyPr>
          <a:lstStyle>
            <a:lvl1pPr algn="l">
              <a:lnSpc>
                <a:spcPct val="80000"/>
              </a:lnSpc>
              <a:defRPr sz="5000" b="1" i="0" spc="300">
                <a:solidFill>
                  <a:schemeClr val="bg1"/>
                </a:solidFill>
                <a:latin typeface="Trebuchet MS" panose="020B0703020202090204" pitchFamily="34" charset="0"/>
                <a:cs typeface="Rockwell Nova Light" panose="02060303020205020403" pitchFamily="18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9753706-DED6-894F-BE2A-F4DA16AF10A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765651" y="6408817"/>
            <a:ext cx="206592" cy="275456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AEB27AF-DD57-7246-971E-7506C05081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06972" y="781844"/>
            <a:ext cx="7157992" cy="5294312"/>
          </a:xfrm>
        </p:spPr>
        <p:txBody>
          <a:bodyPr anchor="ctr"/>
          <a:lstStyle>
            <a:lvl1pPr marL="457200" indent="-457200">
              <a:lnSpc>
                <a:spcPct val="110000"/>
              </a:lnSpc>
              <a:buFont typeface="+mj-lt"/>
              <a:buAutoNum type="arabicPeriod"/>
              <a:defRPr/>
            </a:lvl1pPr>
            <a:lvl2pPr marL="800100" indent="-331788">
              <a:lnSpc>
                <a:spcPct val="110000"/>
              </a:lnSpc>
              <a:buFont typeface="+mj-lt"/>
              <a:buAutoNum type="alphaLcPeriod"/>
              <a:tabLst/>
              <a:defRPr>
                <a:solidFill>
                  <a:schemeClr val="tx1"/>
                </a:solidFill>
              </a:defRPr>
            </a:lvl2pPr>
            <a:lvl3pPr marL="865188" indent="-342900">
              <a:buFont typeface="+mj-lt"/>
              <a:buAutoNum type="arabicPeriod"/>
              <a:defRPr/>
            </a:lvl3pPr>
            <a:lvl4pPr marL="1204913" indent="-342900">
              <a:buFont typeface="+mj-lt"/>
              <a:buAutoNum type="arabicPeriod"/>
              <a:defRPr/>
            </a:lvl4pPr>
            <a:lvl5pPr marL="1430338" indent="-228600">
              <a:buFont typeface="+mj-lt"/>
              <a:buAutoNum type="arabicPeriod"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FD955494-5A02-944E-AC47-A93918740756}"/>
              </a:ext>
            </a:extLst>
          </p:cNvPr>
          <p:cNvSpPr txBox="1">
            <a:spLocks/>
          </p:cNvSpPr>
          <p:nvPr userDrawn="1"/>
        </p:nvSpPr>
        <p:spPr>
          <a:xfrm>
            <a:off x="4606972" y="6400799"/>
            <a:ext cx="2743200" cy="2914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b="0" i="0" dirty="0">
                <a:latin typeface="Trebuchet MS" panose="020B0703020202090204" pitchFamily="34" charset="0"/>
              </a:rPr>
              <a:t>Confidential – 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297164352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- Side By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F91D0A4-F952-E844-8B2C-D3F8A2A9AD6F}"/>
              </a:ext>
            </a:extLst>
          </p:cNvPr>
          <p:cNvSpPr/>
          <p:nvPr userDrawn="1"/>
        </p:nvSpPr>
        <p:spPr>
          <a:xfrm>
            <a:off x="1" y="1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176D08-DDAD-E54A-B358-69F6739D98F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5300" y="1189899"/>
            <a:ext cx="3406140" cy="435133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3200" b="1" i="0">
                <a:solidFill>
                  <a:schemeClr val="accent1"/>
                </a:solidFill>
                <a:latin typeface="Trebuchet MS" panose="020B0703020202090204" pitchFamily="34" charset="0"/>
                <a:cs typeface="Trebuchet MS" panose="020B070302020209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BB3B64-FFC3-D742-A6BD-5B3A95232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AA09E-D67E-864E-8466-C38E88600C4F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9753706-DED6-894F-BE2A-F4DA16AF10A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765651" y="6408817"/>
            <a:ext cx="206592" cy="275456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113FFD9-00BB-A343-8353-85DCCB1A6FE5}"/>
              </a:ext>
            </a:extLst>
          </p:cNvPr>
          <p:cNvCxnSpPr>
            <a:cxnSpLocks/>
          </p:cNvCxnSpPr>
          <p:nvPr userDrawn="1"/>
        </p:nvCxnSpPr>
        <p:spPr>
          <a:xfrm>
            <a:off x="4260501" y="1628503"/>
            <a:ext cx="0" cy="347472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56E2F89F-DE6E-8E49-BDFB-6B8DE8B72A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06972" y="800327"/>
            <a:ext cx="7157992" cy="5257346"/>
          </a:xfrm>
        </p:spPr>
        <p:txBody>
          <a:bodyPr anchor="ctr"/>
          <a:lstStyle>
            <a:lvl1pPr>
              <a:lnSpc>
                <a:spcPct val="110000"/>
              </a:lnSpc>
              <a:defRPr/>
            </a:lvl1pPr>
            <a:lvl2pPr marL="15875" indent="0">
              <a:lnSpc>
                <a:spcPct val="110000"/>
              </a:lnSpc>
              <a:buNone/>
              <a:tabLst/>
              <a:defRPr sz="1800" b="0">
                <a:solidFill>
                  <a:schemeClr val="tx1"/>
                </a:solidFill>
              </a:defRPr>
            </a:lvl2pPr>
            <a:lvl3pPr marL="287338" indent="-169863">
              <a:lnSpc>
                <a:spcPct val="110000"/>
              </a:lnSpc>
              <a:tabLst/>
              <a:defRPr sz="1600"/>
            </a:lvl3pPr>
            <a:lvl4pPr marL="693738" indent="-169863">
              <a:lnSpc>
                <a:spcPct val="110000"/>
              </a:lnSpc>
              <a:tabLst/>
              <a:defRPr sz="1400"/>
            </a:lvl4pPr>
            <a:lvl5pPr>
              <a:lnSpc>
                <a:spcPct val="110000"/>
              </a:lnSpc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8F56A3F-5A2F-DF4C-8531-9765BE13BE71}"/>
              </a:ext>
            </a:extLst>
          </p:cNvPr>
          <p:cNvSpPr txBox="1">
            <a:spLocks/>
          </p:cNvSpPr>
          <p:nvPr userDrawn="1"/>
        </p:nvSpPr>
        <p:spPr>
          <a:xfrm>
            <a:off x="4606972" y="6400799"/>
            <a:ext cx="2743200" cy="2914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b="0" i="0" dirty="0">
                <a:latin typeface="Trebuchet MS" panose="020B0703020202090204" pitchFamily="34" charset="0"/>
              </a:rPr>
              <a:t>Confidential – 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179965718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549406C-54AA-BB4A-A894-DCE9A23B31DE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Proxima Nova Regular" panose="02000506030000020004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176D08-DDAD-E54A-B358-69F6739D98F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5300" y="1189899"/>
            <a:ext cx="5081891" cy="4351338"/>
          </a:xfrm>
        </p:spPr>
        <p:txBody>
          <a:bodyPr anchor="ctr">
            <a:normAutofit/>
          </a:bodyPr>
          <a:lstStyle>
            <a:lvl1pPr algn="l">
              <a:lnSpc>
                <a:spcPct val="80000"/>
              </a:lnSpc>
              <a:defRPr sz="3200" b="1" i="0">
                <a:solidFill>
                  <a:srgbClr val="C50F3C"/>
                </a:solidFill>
                <a:latin typeface="Trebuchet MS" panose="020B0703020202090204" pitchFamily="34" charset="0"/>
                <a:cs typeface="Trebuchet MS" panose="020B070302020209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D613E1D2-5834-AD41-804E-D607287602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1015" y="6400799"/>
            <a:ext cx="2743200" cy="2914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bg2"/>
                </a:solidFill>
              </a:defRPr>
            </a:lvl1pPr>
          </a:lstStyle>
          <a:p>
            <a:fld id="{4BEAA09E-D67E-864E-8466-C38E88600C4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1F86E1D-B041-3D46-9EA6-1DD6635C613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765651" y="6408817"/>
            <a:ext cx="206592" cy="275456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7B6A4804-8EDB-6D4D-B64B-E9206508601A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6614809" y="1189899"/>
            <a:ext cx="5150842" cy="4351338"/>
          </a:xfrm>
        </p:spPr>
        <p:txBody>
          <a:bodyPr anchor="ctr">
            <a:normAutofit/>
          </a:bodyPr>
          <a:lstStyle>
            <a:lvl1pPr algn="l">
              <a:lnSpc>
                <a:spcPct val="80000"/>
              </a:lnSpc>
              <a:defRPr sz="3200" b="0" i="0">
                <a:solidFill>
                  <a:schemeClr val="tx1"/>
                </a:solidFill>
                <a:latin typeface="Trebuchet MS" panose="020B0703020202090204" pitchFamily="34" charset="0"/>
                <a:cs typeface="Rockwell Nova Light" panose="02060303020205020403" pitchFamily="18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47777C60-735A-6242-A92B-3C5B7BA7ED40}"/>
              </a:ext>
            </a:extLst>
          </p:cNvPr>
          <p:cNvSpPr txBox="1">
            <a:spLocks/>
          </p:cNvSpPr>
          <p:nvPr userDrawn="1"/>
        </p:nvSpPr>
        <p:spPr>
          <a:xfrm>
            <a:off x="6614809" y="6400799"/>
            <a:ext cx="2743200" cy="2914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b="0" i="0" dirty="0">
                <a:latin typeface="Trebuchet MS" panose="020B0703020202090204" pitchFamily="34" charset="0"/>
              </a:rPr>
              <a:t>Confidential – 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41545247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2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Comparison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549406C-54AA-BB4A-A894-DCE9A23B31DE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2036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Proxima Nova Regular" panose="02000506030000020004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176D08-DDAD-E54A-B358-69F6739D98F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5300" y="1189899"/>
            <a:ext cx="5081891" cy="4351338"/>
          </a:xfrm>
          <a:ln>
            <a:noFill/>
          </a:ln>
        </p:spPr>
        <p:txBody>
          <a:bodyPr anchor="ctr">
            <a:normAutofit/>
          </a:bodyPr>
          <a:lstStyle>
            <a:lvl1pPr algn="l">
              <a:lnSpc>
                <a:spcPct val="80000"/>
              </a:lnSpc>
              <a:defRPr sz="3200" b="1" i="0">
                <a:ln>
                  <a:noFill/>
                </a:ln>
                <a:solidFill>
                  <a:schemeClr val="bg1"/>
                </a:solidFill>
                <a:latin typeface="Trebuchet MS" panose="020B0703020202090204" pitchFamily="34" charset="0"/>
                <a:cs typeface="Trebuchet MS" panose="020B070302020209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D613E1D2-5834-AD41-804E-D607287602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1015" y="6400799"/>
            <a:ext cx="2743200" cy="2914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bg2"/>
                </a:solidFill>
              </a:defRPr>
            </a:lvl1pPr>
          </a:lstStyle>
          <a:p>
            <a:fld id="{4BEAA09E-D67E-864E-8466-C38E88600C4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1F86E1D-B041-3D46-9EA6-1DD6635C613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765651" y="6408817"/>
            <a:ext cx="206592" cy="275456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7B6A4804-8EDB-6D4D-B64B-E9206508601A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6614809" y="1189899"/>
            <a:ext cx="5150842" cy="4351338"/>
          </a:xfrm>
        </p:spPr>
        <p:txBody>
          <a:bodyPr anchor="ctr">
            <a:normAutofit/>
          </a:bodyPr>
          <a:lstStyle>
            <a:lvl1pPr algn="l">
              <a:lnSpc>
                <a:spcPct val="80000"/>
              </a:lnSpc>
              <a:defRPr sz="3200" b="0" i="0">
                <a:solidFill>
                  <a:schemeClr val="tx1"/>
                </a:solidFill>
                <a:latin typeface="Trebuchet MS" panose="020B0703020202090204" pitchFamily="34" charset="0"/>
                <a:cs typeface="Rockwell Nova Light" panose="02060303020205020403" pitchFamily="18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47777C60-735A-6242-A92B-3C5B7BA7ED40}"/>
              </a:ext>
            </a:extLst>
          </p:cNvPr>
          <p:cNvSpPr txBox="1">
            <a:spLocks/>
          </p:cNvSpPr>
          <p:nvPr userDrawn="1"/>
        </p:nvSpPr>
        <p:spPr>
          <a:xfrm>
            <a:off x="6614809" y="6400799"/>
            <a:ext cx="2743200" cy="2914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b="0" i="0" dirty="0">
                <a:latin typeface="Trebuchet MS" panose="020B0703020202090204" pitchFamily="34" charset="0"/>
              </a:rPr>
              <a:t>Confidential – 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336752144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E634AED-FE2D-5A49-9C4F-52E8C06D75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5999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549406C-54AA-BB4A-A894-DCE9A23B31DE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Proxima Nova Regular" panose="02000506030000020004" pitchFamily="2" charset="0"/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D613E1D2-5834-AD41-804E-D607287602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1014" y="6400799"/>
            <a:ext cx="745915" cy="2914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bg2"/>
                </a:solidFill>
              </a:defRPr>
            </a:lvl1pPr>
          </a:lstStyle>
          <a:p>
            <a:fld id="{4BEAA09E-D67E-864E-8466-C38E88600C4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DF170BCB-3373-5549-9815-B668B2498165}"/>
              </a:ext>
            </a:extLst>
          </p:cNvPr>
          <p:cNvSpPr txBox="1">
            <a:spLocks/>
          </p:cNvSpPr>
          <p:nvPr userDrawn="1"/>
        </p:nvSpPr>
        <p:spPr>
          <a:xfrm>
            <a:off x="1707493" y="6400799"/>
            <a:ext cx="2743200" cy="2914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0" i="0" dirty="0">
                <a:latin typeface="Trebuchet MS" panose="020B0703020202090204" pitchFamily="34" charset="0"/>
              </a:rPr>
              <a:t>Confidential – Internal Use Only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8C30483-00F3-D64E-AAE5-F07B9B5C01D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594406" y="6408817"/>
            <a:ext cx="206592" cy="275456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0ECE671-F431-CD4B-9BF1-7FDB1F32755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5300" y="1189899"/>
            <a:ext cx="5081891" cy="4351338"/>
          </a:xfrm>
        </p:spPr>
        <p:txBody>
          <a:bodyPr anchor="ctr">
            <a:normAutofit/>
          </a:bodyPr>
          <a:lstStyle>
            <a:lvl1pPr algn="l">
              <a:lnSpc>
                <a:spcPct val="80000"/>
              </a:lnSpc>
              <a:defRPr sz="3200" b="1" i="0">
                <a:solidFill>
                  <a:schemeClr val="accent1"/>
                </a:solidFill>
                <a:latin typeface="Trebuchet MS" panose="020B0703020202090204" pitchFamily="34" charset="0"/>
                <a:cs typeface="Trebuchet MS" panose="020B070302020209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5774055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2BF970B-3FB2-E84A-B70E-2F82C3C4236F}"/>
              </a:ext>
            </a:extLst>
          </p:cNvPr>
          <p:cNvSpPr/>
          <p:nvPr userDrawn="1"/>
        </p:nvSpPr>
        <p:spPr>
          <a:xfrm>
            <a:off x="1" y="1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8460B3-6ACD-194D-9D44-C086FB4701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516" y="365125"/>
            <a:ext cx="10972800" cy="987019"/>
          </a:xfrm>
        </p:spPr>
        <p:txBody>
          <a:bodyPr/>
          <a:lstStyle>
            <a:lvl1pPr algn="l">
              <a:lnSpc>
                <a:spcPct val="80000"/>
              </a:lnSpc>
              <a:defRPr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6BAE6AD-B7D4-B04A-86FE-7779FC9A23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765651" y="6408817"/>
            <a:ext cx="206592" cy="275456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CD8113E-1FCA-604A-96E5-3BF77C5AC38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77516" y="1942677"/>
            <a:ext cx="10972800" cy="4229524"/>
          </a:xfrm>
        </p:spPr>
        <p:txBody>
          <a:bodyPr/>
          <a:lstStyle>
            <a:lvl1pPr>
              <a:lnSpc>
                <a:spcPct val="110000"/>
              </a:lnSpc>
              <a:spcAft>
                <a:spcPts val="800"/>
              </a:spcAft>
              <a:defRPr/>
            </a:lvl1pPr>
            <a:lvl2pPr marL="15875" indent="0">
              <a:lnSpc>
                <a:spcPct val="110000"/>
              </a:lnSpc>
              <a:buNone/>
              <a:tabLst/>
              <a:defRPr sz="1800" b="0">
                <a:solidFill>
                  <a:schemeClr val="tx1"/>
                </a:solidFill>
              </a:defRPr>
            </a:lvl2pPr>
            <a:lvl3pPr marL="287338" indent="-169863">
              <a:lnSpc>
                <a:spcPct val="110000"/>
              </a:lnSpc>
              <a:tabLst/>
              <a:defRPr sz="1600"/>
            </a:lvl3pPr>
            <a:lvl4pPr marL="693738" indent="-169863">
              <a:lnSpc>
                <a:spcPct val="110000"/>
              </a:lnSpc>
              <a:tabLst/>
              <a:defRPr sz="1400"/>
            </a:lvl4pPr>
            <a:lvl5pPr>
              <a:lnSpc>
                <a:spcPct val="110000"/>
              </a:lnSpc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817CF6A-808E-8C4F-9BE1-5072668480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1015" y="6400799"/>
            <a:ext cx="2743200" cy="2914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bg2"/>
                </a:solidFill>
              </a:defRPr>
            </a:lvl1pPr>
          </a:lstStyle>
          <a:p>
            <a:fld id="{4BEAA09E-D67E-864E-8466-C38E88600C4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6CCA6249-8962-9949-96AE-7C11B8F0135F}"/>
              </a:ext>
            </a:extLst>
          </p:cNvPr>
          <p:cNvSpPr txBox="1">
            <a:spLocks/>
          </p:cNvSpPr>
          <p:nvPr userDrawn="1"/>
        </p:nvSpPr>
        <p:spPr>
          <a:xfrm>
            <a:off x="4700337" y="6400799"/>
            <a:ext cx="2743200" cy="2914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0" i="0" dirty="0">
                <a:latin typeface="Trebuchet MS" panose="020B0703020202090204" pitchFamily="34" charset="0"/>
              </a:rPr>
              <a:t>Confidential – 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142760522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2BF970B-3FB2-E84A-B70E-2F82C3C4236F}"/>
              </a:ext>
            </a:extLst>
          </p:cNvPr>
          <p:cNvSpPr/>
          <p:nvPr userDrawn="1"/>
        </p:nvSpPr>
        <p:spPr>
          <a:xfrm>
            <a:off x="1" y="1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8460B3-6ACD-194D-9D44-C086FB4701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516" y="365125"/>
            <a:ext cx="10972800" cy="987019"/>
          </a:xfrm>
        </p:spPr>
        <p:txBody>
          <a:bodyPr/>
          <a:lstStyle>
            <a:lvl1pPr algn="l">
              <a:lnSpc>
                <a:spcPct val="80000"/>
              </a:lnSpc>
              <a:defRPr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6BAE6AD-B7D4-B04A-86FE-7779FC9A23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765651" y="6408817"/>
            <a:ext cx="206592" cy="275456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CD8113E-1FCA-604A-96E5-3BF77C5AC38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77516" y="1942677"/>
            <a:ext cx="5399951" cy="4229524"/>
          </a:xfrm>
        </p:spPr>
        <p:txBody>
          <a:bodyPr/>
          <a:lstStyle>
            <a:lvl1pPr>
              <a:lnSpc>
                <a:spcPct val="110000"/>
              </a:lnSpc>
              <a:spcAft>
                <a:spcPts val="800"/>
              </a:spcAft>
              <a:defRPr/>
            </a:lvl1pPr>
            <a:lvl2pPr marL="15875" indent="0">
              <a:lnSpc>
                <a:spcPct val="110000"/>
              </a:lnSpc>
              <a:buNone/>
              <a:tabLst/>
              <a:defRPr sz="1800" b="0">
                <a:solidFill>
                  <a:schemeClr val="tx1"/>
                </a:solidFill>
              </a:defRPr>
            </a:lvl2pPr>
            <a:lvl3pPr marL="287338" indent="-169863">
              <a:lnSpc>
                <a:spcPct val="110000"/>
              </a:lnSpc>
              <a:tabLst/>
              <a:defRPr sz="1600"/>
            </a:lvl3pPr>
            <a:lvl4pPr marL="693738" indent="-169863">
              <a:lnSpc>
                <a:spcPct val="110000"/>
              </a:lnSpc>
              <a:tabLst/>
              <a:defRPr sz="1400"/>
            </a:lvl4pPr>
            <a:lvl5pPr>
              <a:lnSpc>
                <a:spcPct val="110000"/>
              </a:lnSpc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817CF6A-808E-8C4F-9BE1-5072668480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1015" y="6400799"/>
            <a:ext cx="2743200" cy="2914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bg2"/>
                </a:solidFill>
              </a:defRPr>
            </a:lvl1pPr>
          </a:lstStyle>
          <a:p>
            <a:fld id="{4BEAA09E-D67E-864E-8466-C38E88600C4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6CCA6249-8962-9949-96AE-7C11B8F0135F}"/>
              </a:ext>
            </a:extLst>
          </p:cNvPr>
          <p:cNvSpPr txBox="1">
            <a:spLocks/>
          </p:cNvSpPr>
          <p:nvPr userDrawn="1"/>
        </p:nvSpPr>
        <p:spPr>
          <a:xfrm>
            <a:off x="4700337" y="6400799"/>
            <a:ext cx="2743200" cy="2914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0" i="0" dirty="0">
                <a:latin typeface="Trebuchet MS" panose="020B0703020202090204" pitchFamily="34" charset="0"/>
              </a:rPr>
              <a:t>Confidential – Internal Use Only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A0CAA9C4-E772-E443-A2A4-0F2D14E9891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0365" y="1942677"/>
            <a:ext cx="5399951" cy="4229524"/>
          </a:xfrm>
        </p:spPr>
        <p:txBody>
          <a:bodyPr/>
          <a:lstStyle>
            <a:lvl1pPr>
              <a:lnSpc>
                <a:spcPct val="110000"/>
              </a:lnSpc>
              <a:spcAft>
                <a:spcPts val="800"/>
              </a:spcAft>
              <a:defRPr/>
            </a:lvl1pPr>
            <a:lvl2pPr marL="15875" indent="0">
              <a:lnSpc>
                <a:spcPct val="110000"/>
              </a:lnSpc>
              <a:buNone/>
              <a:tabLst/>
              <a:defRPr sz="1800" b="0">
                <a:solidFill>
                  <a:schemeClr val="tx1"/>
                </a:solidFill>
              </a:defRPr>
            </a:lvl2pPr>
            <a:lvl3pPr marL="287338" indent="-169863">
              <a:lnSpc>
                <a:spcPct val="110000"/>
              </a:lnSpc>
              <a:tabLst/>
              <a:defRPr sz="1600"/>
            </a:lvl3pPr>
            <a:lvl4pPr marL="693738" indent="-169863">
              <a:lnSpc>
                <a:spcPct val="110000"/>
              </a:lnSpc>
              <a:tabLst/>
              <a:defRPr sz="1400"/>
            </a:lvl4pPr>
            <a:lvl5pPr>
              <a:lnSpc>
                <a:spcPct val="110000"/>
              </a:lnSpc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60364680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2BF970B-3FB2-E84A-B70E-2F82C3C4236F}"/>
              </a:ext>
            </a:extLst>
          </p:cNvPr>
          <p:cNvSpPr/>
          <p:nvPr userDrawn="1"/>
        </p:nvSpPr>
        <p:spPr>
          <a:xfrm>
            <a:off x="1" y="1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8460B3-6ACD-194D-9D44-C086FB4701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516" y="365125"/>
            <a:ext cx="10972800" cy="987019"/>
          </a:xfrm>
        </p:spPr>
        <p:txBody>
          <a:bodyPr/>
          <a:lstStyle>
            <a:lvl1pPr algn="l">
              <a:lnSpc>
                <a:spcPct val="80000"/>
              </a:lnSpc>
              <a:defRPr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6BAE6AD-B7D4-B04A-86FE-7779FC9A23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765651" y="6408817"/>
            <a:ext cx="206592" cy="275456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CD8113E-1FCA-604A-96E5-3BF77C5AC38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77517" y="1942677"/>
            <a:ext cx="3516658" cy="4229524"/>
          </a:xfrm>
        </p:spPr>
        <p:txBody>
          <a:bodyPr/>
          <a:lstStyle>
            <a:lvl1pPr>
              <a:lnSpc>
                <a:spcPct val="110000"/>
              </a:lnSpc>
              <a:spcAft>
                <a:spcPts val="800"/>
              </a:spcAft>
              <a:defRPr/>
            </a:lvl1pPr>
            <a:lvl2pPr marL="15875" indent="0">
              <a:lnSpc>
                <a:spcPct val="110000"/>
              </a:lnSpc>
              <a:buNone/>
              <a:tabLst/>
              <a:defRPr sz="1800" b="0">
                <a:solidFill>
                  <a:schemeClr val="tx1"/>
                </a:solidFill>
              </a:defRPr>
            </a:lvl2pPr>
            <a:lvl3pPr marL="287338" indent="-169863">
              <a:lnSpc>
                <a:spcPct val="110000"/>
              </a:lnSpc>
              <a:tabLst/>
              <a:defRPr sz="1600"/>
            </a:lvl3pPr>
            <a:lvl4pPr marL="693738" indent="-169863">
              <a:lnSpc>
                <a:spcPct val="110000"/>
              </a:lnSpc>
              <a:tabLst/>
              <a:defRPr sz="1400"/>
            </a:lvl4pPr>
            <a:lvl5pPr>
              <a:lnSpc>
                <a:spcPct val="110000"/>
              </a:lnSpc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817CF6A-808E-8C4F-9BE1-5072668480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1015" y="6400799"/>
            <a:ext cx="2743200" cy="2914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bg2"/>
                </a:solidFill>
              </a:defRPr>
            </a:lvl1pPr>
          </a:lstStyle>
          <a:p>
            <a:fld id="{4BEAA09E-D67E-864E-8466-C38E88600C4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6CCA6249-8962-9949-96AE-7C11B8F0135F}"/>
              </a:ext>
            </a:extLst>
          </p:cNvPr>
          <p:cNvSpPr txBox="1">
            <a:spLocks/>
          </p:cNvSpPr>
          <p:nvPr userDrawn="1"/>
        </p:nvSpPr>
        <p:spPr>
          <a:xfrm>
            <a:off x="4700337" y="6400799"/>
            <a:ext cx="2743200" cy="2914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0" i="0" dirty="0">
                <a:latin typeface="Trebuchet MS" panose="020B0703020202090204" pitchFamily="34" charset="0"/>
              </a:rPr>
              <a:t>Confidential – Internal Use Only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A0CAA9C4-E772-E443-A2A4-0F2D14E9891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05587" y="1942677"/>
            <a:ext cx="3516658" cy="4229524"/>
          </a:xfrm>
        </p:spPr>
        <p:txBody>
          <a:bodyPr/>
          <a:lstStyle>
            <a:lvl1pPr>
              <a:lnSpc>
                <a:spcPct val="110000"/>
              </a:lnSpc>
              <a:spcAft>
                <a:spcPts val="800"/>
              </a:spcAft>
              <a:defRPr/>
            </a:lvl1pPr>
            <a:lvl2pPr marL="15875" indent="0">
              <a:lnSpc>
                <a:spcPct val="110000"/>
              </a:lnSpc>
              <a:buNone/>
              <a:tabLst/>
              <a:defRPr sz="1800" b="0">
                <a:solidFill>
                  <a:schemeClr val="tx1"/>
                </a:solidFill>
              </a:defRPr>
            </a:lvl2pPr>
            <a:lvl3pPr marL="287338" indent="-169863">
              <a:lnSpc>
                <a:spcPct val="110000"/>
              </a:lnSpc>
              <a:tabLst/>
              <a:defRPr sz="1600"/>
            </a:lvl3pPr>
            <a:lvl4pPr marL="693738" indent="-169863">
              <a:lnSpc>
                <a:spcPct val="110000"/>
              </a:lnSpc>
              <a:tabLst/>
              <a:defRPr sz="1400"/>
            </a:lvl4pPr>
            <a:lvl5pPr>
              <a:lnSpc>
                <a:spcPct val="110000"/>
              </a:lnSpc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CC246391-91B4-BC47-A6BA-88CFDDCA116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033658" y="1942677"/>
            <a:ext cx="3516658" cy="4229524"/>
          </a:xfrm>
        </p:spPr>
        <p:txBody>
          <a:bodyPr/>
          <a:lstStyle>
            <a:lvl1pPr>
              <a:lnSpc>
                <a:spcPct val="110000"/>
              </a:lnSpc>
              <a:spcAft>
                <a:spcPts val="800"/>
              </a:spcAft>
              <a:defRPr/>
            </a:lvl1pPr>
            <a:lvl2pPr marL="15875" indent="0">
              <a:lnSpc>
                <a:spcPct val="110000"/>
              </a:lnSpc>
              <a:buNone/>
              <a:tabLst/>
              <a:defRPr sz="1800" b="0">
                <a:solidFill>
                  <a:schemeClr val="tx1"/>
                </a:solidFill>
              </a:defRPr>
            </a:lvl2pPr>
            <a:lvl3pPr marL="287338" indent="-169863">
              <a:lnSpc>
                <a:spcPct val="110000"/>
              </a:lnSpc>
              <a:tabLst/>
              <a:defRPr sz="1600"/>
            </a:lvl3pPr>
            <a:lvl4pPr marL="693738" indent="-169863">
              <a:lnSpc>
                <a:spcPct val="110000"/>
              </a:lnSpc>
              <a:tabLst/>
              <a:defRPr sz="1400"/>
            </a:lvl4pPr>
            <a:lvl5pPr>
              <a:lnSpc>
                <a:spcPct val="110000"/>
              </a:lnSpc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85580766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Grey -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2BF970B-3FB2-E84A-B70E-2F82C3C4236F}"/>
              </a:ext>
            </a:extLst>
          </p:cNvPr>
          <p:cNvSpPr/>
          <p:nvPr userDrawn="1"/>
        </p:nvSpPr>
        <p:spPr>
          <a:xfrm>
            <a:off x="1" y="1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6BAE6AD-B7D4-B04A-86FE-7779FC9A23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765651" y="6408817"/>
            <a:ext cx="206592" cy="275456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817CF6A-808E-8C4F-9BE1-5072668480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1015" y="6400799"/>
            <a:ext cx="2743200" cy="2914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bg2"/>
                </a:solidFill>
              </a:defRPr>
            </a:lvl1pPr>
          </a:lstStyle>
          <a:p>
            <a:fld id="{4BEAA09E-D67E-864E-8466-C38E88600C4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6CCA6249-8962-9949-96AE-7C11B8F0135F}"/>
              </a:ext>
            </a:extLst>
          </p:cNvPr>
          <p:cNvSpPr txBox="1">
            <a:spLocks/>
          </p:cNvSpPr>
          <p:nvPr userDrawn="1"/>
        </p:nvSpPr>
        <p:spPr>
          <a:xfrm>
            <a:off x="4700337" y="6400799"/>
            <a:ext cx="2743200" cy="2914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0" i="0" dirty="0">
                <a:latin typeface="Trebuchet MS" panose="020B0703020202090204" pitchFamily="34" charset="0"/>
              </a:rPr>
              <a:t>Confidential – 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288619933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-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0E1FAF-85CD-FA4B-81FE-A9FD82D22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</a:lstStyle>
          <a:p>
            <a:fld id="{4BEAA09E-D67E-864E-8466-C38E88600C4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216341-DBB4-0D4B-B285-B706134D811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765651" y="6408817"/>
            <a:ext cx="206592" cy="275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344560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 Background">
    <p:bg>
      <p:bgPr>
        <a:solidFill>
          <a:srgbClr val="C50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894277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Backgrou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014646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Background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4405435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224043157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bg>
      <p:bgPr>
        <a:solidFill>
          <a:srgbClr val="C50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43CA030-B9BB-F44B-87E8-9D88D615959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B71CDD-03B6-5447-B8EF-BC2DD2AB7DD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0" y="1658249"/>
            <a:ext cx="10058400" cy="2387600"/>
          </a:xfrm>
        </p:spPr>
        <p:txBody>
          <a:bodyPr anchor="b"/>
          <a:lstStyle>
            <a:lvl1pPr algn="l">
              <a:lnSpc>
                <a:spcPct val="80000"/>
              </a:lnSpc>
              <a:defRPr sz="5000" b="1" i="0" spc="0" baseline="0">
                <a:solidFill>
                  <a:schemeClr val="bg1"/>
                </a:solidFill>
                <a:latin typeface="Trebuchet MS" panose="020B070302020209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572D1E-ECF6-C04B-874C-31D977FFD31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600" y="4077886"/>
            <a:ext cx="10058400" cy="1655762"/>
          </a:xfr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buNone/>
              <a:defRPr sz="1500" b="0" i="0" kern="800" spc="300" baseline="0">
                <a:solidFill>
                  <a:schemeClr val="bg2">
                    <a:lumMod val="20000"/>
                    <a:lumOff val="80000"/>
                  </a:schemeClr>
                </a:solidFill>
                <a:latin typeface="Trebuchet MS" panose="020B070302020209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776B36C-1ADE-4B47-A218-99AEE676BE5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784591" y="6415616"/>
            <a:ext cx="196394" cy="26185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B0F7620-0E7C-AB48-9117-2E580F93F8F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79" y="637899"/>
            <a:ext cx="1793826" cy="49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5673930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C50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43CA030-B9BB-F44B-87E8-9D88D615959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B71CDD-03B6-5447-B8EF-BC2DD2AB7DD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0" y="1658249"/>
            <a:ext cx="10058400" cy="2387600"/>
          </a:xfrm>
        </p:spPr>
        <p:txBody>
          <a:bodyPr anchor="b"/>
          <a:lstStyle>
            <a:lvl1pPr algn="l">
              <a:lnSpc>
                <a:spcPct val="80000"/>
              </a:lnSpc>
              <a:defRPr sz="5000" b="1" i="0" spc="0" baseline="0">
                <a:solidFill>
                  <a:schemeClr val="bg1"/>
                </a:solidFill>
                <a:latin typeface="Trebuchet MS" panose="020B070302020209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572D1E-ECF6-C04B-874C-31D977FFD31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600" y="4077886"/>
            <a:ext cx="10058400" cy="1655762"/>
          </a:xfr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buNone/>
              <a:defRPr sz="1500" b="0" i="0" kern="800" spc="300" baseline="0">
                <a:solidFill>
                  <a:schemeClr val="bg2">
                    <a:lumMod val="20000"/>
                    <a:lumOff val="80000"/>
                  </a:schemeClr>
                </a:solidFill>
                <a:latin typeface="Trebuchet MS" panose="020B070302020209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776B36C-1ADE-4B47-A218-99AEE676BE5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784591" y="6415616"/>
            <a:ext cx="196394" cy="26185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B0F7620-0E7C-AB48-9117-2E580F93F8F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79" y="637899"/>
            <a:ext cx="1793826" cy="49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544022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Point - Red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E778F8C-30DF-F842-ADEE-52BB756B5D43}"/>
              </a:ext>
            </a:extLst>
          </p:cNvPr>
          <p:cNvSpPr/>
          <p:nvPr userDrawn="1"/>
        </p:nvSpPr>
        <p:spPr>
          <a:xfrm>
            <a:off x="1" y="1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949B4A-737F-9943-BA78-DDF26CE4B4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302299"/>
            <a:ext cx="10515600" cy="4207548"/>
          </a:xfrm>
          <a:ln w="3175">
            <a:noFill/>
          </a:ln>
        </p:spPr>
        <p:txBody>
          <a:bodyPr anchor="ctr"/>
          <a:lstStyle>
            <a:lvl1pPr algn="l">
              <a:lnSpc>
                <a:spcPct val="100000"/>
              </a:lnSpc>
              <a:defRPr sz="4500" b="1" i="0">
                <a:solidFill>
                  <a:schemeClr val="bg1"/>
                </a:solidFill>
                <a:latin typeface="Trebuchet MS" panose="020B070302020209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531A395-5299-7D44-A1C5-492B77DA57B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784591" y="6415616"/>
            <a:ext cx="196394" cy="261858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08880F-2D4A-9544-A50E-C5BA3EADCBB5}"/>
              </a:ext>
            </a:extLst>
          </p:cNvPr>
          <p:cNvSpPr txBox="1">
            <a:spLocks/>
          </p:cNvSpPr>
          <p:nvPr userDrawn="1"/>
        </p:nvSpPr>
        <p:spPr>
          <a:xfrm>
            <a:off x="4700337" y="6400799"/>
            <a:ext cx="2743200" cy="2914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0" i="0" dirty="0">
                <a:latin typeface="Trebuchet MS" panose="020B0703020202090204" pitchFamily="34" charset="0"/>
              </a:rPr>
              <a:t>Confidential – 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394593212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Point - Blue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E778F8C-30DF-F842-ADEE-52BB756B5D43}"/>
              </a:ext>
            </a:extLst>
          </p:cNvPr>
          <p:cNvSpPr/>
          <p:nvPr userDrawn="1"/>
        </p:nvSpPr>
        <p:spPr>
          <a:xfrm>
            <a:off x="1" y="1"/>
            <a:ext cx="12192000" cy="6858000"/>
          </a:xfrm>
          <a:prstGeom prst="rect">
            <a:avLst/>
          </a:prstGeom>
          <a:solidFill>
            <a:srgbClr val="2036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949B4A-737F-9943-BA78-DDF26CE4B4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302299"/>
            <a:ext cx="10515600" cy="4207548"/>
          </a:xfrm>
          <a:ln w="3175">
            <a:noFill/>
          </a:ln>
        </p:spPr>
        <p:txBody>
          <a:bodyPr anchor="ctr"/>
          <a:lstStyle>
            <a:lvl1pPr algn="l">
              <a:lnSpc>
                <a:spcPct val="100000"/>
              </a:lnSpc>
              <a:defRPr sz="4500" b="1" i="0">
                <a:solidFill>
                  <a:schemeClr val="bg1"/>
                </a:solidFill>
                <a:latin typeface="Trebuchet MS" panose="020B070302020209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531A395-5299-7D44-A1C5-492B77DA57B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784591" y="6415616"/>
            <a:ext cx="196394" cy="261858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08880F-2D4A-9544-A50E-C5BA3EADCBB5}"/>
              </a:ext>
            </a:extLst>
          </p:cNvPr>
          <p:cNvSpPr txBox="1">
            <a:spLocks/>
          </p:cNvSpPr>
          <p:nvPr userDrawn="1"/>
        </p:nvSpPr>
        <p:spPr>
          <a:xfrm>
            <a:off x="4700337" y="6400799"/>
            <a:ext cx="2743200" cy="2914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0" i="0" dirty="0">
                <a:latin typeface="Trebuchet MS" panose="020B0703020202090204" pitchFamily="34" charset="0"/>
              </a:rPr>
              <a:t>Confidential – 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4027193168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Point - 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E778F8C-30DF-F842-ADEE-52BB756B5D43}"/>
              </a:ext>
            </a:extLst>
          </p:cNvPr>
          <p:cNvSpPr/>
          <p:nvPr userDrawn="1"/>
        </p:nvSpPr>
        <p:spPr>
          <a:xfrm>
            <a:off x="1" y="1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949B4A-737F-9943-BA78-DDF26CE4B4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302299"/>
            <a:ext cx="10515600" cy="4207548"/>
          </a:xfrm>
          <a:ln w="3175">
            <a:noFill/>
          </a:ln>
        </p:spPr>
        <p:txBody>
          <a:bodyPr anchor="ctr"/>
          <a:lstStyle>
            <a:lvl1pPr algn="l">
              <a:lnSpc>
                <a:spcPct val="100000"/>
              </a:lnSpc>
              <a:defRPr sz="4500" b="1" i="0">
                <a:solidFill>
                  <a:srgbClr val="C50F3C"/>
                </a:solidFill>
                <a:latin typeface="Trebuchet MS" panose="020B070302020209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C15627-71F4-D94E-9E76-16A5E0A7B8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765651" y="6408817"/>
            <a:ext cx="206592" cy="27545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7699E1-1B62-794A-94A6-68D1CF83160F}"/>
              </a:ext>
            </a:extLst>
          </p:cNvPr>
          <p:cNvSpPr txBox="1">
            <a:spLocks/>
          </p:cNvSpPr>
          <p:nvPr userDrawn="1"/>
        </p:nvSpPr>
        <p:spPr>
          <a:xfrm>
            <a:off x="4700337" y="6400799"/>
            <a:ext cx="2743200" cy="2914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0" i="0" dirty="0">
                <a:latin typeface="Trebuchet MS" panose="020B0703020202090204" pitchFamily="34" charset="0"/>
              </a:rPr>
              <a:t>Confidential – 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2964255787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Point - Blu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E778F8C-30DF-F842-ADEE-52BB756B5D43}"/>
              </a:ext>
            </a:extLst>
          </p:cNvPr>
          <p:cNvSpPr/>
          <p:nvPr userDrawn="1"/>
        </p:nvSpPr>
        <p:spPr>
          <a:xfrm>
            <a:off x="1" y="1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949B4A-737F-9943-BA78-DDF26CE4B4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302299"/>
            <a:ext cx="10515600" cy="4207548"/>
          </a:xfrm>
          <a:ln w="3175">
            <a:noFill/>
          </a:ln>
        </p:spPr>
        <p:txBody>
          <a:bodyPr anchor="ctr"/>
          <a:lstStyle>
            <a:lvl1pPr algn="l">
              <a:lnSpc>
                <a:spcPct val="100000"/>
              </a:lnSpc>
              <a:defRPr sz="45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C15627-71F4-D94E-9E76-16A5E0A7B8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765651" y="6408817"/>
            <a:ext cx="206592" cy="27545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7699E1-1B62-794A-94A6-68D1CF83160F}"/>
              </a:ext>
            </a:extLst>
          </p:cNvPr>
          <p:cNvSpPr txBox="1">
            <a:spLocks/>
          </p:cNvSpPr>
          <p:nvPr userDrawn="1"/>
        </p:nvSpPr>
        <p:spPr>
          <a:xfrm>
            <a:off x="4700337" y="6400799"/>
            <a:ext cx="2743200" cy="2914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0" i="0" dirty="0">
                <a:latin typeface="Trebuchet MS" panose="020B0703020202090204" pitchFamily="34" charset="0"/>
              </a:rPr>
              <a:t>Confidential – 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2638386711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Point -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FCF386F-4435-1E40-A8ED-AFFEAC3031C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949B4A-737F-9943-BA78-DDF26CE4B4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932482"/>
            <a:ext cx="10515600" cy="1895109"/>
          </a:xfrm>
          <a:ln w="3175">
            <a:noFill/>
          </a:ln>
        </p:spPr>
        <p:txBody>
          <a:bodyPr anchor="ctr"/>
          <a:lstStyle>
            <a:lvl1pPr algn="l">
              <a:lnSpc>
                <a:spcPct val="80000"/>
              </a:lnSpc>
              <a:defRPr sz="5500" b="1" i="0" spc="300">
                <a:solidFill>
                  <a:schemeClr val="bg1"/>
                </a:solidFill>
                <a:effectLst>
                  <a:outerShdw blurRad="127000" dist="38100" dir="5400000" algn="t" rotWithShape="0">
                    <a:prstClr val="black"/>
                  </a:outerShdw>
                </a:effectLst>
                <a:latin typeface="Trebuchet MS" panose="020B070302020209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33D4413-B16E-B048-AA99-4B9BAA9B49B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784591" y="6415616"/>
            <a:ext cx="196394" cy="261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297489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E634AED-FE2D-5A49-9C4F-52E8C06D75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12191998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33E1CBD-1A22-C34C-8DC4-474E34B2CDF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0" y="957364"/>
            <a:ext cx="5939883" cy="4943272"/>
          </a:xfrm>
          <a:solidFill>
            <a:srgbClr val="C50F3C"/>
          </a:solidFill>
        </p:spPr>
        <p:txBody>
          <a:bodyPr lIns="914400" tIns="914400" rIns="914400" bIns="914400" anchor="ctr">
            <a:normAutofit/>
          </a:bodyPr>
          <a:lstStyle>
            <a:lvl1pPr algn="l">
              <a:lnSpc>
                <a:spcPct val="80000"/>
              </a:lnSpc>
              <a:defRPr sz="3200" b="1" i="0" spc="300">
                <a:solidFill>
                  <a:schemeClr val="bg1"/>
                </a:solidFill>
                <a:latin typeface="Trebuchet MS" panose="020B0703020202090204" pitchFamily="34" charset="0"/>
                <a:cs typeface="Rockwell Nova Light" panose="02060303020205020403" pitchFamily="18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42689537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/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C5E49E7-6ADE-DD40-AD32-5A28176B24BC}"/>
              </a:ext>
            </a:extLst>
          </p:cNvPr>
          <p:cNvSpPr/>
          <p:nvPr userDrawn="1"/>
        </p:nvSpPr>
        <p:spPr>
          <a:xfrm>
            <a:off x="4249783" y="0"/>
            <a:ext cx="794221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45C0A2E-84ED-694A-8D40-40A9466155D7}"/>
              </a:ext>
            </a:extLst>
          </p:cNvPr>
          <p:cNvSpPr/>
          <p:nvPr userDrawn="1"/>
        </p:nvSpPr>
        <p:spPr>
          <a:xfrm>
            <a:off x="0" y="0"/>
            <a:ext cx="4249783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176D08-DDAD-E54A-B358-69F6739D98F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5300" y="1189899"/>
            <a:ext cx="3397294" cy="4351338"/>
          </a:xfrm>
        </p:spPr>
        <p:txBody>
          <a:bodyPr anchor="ctr">
            <a:normAutofit/>
          </a:bodyPr>
          <a:lstStyle>
            <a:lvl1pPr algn="l">
              <a:lnSpc>
                <a:spcPct val="80000"/>
              </a:lnSpc>
              <a:defRPr sz="5000" b="1" i="0" spc="300">
                <a:solidFill>
                  <a:schemeClr val="bg1"/>
                </a:solidFill>
                <a:latin typeface="Trebuchet MS" panose="020B0703020202090204" pitchFamily="34" charset="0"/>
                <a:cs typeface="Rockwell Nova Light" panose="02060303020205020403" pitchFamily="18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9753706-DED6-894F-BE2A-F4DA16AF10A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765651" y="6408817"/>
            <a:ext cx="206592" cy="275456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AEB27AF-DD57-7246-971E-7506C05081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06972" y="781844"/>
            <a:ext cx="7157992" cy="5294312"/>
          </a:xfrm>
        </p:spPr>
        <p:txBody>
          <a:bodyPr anchor="ctr"/>
          <a:lstStyle>
            <a:lvl1pPr marL="457200" indent="-457200">
              <a:lnSpc>
                <a:spcPct val="110000"/>
              </a:lnSpc>
              <a:buFont typeface="+mj-lt"/>
              <a:buAutoNum type="arabicPeriod"/>
              <a:defRPr/>
            </a:lvl1pPr>
            <a:lvl2pPr marL="800100" indent="-331788">
              <a:lnSpc>
                <a:spcPct val="110000"/>
              </a:lnSpc>
              <a:buFont typeface="+mj-lt"/>
              <a:buAutoNum type="alphaLcPeriod"/>
              <a:tabLst/>
              <a:defRPr>
                <a:solidFill>
                  <a:schemeClr val="tx1"/>
                </a:solidFill>
              </a:defRPr>
            </a:lvl2pPr>
            <a:lvl3pPr marL="865188" indent="-342900">
              <a:buFont typeface="+mj-lt"/>
              <a:buAutoNum type="arabicPeriod"/>
              <a:defRPr/>
            </a:lvl3pPr>
            <a:lvl4pPr marL="1204913" indent="-342900">
              <a:buFont typeface="+mj-lt"/>
              <a:buAutoNum type="arabicPeriod"/>
              <a:defRPr/>
            </a:lvl4pPr>
            <a:lvl5pPr marL="1430338" indent="-228600">
              <a:buFont typeface="+mj-lt"/>
              <a:buAutoNum type="arabicPeriod"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FD955494-5A02-944E-AC47-A93918740756}"/>
              </a:ext>
            </a:extLst>
          </p:cNvPr>
          <p:cNvSpPr txBox="1">
            <a:spLocks/>
          </p:cNvSpPr>
          <p:nvPr userDrawn="1"/>
        </p:nvSpPr>
        <p:spPr>
          <a:xfrm>
            <a:off x="4606972" y="6400799"/>
            <a:ext cx="2743200" cy="2914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b="0" i="0" dirty="0">
                <a:latin typeface="Trebuchet MS" panose="020B0703020202090204" pitchFamily="34" charset="0"/>
              </a:rPr>
              <a:t>Confidential – 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2198978368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- Side By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F91D0A4-F952-E844-8B2C-D3F8A2A9AD6F}"/>
              </a:ext>
            </a:extLst>
          </p:cNvPr>
          <p:cNvSpPr/>
          <p:nvPr userDrawn="1"/>
        </p:nvSpPr>
        <p:spPr>
          <a:xfrm>
            <a:off x="1" y="1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176D08-DDAD-E54A-B358-69F6739D98F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5300" y="1189899"/>
            <a:ext cx="3406140" cy="435133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3200" b="1" i="0">
                <a:solidFill>
                  <a:schemeClr val="accent1"/>
                </a:solidFill>
                <a:latin typeface="Trebuchet MS" panose="020B0703020202090204" pitchFamily="34" charset="0"/>
                <a:cs typeface="Trebuchet MS" panose="020B070302020209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BB3B64-FFC3-D742-A6BD-5B3A95232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AA09E-D67E-864E-8466-C38E88600C4F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9753706-DED6-894F-BE2A-F4DA16AF10A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765651" y="6408817"/>
            <a:ext cx="206592" cy="275456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113FFD9-00BB-A343-8353-85DCCB1A6FE5}"/>
              </a:ext>
            </a:extLst>
          </p:cNvPr>
          <p:cNvCxnSpPr>
            <a:cxnSpLocks/>
          </p:cNvCxnSpPr>
          <p:nvPr userDrawn="1"/>
        </p:nvCxnSpPr>
        <p:spPr>
          <a:xfrm>
            <a:off x="4260501" y="1628503"/>
            <a:ext cx="0" cy="347472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56E2F89F-DE6E-8E49-BDFB-6B8DE8B72A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06972" y="800327"/>
            <a:ext cx="7157992" cy="5257346"/>
          </a:xfrm>
        </p:spPr>
        <p:txBody>
          <a:bodyPr anchor="ctr"/>
          <a:lstStyle>
            <a:lvl1pPr>
              <a:lnSpc>
                <a:spcPct val="110000"/>
              </a:lnSpc>
              <a:defRPr/>
            </a:lvl1pPr>
            <a:lvl2pPr marL="15875" indent="0">
              <a:lnSpc>
                <a:spcPct val="110000"/>
              </a:lnSpc>
              <a:buNone/>
              <a:tabLst/>
              <a:defRPr sz="1800" b="0">
                <a:solidFill>
                  <a:schemeClr val="tx1"/>
                </a:solidFill>
              </a:defRPr>
            </a:lvl2pPr>
            <a:lvl3pPr marL="287338" indent="-169863">
              <a:lnSpc>
                <a:spcPct val="110000"/>
              </a:lnSpc>
              <a:tabLst/>
              <a:defRPr sz="1600"/>
            </a:lvl3pPr>
            <a:lvl4pPr marL="693738" indent="-169863">
              <a:lnSpc>
                <a:spcPct val="110000"/>
              </a:lnSpc>
              <a:tabLst/>
              <a:defRPr sz="1400"/>
            </a:lvl4pPr>
            <a:lvl5pPr>
              <a:lnSpc>
                <a:spcPct val="110000"/>
              </a:lnSpc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8F56A3F-5A2F-DF4C-8531-9765BE13BE71}"/>
              </a:ext>
            </a:extLst>
          </p:cNvPr>
          <p:cNvSpPr txBox="1">
            <a:spLocks/>
          </p:cNvSpPr>
          <p:nvPr userDrawn="1"/>
        </p:nvSpPr>
        <p:spPr>
          <a:xfrm>
            <a:off x="4606972" y="6400799"/>
            <a:ext cx="2743200" cy="2914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b="0" i="0" dirty="0">
                <a:latin typeface="Trebuchet MS" panose="020B0703020202090204" pitchFamily="34" charset="0"/>
              </a:rPr>
              <a:t>Confidential – 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291475205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549406C-54AA-BB4A-A894-DCE9A23B31DE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Proxima Nova Regular" panose="02000506030000020004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176D08-DDAD-E54A-B358-69F6739D98F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5300" y="1189899"/>
            <a:ext cx="5081891" cy="4351338"/>
          </a:xfrm>
        </p:spPr>
        <p:txBody>
          <a:bodyPr anchor="ctr">
            <a:normAutofit/>
          </a:bodyPr>
          <a:lstStyle>
            <a:lvl1pPr algn="l">
              <a:lnSpc>
                <a:spcPct val="80000"/>
              </a:lnSpc>
              <a:defRPr sz="3200" b="1" i="0">
                <a:solidFill>
                  <a:srgbClr val="C50F3C"/>
                </a:solidFill>
                <a:latin typeface="Trebuchet MS" panose="020B0703020202090204" pitchFamily="34" charset="0"/>
                <a:cs typeface="Trebuchet MS" panose="020B070302020209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D613E1D2-5834-AD41-804E-D607287602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1015" y="6400799"/>
            <a:ext cx="2743200" cy="2914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bg2"/>
                </a:solidFill>
              </a:defRPr>
            </a:lvl1pPr>
          </a:lstStyle>
          <a:p>
            <a:fld id="{4BEAA09E-D67E-864E-8466-C38E88600C4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1F86E1D-B041-3D46-9EA6-1DD6635C613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765651" y="6408817"/>
            <a:ext cx="206592" cy="275456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7B6A4804-8EDB-6D4D-B64B-E9206508601A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6614809" y="1189899"/>
            <a:ext cx="5150842" cy="4351338"/>
          </a:xfrm>
        </p:spPr>
        <p:txBody>
          <a:bodyPr anchor="ctr">
            <a:normAutofit/>
          </a:bodyPr>
          <a:lstStyle>
            <a:lvl1pPr algn="l">
              <a:lnSpc>
                <a:spcPct val="80000"/>
              </a:lnSpc>
              <a:defRPr sz="3200" b="0" i="0">
                <a:solidFill>
                  <a:schemeClr val="tx1"/>
                </a:solidFill>
                <a:latin typeface="Trebuchet MS" panose="020B0703020202090204" pitchFamily="34" charset="0"/>
                <a:cs typeface="Rockwell Nova Light" panose="02060303020205020403" pitchFamily="18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47777C60-735A-6242-A92B-3C5B7BA7ED40}"/>
              </a:ext>
            </a:extLst>
          </p:cNvPr>
          <p:cNvSpPr txBox="1">
            <a:spLocks/>
          </p:cNvSpPr>
          <p:nvPr userDrawn="1"/>
        </p:nvSpPr>
        <p:spPr>
          <a:xfrm>
            <a:off x="6614809" y="6400799"/>
            <a:ext cx="2743200" cy="2914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b="0" i="0" dirty="0">
                <a:latin typeface="Trebuchet MS" panose="020B0703020202090204" pitchFamily="34" charset="0"/>
              </a:rPr>
              <a:t>Confidential – 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421695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2">
          <p15:clr>
            <a:srgbClr val="FBAE4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Comparison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549406C-54AA-BB4A-A894-DCE9A23B31DE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2036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Proxima Nova Regular" panose="02000506030000020004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176D08-DDAD-E54A-B358-69F6739D98F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5300" y="1189899"/>
            <a:ext cx="5081891" cy="4351338"/>
          </a:xfrm>
          <a:ln>
            <a:noFill/>
          </a:ln>
        </p:spPr>
        <p:txBody>
          <a:bodyPr anchor="ctr">
            <a:normAutofit/>
          </a:bodyPr>
          <a:lstStyle>
            <a:lvl1pPr algn="l">
              <a:lnSpc>
                <a:spcPct val="80000"/>
              </a:lnSpc>
              <a:defRPr sz="3200" b="1" i="0">
                <a:ln>
                  <a:noFill/>
                </a:ln>
                <a:solidFill>
                  <a:schemeClr val="bg1"/>
                </a:solidFill>
                <a:latin typeface="Trebuchet MS" panose="020B0703020202090204" pitchFamily="34" charset="0"/>
                <a:cs typeface="Trebuchet MS" panose="020B070302020209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D613E1D2-5834-AD41-804E-D607287602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1015" y="6400799"/>
            <a:ext cx="2743200" cy="2914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bg2"/>
                </a:solidFill>
              </a:defRPr>
            </a:lvl1pPr>
          </a:lstStyle>
          <a:p>
            <a:fld id="{4BEAA09E-D67E-864E-8466-C38E88600C4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1F86E1D-B041-3D46-9EA6-1DD6635C613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765651" y="6408817"/>
            <a:ext cx="206592" cy="275456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7B6A4804-8EDB-6D4D-B64B-E9206508601A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6614809" y="1189899"/>
            <a:ext cx="5150842" cy="4351338"/>
          </a:xfrm>
        </p:spPr>
        <p:txBody>
          <a:bodyPr anchor="ctr">
            <a:normAutofit/>
          </a:bodyPr>
          <a:lstStyle>
            <a:lvl1pPr algn="l">
              <a:lnSpc>
                <a:spcPct val="80000"/>
              </a:lnSpc>
              <a:defRPr sz="3200" b="0" i="0">
                <a:solidFill>
                  <a:schemeClr val="tx1"/>
                </a:solidFill>
                <a:latin typeface="Trebuchet MS" panose="020B0703020202090204" pitchFamily="34" charset="0"/>
                <a:cs typeface="Rockwell Nova Light" panose="02060303020205020403" pitchFamily="18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47777C60-735A-6242-A92B-3C5B7BA7ED40}"/>
              </a:ext>
            </a:extLst>
          </p:cNvPr>
          <p:cNvSpPr txBox="1">
            <a:spLocks/>
          </p:cNvSpPr>
          <p:nvPr userDrawn="1"/>
        </p:nvSpPr>
        <p:spPr>
          <a:xfrm>
            <a:off x="6614809" y="6400799"/>
            <a:ext cx="2743200" cy="2914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b="0" i="0" dirty="0">
                <a:latin typeface="Trebuchet MS" panose="020B0703020202090204" pitchFamily="34" charset="0"/>
              </a:rPr>
              <a:t>Confidential – 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3550990502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E634AED-FE2D-5A49-9C4F-52E8C06D75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5999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549406C-54AA-BB4A-A894-DCE9A23B31DE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Proxima Nova Regular" panose="02000506030000020004" pitchFamily="2" charset="0"/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D613E1D2-5834-AD41-804E-D607287602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1014" y="6400799"/>
            <a:ext cx="745915" cy="2914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bg2"/>
                </a:solidFill>
              </a:defRPr>
            </a:lvl1pPr>
          </a:lstStyle>
          <a:p>
            <a:fld id="{4BEAA09E-D67E-864E-8466-C38E88600C4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DF170BCB-3373-5549-9815-B668B2498165}"/>
              </a:ext>
            </a:extLst>
          </p:cNvPr>
          <p:cNvSpPr txBox="1">
            <a:spLocks/>
          </p:cNvSpPr>
          <p:nvPr userDrawn="1"/>
        </p:nvSpPr>
        <p:spPr>
          <a:xfrm>
            <a:off x="1707493" y="6400799"/>
            <a:ext cx="2743200" cy="2914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0" i="0" dirty="0">
                <a:latin typeface="Trebuchet MS" panose="020B0703020202090204" pitchFamily="34" charset="0"/>
              </a:rPr>
              <a:t>Confidential – Internal Use Only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8C30483-00F3-D64E-AAE5-F07B9B5C01D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594406" y="6408817"/>
            <a:ext cx="206592" cy="275456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0ECE671-F431-CD4B-9BF1-7FDB1F32755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5300" y="1189899"/>
            <a:ext cx="5081891" cy="4351338"/>
          </a:xfrm>
        </p:spPr>
        <p:txBody>
          <a:bodyPr anchor="ctr">
            <a:normAutofit/>
          </a:bodyPr>
          <a:lstStyle>
            <a:lvl1pPr algn="l">
              <a:lnSpc>
                <a:spcPct val="80000"/>
              </a:lnSpc>
              <a:defRPr sz="3200" b="1" i="0">
                <a:solidFill>
                  <a:schemeClr val="accent1"/>
                </a:solidFill>
                <a:latin typeface="Trebuchet MS" panose="020B0703020202090204" pitchFamily="34" charset="0"/>
                <a:cs typeface="Trebuchet MS" panose="020B070302020209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34494420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2BF970B-3FB2-E84A-B70E-2F82C3C4236F}"/>
              </a:ext>
            </a:extLst>
          </p:cNvPr>
          <p:cNvSpPr/>
          <p:nvPr userDrawn="1"/>
        </p:nvSpPr>
        <p:spPr>
          <a:xfrm>
            <a:off x="1" y="1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8460B3-6ACD-194D-9D44-C086FB4701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516" y="365125"/>
            <a:ext cx="10972800" cy="987019"/>
          </a:xfrm>
        </p:spPr>
        <p:txBody>
          <a:bodyPr/>
          <a:lstStyle>
            <a:lvl1pPr algn="l">
              <a:lnSpc>
                <a:spcPct val="80000"/>
              </a:lnSpc>
              <a:defRPr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6BAE6AD-B7D4-B04A-86FE-7779FC9A23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765651" y="6408817"/>
            <a:ext cx="206592" cy="275456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CD8113E-1FCA-604A-96E5-3BF77C5AC38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77516" y="1942677"/>
            <a:ext cx="10972800" cy="4229524"/>
          </a:xfrm>
        </p:spPr>
        <p:txBody>
          <a:bodyPr/>
          <a:lstStyle>
            <a:lvl1pPr>
              <a:lnSpc>
                <a:spcPct val="110000"/>
              </a:lnSpc>
              <a:spcAft>
                <a:spcPts val="800"/>
              </a:spcAft>
              <a:defRPr/>
            </a:lvl1pPr>
            <a:lvl2pPr marL="15875" indent="0">
              <a:lnSpc>
                <a:spcPct val="110000"/>
              </a:lnSpc>
              <a:buNone/>
              <a:tabLst/>
              <a:defRPr sz="1800" b="0">
                <a:solidFill>
                  <a:schemeClr val="tx1"/>
                </a:solidFill>
              </a:defRPr>
            </a:lvl2pPr>
            <a:lvl3pPr marL="287338" indent="-169863">
              <a:lnSpc>
                <a:spcPct val="110000"/>
              </a:lnSpc>
              <a:tabLst/>
              <a:defRPr sz="1600"/>
            </a:lvl3pPr>
            <a:lvl4pPr marL="693738" indent="-169863">
              <a:lnSpc>
                <a:spcPct val="110000"/>
              </a:lnSpc>
              <a:tabLst/>
              <a:defRPr sz="1400"/>
            </a:lvl4pPr>
            <a:lvl5pPr>
              <a:lnSpc>
                <a:spcPct val="110000"/>
              </a:lnSpc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817CF6A-808E-8C4F-9BE1-5072668480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1015" y="6400799"/>
            <a:ext cx="2743200" cy="2914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bg2"/>
                </a:solidFill>
              </a:defRPr>
            </a:lvl1pPr>
          </a:lstStyle>
          <a:p>
            <a:fld id="{4BEAA09E-D67E-864E-8466-C38E88600C4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6CCA6249-8962-9949-96AE-7C11B8F0135F}"/>
              </a:ext>
            </a:extLst>
          </p:cNvPr>
          <p:cNvSpPr txBox="1">
            <a:spLocks/>
          </p:cNvSpPr>
          <p:nvPr userDrawn="1"/>
        </p:nvSpPr>
        <p:spPr>
          <a:xfrm>
            <a:off x="4700337" y="6400799"/>
            <a:ext cx="2743200" cy="2914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0" i="0" dirty="0">
                <a:latin typeface="Trebuchet MS" panose="020B0703020202090204" pitchFamily="34" charset="0"/>
              </a:rPr>
              <a:t>Confidential – 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2386354124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2BF970B-3FB2-E84A-B70E-2F82C3C4236F}"/>
              </a:ext>
            </a:extLst>
          </p:cNvPr>
          <p:cNvSpPr/>
          <p:nvPr userDrawn="1"/>
        </p:nvSpPr>
        <p:spPr>
          <a:xfrm>
            <a:off x="1" y="1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8460B3-6ACD-194D-9D44-C086FB4701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516" y="365125"/>
            <a:ext cx="10972800" cy="987019"/>
          </a:xfrm>
        </p:spPr>
        <p:txBody>
          <a:bodyPr/>
          <a:lstStyle>
            <a:lvl1pPr algn="l">
              <a:lnSpc>
                <a:spcPct val="80000"/>
              </a:lnSpc>
              <a:defRPr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6BAE6AD-B7D4-B04A-86FE-7779FC9A23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765651" y="6408817"/>
            <a:ext cx="206592" cy="275456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CD8113E-1FCA-604A-96E5-3BF77C5AC38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77516" y="1942677"/>
            <a:ext cx="5399951" cy="4229524"/>
          </a:xfrm>
        </p:spPr>
        <p:txBody>
          <a:bodyPr/>
          <a:lstStyle>
            <a:lvl1pPr>
              <a:lnSpc>
                <a:spcPct val="110000"/>
              </a:lnSpc>
              <a:spcAft>
                <a:spcPts val="800"/>
              </a:spcAft>
              <a:defRPr/>
            </a:lvl1pPr>
            <a:lvl2pPr marL="15875" indent="0">
              <a:lnSpc>
                <a:spcPct val="110000"/>
              </a:lnSpc>
              <a:buNone/>
              <a:tabLst/>
              <a:defRPr sz="1800" b="0">
                <a:solidFill>
                  <a:schemeClr val="tx1"/>
                </a:solidFill>
              </a:defRPr>
            </a:lvl2pPr>
            <a:lvl3pPr marL="287338" indent="-169863">
              <a:lnSpc>
                <a:spcPct val="110000"/>
              </a:lnSpc>
              <a:tabLst/>
              <a:defRPr sz="1600"/>
            </a:lvl3pPr>
            <a:lvl4pPr marL="693738" indent="-169863">
              <a:lnSpc>
                <a:spcPct val="110000"/>
              </a:lnSpc>
              <a:tabLst/>
              <a:defRPr sz="1400"/>
            </a:lvl4pPr>
            <a:lvl5pPr>
              <a:lnSpc>
                <a:spcPct val="110000"/>
              </a:lnSpc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817CF6A-808E-8C4F-9BE1-5072668480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1015" y="6400799"/>
            <a:ext cx="2743200" cy="2914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bg2"/>
                </a:solidFill>
              </a:defRPr>
            </a:lvl1pPr>
          </a:lstStyle>
          <a:p>
            <a:fld id="{4BEAA09E-D67E-864E-8466-C38E88600C4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6CCA6249-8962-9949-96AE-7C11B8F0135F}"/>
              </a:ext>
            </a:extLst>
          </p:cNvPr>
          <p:cNvSpPr txBox="1">
            <a:spLocks/>
          </p:cNvSpPr>
          <p:nvPr userDrawn="1"/>
        </p:nvSpPr>
        <p:spPr>
          <a:xfrm>
            <a:off x="4700337" y="6400799"/>
            <a:ext cx="2743200" cy="2914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0" i="0" dirty="0">
                <a:latin typeface="Trebuchet MS" panose="020B0703020202090204" pitchFamily="34" charset="0"/>
              </a:rPr>
              <a:t>Confidential – Internal Use Only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A0CAA9C4-E772-E443-A2A4-0F2D14E9891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0365" y="1942677"/>
            <a:ext cx="5399951" cy="4229524"/>
          </a:xfrm>
        </p:spPr>
        <p:txBody>
          <a:bodyPr/>
          <a:lstStyle>
            <a:lvl1pPr>
              <a:lnSpc>
                <a:spcPct val="110000"/>
              </a:lnSpc>
              <a:spcAft>
                <a:spcPts val="800"/>
              </a:spcAft>
              <a:defRPr/>
            </a:lvl1pPr>
            <a:lvl2pPr marL="15875" indent="0">
              <a:lnSpc>
                <a:spcPct val="110000"/>
              </a:lnSpc>
              <a:buNone/>
              <a:tabLst/>
              <a:defRPr sz="1800" b="0">
                <a:solidFill>
                  <a:schemeClr val="tx1"/>
                </a:solidFill>
              </a:defRPr>
            </a:lvl2pPr>
            <a:lvl3pPr marL="287338" indent="-169863">
              <a:lnSpc>
                <a:spcPct val="110000"/>
              </a:lnSpc>
              <a:tabLst/>
              <a:defRPr sz="1600"/>
            </a:lvl3pPr>
            <a:lvl4pPr marL="693738" indent="-169863">
              <a:lnSpc>
                <a:spcPct val="110000"/>
              </a:lnSpc>
              <a:tabLst/>
              <a:defRPr sz="1400"/>
            </a:lvl4pPr>
            <a:lvl5pPr>
              <a:lnSpc>
                <a:spcPct val="110000"/>
              </a:lnSpc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02186872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2BF970B-3FB2-E84A-B70E-2F82C3C4236F}"/>
              </a:ext>
            </a:extLst>
          </p:cNvPr>
          <p:cNvSpPr/>
          <p:nvPr userDrawn="1"/>
        </p:nvSpPr>
        <p:spPr>
          <a:xfrm>
            <a:off x="1" y="1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8460B3-6ACD-194D-9D44-C086FB4701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516" y="365125"/>
            <a:ext cx="10972800" cy="987019"/>
          </a:xfrm>
        </p:spPr>
        <p:txBody>
          <a:bodyPr/>
          <a:lstStyle>
            <a:lvl1pPr algn="l">
              <a:lnSpc>
                <a:spcPct val="80000"/>
              </a:lnSpc>
              <a:defRPr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6BAE6AD-B7D4-B04A-86FE-7779FC9A23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765651" y="6408817"/>
            <a:ext cx="206592" cy="275456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CD8113E-1FCA-604A-96E5-3BF77C5AC38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77517" y="1942677"/>
            <a:ext cx="3516658" cy="4229524"/>
          </a:xfrm>
        </p:spPr>
        <p:txBody>
          <a:bodyPr/>
          <a:lstStyle>
            <a:lvl1pPr>
              <a:lnSpc>
                <a:spcPct val="110000"/>
              </a:lnSpc>
              <a:spcAft>
                <a:spcPts val="800"/>
              </a:spcAft>
              <a:defRPr/>
            </a:lvl1pPr>
            <a:lvl2pPr marL="15875" indent="0">
              <a:lnSpc>
                <a:spcPct val="110000"/>
              </a:lnSpc>
              <a:buNone/>
              <a:tabLst/>
              <a:defRPr sz="1800" b="0">
                <a:solidFill>
                  <a:schemeClr val="tx1"/>
                </a:solidFill>
              </a:defRPr>
            </a:lvl2pPr>
            <a:lvl3pPr marL="287338" indent="-169863">
              <a:lnSpc>
                <a:spcPct val="110000"/>
              </a:lnSpc>
              <a:tabLst/>
              <a:defRPr sz="1600"/>
            </a:lvl3pPr>
            <a:lvl4pPr marL="693738" indent="-169863">
              <a:lnSpc>
                <a:spcPct val="110000"/>
              </a:lnSpc>
              <a:tabLst/>
              <a:defRPr sz="1400"/>
            </a:lvl4pPr>
            <a:lvl5pPr>
              <a:lnSpc>
                <a:spcPct val="110000"/>
              </a:lnSpc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817CF6A-808E-8C4F-9BE1-5072668480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1015" y="6400799"/>
            <a:ext cx="2743200" cy="2914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bg2"/>
                </a:solidFill>
              </a:defRPr>
            </a:lvl1pPr>
          </a:lstStyle>
          <a:p>
            <a:fld id="{4BEAA09E-D67E-864E-8466-C38E88600C4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6CCA6249-8962-9949-96AE-7C11B8F0135F}"/>
              </a:ext>
            </a:extLst>
          </p:cNvPr>
          <p:cNvSpPr txBox="1">
            <a:spLocks/>
          </p:cNvSpPr>
          <p:nvPr userDrawn="1"/>
        </p:nvSpPr>
        <p:spPr>
          <a:xfrm>
            <a:off x="4700337" y="6400799"/>
            <a:ext cx="2743200" cy="2914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0" i="0" dirty="0">
                <a:latin typeface="Trebuchet MS" panose="020B0703020202090204" pitchFamily="34" charset="0"/>
              </a:rPr>
              <a:t>Confidential – Internal Use Only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A0CAA9C4-E772-E443-A2A4-0F2D14E9891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05587" y="1942677"/>
            <a:ext cx="3516658" cy="4229524"/>
          </a:xfrm>
        </p:spPr>
        <p:txBody>
          <a:bodyPr/>
          <a:lstStyle>
            <a:lvl1pPr>
              <a:lnSpc>
                <a:spcPct val="110000"/>
              </a:lnSpc>
              <a:spcAft>
                <a:spcPts val="800"/>
              </a:spcAft>
              <a:defRPr/>
            </a:lvl1pPr>
            <a:lvl2pPr marL="15875" indent="0">
              <a:lnSpc>
                <a:spcPct val="110000"/>
              </a:lnSpc>
              <a:buNone/>
              <a:tabLst/>
              <a:defRPr sz="1800" b="0">
                <a:solidFill>
                  <a:schemeClr val="tx1"/>
                </a:solidFill>
              </a:defRPr>
            </a:lvl2pPr>
            <a:lvl3pPr marL="287338" indent="-169863">
              <a:lnSpc>
                <a:spcPct val="110000"/>
              </a:lnSpc>
              <a:tabLst/>
              <a:defRPr sz="1600"/>
            </a:lvl3pPr>
            <a:lvl4pPr marL="693738" indent="-169863">
              <a:lnSpc>
                <a:spcPct val="110000"/>
              </a:lnSpc>
              <a:tabLst/>
              <a:defRPr sz="1400"/>
            </a:lvl4pPr>
            <a:lvl5pPr>
              <a:lnSpc>
                <a:spcPct val="110000"/>
              </a:lnSpc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CC246391-91B4-BC47-A6BA-88CFDDCA116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033658" y="1942677"/>
            <a:ext cx="3516658" cy="4229524"/>
          </a:xfrm>
        </p:spPr>
        <p:txBody>
          <a:bodyPr/>
          <a:lstStyle>
            <a:lvl1pPr>
              <a:lnSpc>
                <a:spcPct val="110000"/>
              </a:lnSpc>
              <a:spcAft>
                <a:spcPts val="800"/>
              </a:spcAft>
              <a:defRPr/>
            </a:lvl1pPr>
            <a:lvl2pPr marL="15875" indent="0">
              <a:lnSpc>
                <a:spcPct val="110000"/>
              </a:lnSpc>
              <a:buNone/>
              <a:tabLst/>
              <a:defRPr sz="1800" b="0">
                <a:solidFill>
                  <a:schemeClr val="tx1"/>
                </a:solidFill>
              </a:defRPr>
            </a:lvl2pPr>
            <a:lvl3pPr marL="287338" indent="-169863">
              <a:lnSpc>
                <a:spcPct val="110000"/>
              </a:lnSpc>
              <a:tabLst/>
              <a:defRPr sz="1600"/>
            </a:lvl3pPr>
            <a:lvl4pPr marL="693738" indent="-169863">
              <a:lnSpc>
                <a:spcPct val="110000"/>
              </a:lnSpc>
              <a:tabLst/>
              <a:defRPr sz="1400"/>
            </a:lvl4pPr>
            <a:lvl5pPr>
              <a:lnSpc>
                <a:spcPct val="110000"/>
              </a:lnSpc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979399227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Grey -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2BF970B-3FB2-E84A-B70E-2F82C3C4236F}"/>
              </a:ext>
            </a:extLst>
          </p:cNvPr>
          <p:cNvSpPr/>
          <p:nvPr userDrawn="1"/>
        </p:nvSpPr>
        <p:spPr>
          <a:xfrm>
            <a:off x="1" y="1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6BAE6AD-B7D4-B04A-86FE-7779FC9A23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765651" y="6408817"/>
            <a:ext cx="206592" cy="275456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817CF6A-808E-8C4F-9BE1-5072668480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1015" y="6400799"/>
            <a:ext cx="2743200" cy="2914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bg2"/>
                </a:solidFill>
              </a:defRPr>
            </a:lvl1pPr>
          </a:lstStyle>
          <a:p>
            <a:fld id="{4BEAA09E-D67E-864E-8466-C38E88600C4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6CCA6249-8962-9949-96AE-7C11B8F0135F}"/>
              </a:ext>
            </a:extLst>
          </p:cNvPr>
          <p:cNvSpPr txBox="1">
            <a:spLocks/>
          </p:cNvSpPr>
          <p:nvPr userDrawn="1"/>
        </p:nvSpPr>
        <p:spPr>
          <a:xfrm>
            <a:off x="4700337" y="6400799"/>
            <a:ext cx="2743200" cy="2914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0" i="0" dirty="0">
                <a:latin typeface="Trebuchet MS" panose="020B0703020202090204" pitchFamily="34" charset="0"/>
              </a:rPr>
              <a:t>Confidential – 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3360210351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-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0E1FAF-85CD-FA4B-81FE-A9FD82D22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</a:lstStyle>
          <a:p>
            <a:fld id="{4BEAA09E-D67E-864E-8466-C38E88600C4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216341-DBB4-0D4B-B285-B706134D811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765651" y="6408817"/>
            <a:ext cx="206592" cy="275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2696799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 Background">
    <p:bg>
      <p:bgPr>
        <a:solidFill>
          <a:srgbClr val="C50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1492036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Backgrou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3583915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Background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2754394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93185" y="327780"/>
            <a:ext cx="11235267" cy="786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3185" y="1341121"/>
            <a:ext cx="11235267" cy="4351339"/>
          </a:xfrm>
        </p:spPr>
        <p:txBody>
          <a:bodyPr/>
          <a:lstStyle>
            <a:lvl2pPr marL="461951" indent="-231769">
              <a:tabLst/>
              <a:defRPr/>
            </a:lvl2pPr>
            <a:lvl3pPr marL="684196" indent="-222245">
              <a:tabLst/>
              <a:defRPr/>
            </a:lvl3pPr>
            <a:lvl4pPr marL="914377" indent="-230182">
              <a:tabLst/>
              <a:defRPr/>
            </a:lvl4pPr>
            <a:lvl5pPr marL="1144559" indent="-230182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581F51-E9B4-480E-BE98-87EF91CB5008}" type="slidenum">
              <a:rPr kumimoji="0" lang="en-US" altLang="en-US" sz="800" b="0" i="0" u="none" strike="noStrike" kern="1200" cap="none" spc="0" normalizeH="0" baseline="0" noProof="0">
                <a:ln>
                  <a:noFill/>
                </a:ln>
                <a:solidFill>
                  <a:srgbClr val="C6CAC6"/>
                </a:solidFill>
                <a:effectLst/>
                <a:uLnTx/>
                <a:uFillTx/>
                <a:latin typeface="Trebuchet MS" panose="020B0703020202090204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800" b="0" i="0" u="none" strike="noStrike" kern="1200" cap="none" spc="0" normalizeH="0" baseline="0" noProof="0">
              <a:ln>
                <a:noFill/>
              </a:ln>
              <a:solidFill>
                <a:srgbClr val="C6CAC6"/>
              </a:solidFill>
              <a:effectLst/>
              <a:uLnTx/>
              <a:uFillTx/>
              <a:latin typeface="Trebuchet MS" panose="020B0703020202090204" pitchFamily="34" charset="0"/>
              <a:ea typeface="+mn-ea"/>
              <a:cs typeface="+mn-cs"/>
            </a:endParaRP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28451" y="6427902"/>
            <a:ext cx="347244" cy="347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272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13" Type="http://schemas.openxmlformats.org/officeDocument/2006/relationships/slideLayout" Target="../slideLayouts/slideLayout34.xml"/><Relationship Id="rId18" Type="http://schemas.openxmlformats.org/officeDocument/2006/relationships/slideLayout" Target="../slideLayouts/slideLayout39.xml"/><Relationship Id="rId3" Type="http://schemas.openxmlformats.org/officeDocument/2006/relationships/slideLayout" Target="../slideLayouts/slideLayout24.xml"/><Relationship Id="rId21" Type="http://schemas.openxmlformats.org/officeDocument/2006/relationships/slideLayout" Target="../slideLayouts/slideLayout42.xml"/><Relationship Id="rId7" Type="http://schemas.openxmlformats.org/officeDocument/2006/relationships/slideLayout" Target="../slideLayouts/slideLayout28.xml"/><Relationship Id="rId12" Type="http://schemas.openxmlformats.org/officeDocument/2006/relationships/slideLayout" Target="../slideLayouts/slideLayout33.xml"/><Relationship Id="rId17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3.xml"/><Relationship Id="rId16" Type="http://schemas.openxmlformats.org/officeDocument/2006/relationships/slideLayout" Target="../slideLayouts/slideLayout37.xml"/><Relationship Id="rId20" Type="http://schemas.openxmlformats.org/officeDocument/2006/relationships/slideLayout" Target="../slideLayouts/slideLayout41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31.xml"/><Relationship Id="rId19" Type="http://schemas.openxmlformats.org/officeDocument/2006/relationships/slideLayout" Target="../slideLayouts/slideLayout40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Relationship Id="rId14" Type="http://schemas.openxmlformats.org/officeDocument/2006/relationships/slideLayout" Target="../slideLayouts/slideLayout35.xml"/><Relationship Id="rId22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0.xml"/><Relationship Id="rId13" Type="http://schemas.openxmlformats.org/officeDocument/2006/relationships/slideLayout" Target="../slideLayouts/slideLayout55.xml"/><Relationship Id="rId18" Type="http://schemas.openxmlformats.org/officeDocument/2006/relationships/slideLayout" Target="../slideLayouts/slideLayout60.xml"/><Relationship Id="rId3" Type="http://schemas.openxmlformats.org/officeDocument/2006/relationships/slideLayout" Target="../slideLayouts/slideLayout45.xml"/><Relationship Id="rId21" Type="http://schemas.openxmlformats.org/officeDocument/2006/relationships/slideLayout" Target="../slideLayouts/slideLayout63.xml"/><Relationship Id="rId7" Type="http://schemas.openxmlformats.org/officeDocument/2006/relationships/slideLayout" Target="../slideLayouts/slideLayout49.xml"/><Relationship Id="rId12" Type="http://schemas.openxmlformats.org/officeDocument/2006/relationships/slideLayout" Target="../slideLayouts/slideLayout54.xml"/><Relationship Id="rId17" Type="http://schemas.openxmlformats.org/officeDocument/2006/relationships/slideLayout" Target="../slideLayouts/slideLayout59.xml"/><Relationship Id="rId2" Type="http://schemas.openxmlformats.org/officeDocument/2006/relationships/slideLayout" Target="../slideLayouts/slideLayout44.xml"/><Relationship Id="rId16" Type="http://schemas.openxmlformats.org/officeDocument/2006/relationships/slideLayout" Target="../slideLayouts/slideLayout58.xml"/><Relationship Id="rId20" Type="http://schemas.openxmlformats.org/officeDocument/2006/relationships/slideLayout" Target="../slideLayouts/slideLayout62.xml"/><Relationship Id="rId1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8.xml"/><Relationship Id="rId11" Type="http://schemas.openxmlformats.org/officeDocument/2006/relationships/slideLayout" Target="../slideLayouts/slideLayout53.xml"/><Relationship Id="rId5" Type="http://schemas.openxmlformats.org/officeDocument/2006/relationships/slideLayout" Target="../slideLayouts/slideLayout47.xml"/><Relationship Id="rId15" Type="http://schemas.openxmlformats.org/officeDocument/2006/relationships/slideLayout" Target="../slideLayouts/slideLayout57.xml"/><Relationship Id="rId23" Type="http://schemas.openxmlformats.org/officeDocument/2006/relationships/theme" Target="../theme/theme3.xml"/><Relationship Id="rId10" Type="http://schemas.openxmlformats.org/officeDocument/2006/relationships/slideLayout" Target="../slideLayouts/slideLayout52.xml"/><Relationship Id="rId19" Type="http://schemas.openxmlformats.org/officeDocument/2006/relationships/slideLayout" Target="../slideLayouts/slideLayout61.xml"/><Relationship Id="rId4" Type="http://schemas.openxmlformats.org/officeDocument/2006/relationships/slideLayout" Target="../slideLayouts/slideLayout46.xml"/><Relationship Id="rId9" Type="http://schemas.openxmlformats.org/officeDocument/2006/relationships/slideLayout" Target="../slideLayouts/slideLayout51.xml"/><Relationship Id="rId14" Type="http://schemas.openxmlformats.org/officeDocument/2006/relationships/slideLayout" Target="../slideLayouts/slideLayout56.xml"/><Relationship Id="rId22" Type="http://schemas.openxmlformats.org/officeDocument/2006/relationships/slideLayout" Target="../slideLayouts/slideLayout64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2.xml"/><Relationship Id="rId13" Type="http://schemas.openxmlformats.org/officeDocument/2006/relationships/slideLayout" Target="../slideLayouts/slideLayout77.xml"/><Relationship Id="rId18" Type="http://schemas.openxmlformats.org/officeDocument/2006/relationships/slideLayout" Target="../slideLayouts/slideLayout82.xml"/><Relationship Id="rId3" Type="http://schemas.openxmlformats.org/officeDocument/2006/relationships/slideLayout" Target="../slideLayouts/slideLayout67.xml"/><Relationship Id="rId21" Type="http://schemas.openxmlformats.org/officeDocument/2006/relationships/slideLayout" Target="../slideLayouts/slideLayout85.xml"/><Relationship Id="rId7" Type="http://schemas.openxmlformats.org/officeDocument/2006/relationships/slideLayout" Target="../slideLayouts/slideLayout71.xml"/><Relationship Id="rId12" Type="http://schemas.openxmlformats.org/officeDocument/2006/relationships/slideLayout" Target="../slideLayouts/slideLayout76.xml"/><Relationship Id="rId17" Type="http://schemas.openxmlformats.org/officeDocument/2006/relationships/slideLayout" Target="../slideLayouts/slideLayout81.xml"/><Relationship Id="rId2" Type="http://schemas.openxmlformats.org/officeDocument/2006/relationships/slideLayout" Target="../slideLayouts/slideLayout66.xml"/><Relationship Id="rId16" Type="http://schemas.openxmlformats.org/officeDocument/2006/relationships/slideLayout" Target="../slideLayouts/slideLayout80.xml"/><Relationship Id="rId20" Type="http://schemas.openxmlformats.org/officeDocument/2006/relationships/slideLayout" Target="../slideLayouts/slideLayout84.xml"/><Relationship Id="rId1" Type="http://schemas.openxmlformats.org/officeDocument/2006/relationships/slideLayout" Target="../slideLayouts/slideLayout65.xml"/><Relationship Id="rId6" Type="http://schemas.openxmlformats.org/officeDocument/2006/relationships/slideLayout" Target="../slideLayouts/slideLayout70.xml"/><Relationship Id="rId11" Type="http://schemas.openxmlformats.org/officeDocument/2006/relationships/slideLayout" Target="../slideLayouts/slideLayout75.xml"/><Relationship Id="rId5" Type="http://schemas.openxmlformats.org/officeDocument/2006/relationships/slideLayout" Target="../slideLayouts/slideLayout69.xml"/><Relationship Id="rId15" Type="http://schemas.openxmlformats.org/officeDocument/2006/relationships/slideLayout" Target="../slideLayouts/slideLayout79.xml"/><Relationship Id="rId23" Type="http://schemas.openxmlformats.org/officeDocument/2006/relationships/theme" Target="../theme/theme4.xml"/><Relationship Id="rId10" Type="http://schemas.openxmlformats.org/officeDocument/2006/relationships/slideLayout" Target="../slideLayouts/slideLayout74.xml"/><Relationship Id="rId19" Type="http://schemas.openxmlformats.org/officeDocument/2006/relationships/slideLayout" Target="../slideLayouts/slideLayout83.xml"/><Relationship Id="rId4" Type="http://schemas.openxmlformats.org/officeDocument/2006/relationships/slideLayout" Target="../slideLayouts/slideLayout68.xml"/><Relationship Id="rId9" Type="http://schemas.openxmlformats.org/officeDocument/2006/relationships/slideLayout" Target="../slideLayouts/slideLayout73.xml"/><Relationship Id="rId14" Type="http://schemas.openxmlformats.org/officeDocument/2006/relationships/slideLayout" Target="../slideLayouts/slideLayout78.xml"/><Relationship Id="rId22" Type="http://schemas.openxmlformats.org/officeDocument/2006/relationships/slideLayout" Target="../slideLayouts/slideLayout8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5D506E-9CFA-5744-8CC1-366D985D6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126"/>
            <a:ext cx="10924674" cy="96756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dirty="0"/>
              <a:t>Master Slide Template – Click to Edit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4A9B1D-8809-B740-A68B-9969B712A0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942677"/>
            <a:ext cx="10924674" cy="42342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marL="15875" lvl="1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pple Symbols" panose="02000000000000000000" pitchFamily="2" charset="-79"/>
              <a:buNone/>
              <a:tabLst/>
            </a:pPr>
            <a:r>
              <a:rPr lang="en-US" dirty="0"/>
              <a:t>Second level</a:t>
            </a:r>
          </a:p>
          <a:p>
            <a:pPr marL="287338" lvl="2" indent="-1698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pple Symbols" panose="02000000000000000000" pitchFamily="2" charset="-79"/>
              <a:buChar char="⎼"/>
              <a:tabLst/>
            </a:pPr>
            <a:r>
              <a:rPr lang="en-US" dirty="0"/>
              <a:t>Third level</a:t>
            </a:r>
          </a:p>
          <a:p>
            <a:pPr marL="693738" lvl="3" indent="-1698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pple Symbols" panose="02000000000000000000" pitchFamily="2" charset="-79"/>
              <a:buChar char="⎼"/>
              <a:tabLst/>
            </a:pPr>
            <a:r>
              <a:rPr lang="en-US" dirty="0"/>
              <a:t>Fourth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CA8E2B-2B06-3049-8A99-94E0B3F727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1015" y="6400799"/>
            <a:ext cx="2743200" cy="2914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chemeClr val="bg2"/>
                </a:solidFill>
                <a:latin typeface="Trebuchet MS" panose="020B0703020202090204" pitchFamily="34" charset="0"/>
              </a:defRPr>
            </a:lvl1pPr>
          </a:lstStyle>
          <a:p>
            <a:fld id="{4BEAA09E-D67E-864E-8466-C38E88600C4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F37C4B3-C390-1B4B-9F24-930CD9AE7CA0}"/>
              </a:ext>
            </a:extLst>
          </p:cNvPr>
          <p:cNvSpPr txBox="1">
            <a:spLocks/>
          </p:cNvSpPr>
          <p:nvPr userDrawn="1"/>
        </p:nvSpPr>
        <p:spPr>
          <a:xfrm>
            <a:off x="4700337" y="6400799"/>
            <a:ext cx="2743200" cy="2914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0" i="0" dirty="0">
                <a:latin typeface="Trebuchet MS" panose="020B0703020202090204" pitchFamily="34" charset="0"/>
              </a:rPr>
              <a:t>Confidential – 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3983845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8" r:id="rId1"/>
    <p:sldLayoutId id="2147483649" r:id="rId2"/>
    <p:sldLayoutId id="2147483749" r:id="rId3"/>
    <p:sldLayoutId id="2147483754" r:id="rId4"/>
    <p:sldLayoutId id="2147483651" r:id="rId5"/>
    <p:sldLayoutId id="2147483755" r:id="rId6"/>
    <p:sldLayoutId id="2147483696" r:id="rId7"/>
    <p:sldLayoutId id="2147483698" r:id="rId8"/>
    <p:sldLayoutId id="2147483713" r:id="rId9"/>
    <p:sldLayoutId id="2147483719" r:id="rId10"/>
    <p:sldLayoutId id="2147483662" r:id="rId11"/>
    <p:sldLayoutId id="2147483753" r:id="rId12"/>
    <p:sldLayoutId id="2147483697" r:id="rId13"/>
    <p:sldLayoutId id="2147483745" r:id="rId14"/>
    <p:sldLayoutId id="2147483747" r:id="rId15"/>
    <p:sldLayoutId id="2147483748" r:id="rId16"/>
    <p:sldLayoutId id="2147483752" r:id="rId17"/>
    <p:sldLayoutId id="2147483738" r:id="rId18"/>
    <p:sldLayoutId id="2147483740" r:id="rId19"/>
    <p:sldLayoutId id="2147483741" r:id="rId20"/>
    <p:sldLayoutId id="2147483742" r:id="rId2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800" spc="0" baseline="0">
          <a:solidFill>
            <a:schemeClr val="accent1"/>
          </a:solidFill>
          <a:latin typeface="Trebuchet MS" panose="020B0703020202090204" pitchFamily="34" charset="0"/>
          <a:ea typeface="+mj-ea"/>
          <a:cs typeface="Trebuchet MS" panose="020B0703020202090204" pitchFamily="34" charset="0"/>
        </a:defRPr>
      </a:lvl1pPr>
    </p:titleStyle>
    <p:bodyStyle>
      <a:lvl1pPr marL="0" indent="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2000" b="0" i="0" kern="1600" spc="-50" baseline="0">
          <a:solidFill>
            <a:schemeClr val="tx1"/>
          </a:solidFill>
          <a:latin typeface="Trebuchet MS" panose="020B0703020202090204" pitchFamily="34" charset="0"/>
          <a:ea typeface="+mn-ea"/>
          <a:cs typeface="+mn-cs"/>
        </a:defRPr>
      </a:lvl1pPr>
      <a:lvl2pPr marL="290513" indent="-174625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Font typeface="Apple Symbols" panose="02000000000000000000" pitchFamily="2" charset="-79"/>
        <a:buChar char="⎼"/>
        <a:tabLst/>
        <a:defRPr lang="en-US" sz="1800" b="0" i="1" kern="1600" spc="-50" baseline="0" dirty="0">
          <a:solidFill>
            <a:schemeClr val="tx1"/>
          </a:solidFill>
          <a:latin typeface="Georgia" panose="02040502050405020303" pitchFamily="18" charset="0"/>
          <a:ea typeface="+mn-ea"/>
          <a:cs typeface="+mn-cs"/>
        </a:defRPr>
      </a:lvl2pPr>
      <a:lvl3pPr marL="403225" indent="-28575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Font typeface="Apple Symbols" panose="02000000000000000000" pitchFamily="2" charset="-79"/>
        <a:buChar char="⎼"/>
        <a:tabLst/>
        <a:defRPr lang="en-US" sz="1600" b="0" i="0" kern="1600" spc="-50" baseline="0" dirty="0">
          <a:solidFill>
            <a:schemeClr val="tx1"/>
          </a:solidFill>
          <a:latin typeface="Trebuchet MS" panose="020B0703020202090204" pitchFamily="34" charset="0"/>
          <a:ea typeface="+mn-ea"/>
          <a:cs typeface="+mn-cs"/>
        </a:defRPr>
      </a:lvl3pPr>
      <a:lvl4pPr marL="809625" indent="-28575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Font typeface="Apple Symbols" panose="02000000000000000000" pitchFamily="2" charset="-79"/>
        <a:buChar char="⎼"/>
        <a:tabLst/>
        <a:defRPr lang="en-US" sz="1400" b="0" i="0" kern="1600" spc="-50" baseline="0" dirty="0">
          <a:solidFill>
            <a:schemeClr val="tx1"/>
          </a:solidFill>
          <a:latin typeface="Trebuchet MS" panose="020B0703020202090204" pitchFamily="34" charset="0"/>
          <a:ea typeface="+mn-ea"/>
          <a:cs typeface="+mn-cs"/>
        </a:defRPr>
      </a:lvl4pPr>
      <a:lvl5pPr marL="1376363" indent="-174625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Font typeface="Apple Symbols" panose="02000000000000000000" pitchFamily="2" charset="-79"/>
        <a:buChar char="⎼"/>
        <a:tabLst/>
        <a:defRPr sz="1200" b="0" i="0" kern="1600" spc="-50" baseline="0">
          <a:solidFill>
            <a:schemeClr val="tx1"/>
          </a:solidFill>
          <a:latin typeface="Trebuchet MS" panose="020B070302020209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5D506E-9CFA-5744-8CC1-366D985D6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126"/>
            <a:ext cx="10924674" cy="96756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dirty="0"/>
              <a:t>Alternate Slide Template – Click to Edit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4A9B1D-8809-B740-A68B-9969B712A0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942677"/>
            <a:ext cx="10924674" cy="42342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marL="15875" lvl="1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pple Symbols" panose="02000000000000000000" pitchFamily="2" charset="-79"/>
              <a:buNone/>
              <a:tabLst/>
            </a:pPr>
            <a:r>
              <a:rPr lang="en-US" dirty="0"/>
              <a:t>Second level</a:t>
            </a:r>
          </a:p>
          <a:p>
            <a:pPr marL="287338" lvl="2" indent="-1698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pple Symbols" panose="02000000000000000000" pitchFamily="2" charset="-79"/>
              <a:buChar char="⎼"/>
              <a:tabLst/>
            </a:pPr>
            <a:r>
              <a:rPr lang="en-US" dirty="0"/>
              <a:t>Third level</a:t>
            </a:r>
          </a:p>
          <a:p>
            <a:pPr marL="693738" lvl="3" indent="-1698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pple Symbols" panose="02000000000000000000" pitchFamily="2" charset="-79"/>
              <a:buChar char="⎼"/>
              <a:tabLst/>
            </a:pPr>
            <a:r>
              <a:rPr lang="en-US" dirty="0"/>
              <a:t>Fourth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CA8E2B-2B06-3049-8A99-94E0B3F727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1015" y="6400799"/>
            <a:ext cx="2743200" cy="2914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chemeClr val="bg2"/>
                </a:solidFill>
                <a:latin typeface="Trebuchet MS" panose="020B0703020202090204" pitchFamily="34" charset="0"/>
              </a:defRPr>
            </a:lvl1pPr>
          </a:lstStyle>
          <a:p>
            <a:fld id="{4BEAA09E-D67E-864E-8466-C38E88600C4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7345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6" r:id="rId1"/>
    <p:sldLayoutId id="2147483839" r:id="rId2"/>
    <p:sldLayoutId id="2147483817" r:id="rId3"/>
    <p:sldLayoutId id="2147483818" r:id="rId4"/>
    <p:sldLayoutId id="2147483819" r:id="rId5"/>
    <p:sldLayoutId id="2147483820" r:id="rId6"/>
    <p:sldLayoutId id="2147483821" r:id="rId7"/>
    <p:sldLayoutId id="2147483822" r:id="rId8"/>
    <p:sldLayoutId id="2147483823" r:id="rId9"/>
    <p:sldLayoutId id="2147483824" r:id="rId10"/>
    <p:sldLayoutId id="2147483825" r:id="rId11"/>
    <p:sldLayoutId id="2147483826" r:id="rId12"/>
    <p:sldLayoutId id="2147483827" r:id="rId13"/>
    <p:sldLayoutId id="2147483828" r:id="rId14"/>
    <p:sldLayoutId id="2147483840" r:id="rId15"/>
    <p:sldLayoutId id="2147483829" r:id="rId16"/>
    <p:sldLayoutId id="2147483830" r:id="rId17"/>
    <p:sldLayoutId id="2147483832" r:id="rId18"/>
    <p:sldLayoutId id="2147483833" r:id="rId19"/>
    <p:sldLayoutId id="2147483834" r:id="rId20"/>
    <p:sldLayoutId id="2147483835" r:id="rId2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800" spc="0" baseline="0">
          <a:solidFill>
            <a:schemeClr val="accent1"/>
          </a:solidFill>
          <a:latin typeface="Trebuchet MS" panose="020B0703020202090204" pitchFamily="34" charset="0"/>
          <a:ea typeface="+mj-ea"/>
          <a:cs typeface="Trebuchet MS" panose="020B0703020202090204" pitchFamily="34" charset="0"/>
        </a:defRPr>
      </a:lvl1pPr>
    </p:titleStyle>
    <p:bodyStyle>
      <a:lvl1pPr marL="0" indent="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2000" b="0" i="0" kern="1600" spc="-50" baseline="0">
          <a:solidFill>
            <a:schemeClr val="tx1"/>
          </a:solidFill>
          <a:latin typeface="Trebuchet MS" panose="020B0703020202090204" pitchFamily="34" charset="0"/>
          <a:ea typeface="+mn-ea"/>
          <a:cs typeface="+mn-cs"/>
        </a:defRPr>
      </a:lvl1pPr>
      <a:lvl2pPr marL="290513" indent="-174625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Font typeface="Apple Symbols" panose="02000000000000000000" pitchFamily="2" charset="-79"/>
        <a:buChar char="⎼"/>
        <a:tabLst/>
        <a:defRPr lang="en-US" sz="1800" b="0" i="1" kern="1600" spc="-50" baseline="0" dirty="0">
          <a:solidFill>
            <a:schemeClr val="tx1"/>
          </a:solidFill>
          <a:latin typeface="Georgia" panose="02040502050405020303" pitchFamily="18" charset="0"/>
          <a:ea typeface="+mn-ea"/>
          <a:cs typeface="+mn-cs"/>
        </a:defRPr>
      </a:lvl2pPr>
      <a:lvl3pPr marL="403225" indent="-28575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Font typeface="Apple Symbols" panose="02000000000000000000" pitchFamily="2" charset="-79"/>
        <a:buChar char="⎼"/>
        <a:tabLst/>
        <a:defRPr lang="en-US" sz="1600" b="0" i="0" kern="1600" spc="-50" baseline="0" dirty="0">
          <a:solidFill>
            <a:schemeClr val="tx1"/>
          </a:solidFill>
          <a:latin typeface="Trebuchet MS" panose="020B0703020202090204" pitchFamily="34" charset="0"/>
          <a:ea typeface="+mn-ea"/>
          <a:cs typeface="+mn-cs"/>
        </a:defRPr>
      </a:lvl3pPr>
      <a:lvl4pPr marL="809625" indent="-28575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Font typeface="Apple Symbols" panose="02000000000000000000" pitchFamily="2" charset="-79"/>
        <a:buChar char="⎼"/>
        <a:tabLst/>
        <a:defRPr lang="en-US" sz="1400" b="0" i="0" kern="1600" spc="-50" baseline="0" dirty="0">
          <a:solidFill>
            <a:schemeClr val="tx1"/>
          </a:solidFill>
          <a:latin typeface="Trebuchet MS" panose="020B0703020202090204" pitchFamily="34" charset="0"/>
          <a:ea typeface="+mn-ea"/>
          <a:cs typeface="+mn-cs"/>
        </a:defRPr>
      </a:lvl4pPr>
      <a:lvl5pPr marL="1376363" indent="-174625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Font typeface="Apple Symbols" panose="02000000000000000000" pitchFamily="2" charset="-79"/>
        <a:buChar char="⎼"/>
        <a:tabLst/>
        <a:defRPr sz="1200" b="0" i="0" kern="1600" spc="-50" baseline="0">
          <a:solidFill>
            <a:schemeClr val="tx1"/>
          </a:solidFill>
          <a:latin typeface="Trebuchet MS" panose="020B070302020209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5D506E-9CFA-5744-8CC1-366D985D6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126"/>
            <a:ext cx="10924674" cy="96756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dirty="0"/>
              <a:t>Master Slide Template – Click to Edit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4A9B1D-8809-B740-A68B-9969B712A0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942677"/>
            <a:ext cx="10924674" cy="42342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marL="15875" lvl="1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pple Symbols" panose="02000000000000000000" pitchFamily="2" charset="-79"/>
              <a:buNone/>
              <a:tabLst/>
            </a:pPr>
            <a:r>
              <a:rPr lang="en-US" dirty="0"/>
              <a:t>Second level</a:t>
            </a:r>
          </a:p>
          <a:p>
            <a:pPr marL="287338" lvl="2" indent="-1698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pple Symbols" panose="02000000000000000000" pitchFamily="2" charset="-79"/>
              <a:buChar char="⎼"/>
              <a:tabLst/>
            </a:pPr>
            <a:r>
              <a:rPr lang="en-US" dirty="0"/>
              <a:t>Third level</a:t>
            </a:r>
          </a:p>
          <a:p>
            <a:pPr marL="693738" lvl="3" indent="-1698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pple Symbols" panose="02000000000000000000" pitchFamily="2" charset="-79"/>
              <a:buChar char="⎼"/>
              <a:tabLst/>
            </a:pPr>
            <a:r>
              <a:rPr lang="en-US" dirty="0"/>
              <a:t>Fourth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CA8E2B-2B06-3049-8A99-94E0B3F727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1015" y="6400799"/>
            <a:ext cx="2743200" cy="2914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chemeClr val="bg2"/>
                </a:solidFill>
                <a:latin typeface="Trebuchet MS" panose="020B0703020202090204" pitchFamily="34" charset="0"/>
              </a:defRPr>
            </a:lvl1pPr>
          </a:lstStyle>
          <a:p>
            <a:fld id="{4BEAA09E-D67E-864E-8466-C38E88600C4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F37C4B3-C390-1B4B-9F24-930CD9AE7CA0}"/>
              </a:ext>
            </a:extLst>
          </p:cNvPr>
          <p:cNvSpPr txBox="1">
            <a:spLocks/>
          </p:cNvSpPr>
          <p:nvPr userDrawn="1"/>
        </p:nvSpPr>
        <p:spPr>
          <a:xfrm>
            <a:off x="4700337" y="6400799"/>
            <a:ext cx="2743200" cy="2914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0" i="0" dirty="0">
                <a:latin typeface="Trebuchet MS" panose="020B0703020202090204" pitchFamily="34" charset="0"/>
              </a:rPr>
              <a:t>Confidential – 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4155919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2" r:id="rId1"/>
    <p:sldLayoutId id="2147483843" r:id="rId2"/>
    <p:sldLayoutId id="2147483844" r:id="rId3"/>
    <p:sldLayoutId id="2147483845" r:id="rId4"/>
    <p:sldLayoutId id="2147483846" r:id="rId5"/>
    <p:sldLayoutId id="2147483847" r:id="rId6"/>
    <p:sldLayoutId id="2147483848" r:id="rId7"/>
    <p:sldLayoutId id="2147483849" r:id="rId8"/>
    <p:sldLayoutId id="2147483850" r:id="rId9"/>
    <p:sldLayoutId id="2147483851" r:id="rId10"/>
    <p:sldLayoutId id="2147483852" r:id="rId11"/>
    <p:sldLayoutId id="2147483853" r:id="rId12"/>
    <p:sldLayoutId id="2147483854" r:id="rId13"/>
    <p:sldLayoutId id="2147483855" r:id="rId14"/>
    <p:sldLayoutId id="2147483856" r:id="rId15"/>
    <p:sldLayoutId id="2147483857" r:id="rId16"/>
    <p:sldLayoutId id="2147483858" r:id="rId17"/>
    <p:sldLayoutId id="2147483859" r:id="rId18"/>
    <p:sldLayoutId id="2147483860" r:id="rId19"/>
    <p:sldLayoutId id="2147483861" r:id="rId20"/>
    <p:sldLayoutId id="2147483862" r:id="rId21"/>
    <p:sldLayoutId id="2147483863" r:id="rId2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800" spc="0" baseline="0">
          <a:solidFill>
            <a:schemeClr val="accent1"/>
          </a:solidFill>
          <a:latin typeface="Trebuchet MS" panose="020B0703020202090204" pitchFamily="34" charset="0"/>
          <a:ea typeface="+mj-ea"/>
          <a:cs typeface="Trebuchet MS" panose="020B0703020202090204" pitchFamily="34" charset="0"/>
        </a:defRPr>
      </a:lvl1pPr>
    </p:titleStyle>
    <p:bodyStyle>
      <a:lvl1pPr marL="0" indent="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2000" b="0" i="0" kern="1600" spc="-50" baseline="0">
          <a:solidFill>
            <a:schemeClr val="tx1"/>
          </a:solidFill>
          <a:latin typeface="Trebuchet MS" panose="020B0703020202090204" pitchFamily="34" charset="0"/>
          <a:ea typeface="+mn-ea"/>
          <a:cs typeface="+mn-cs"/>
        </a:defRPr>
      </a:lvl1pPr>
      <a:lvl2pPr marL="290513" indent="-174625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Font typeface="Apple Symbols" panose="02000000000000000000" pitchFamily="2" charset="-79"/>
        <a:buChar char="⎼"/>
        <a:tabLst/>
        <a:defRPr lang="en-US" sz="1800" b="0" i="1" kern="1600" spc="-50" baseline="0" dirty="0">
          <a:solidFill>
            <a:schemeClr val="tx1"/>
          </a:solidFill>
          <a:latin typeface="Georgia" panose="02040502050405020303" pitchFamily="18" charset="0"/>
          <a:ea typeface="+mn-ea"/>
          <a:cs typeface="+mn-cs"/>
        </a:defRPr>
      </a:lvl2pPr>
      <a:lvl3pPr marL="403225" indent="-28575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Font typeface="Apple Symbols" panose="02000000000000000000" pitchFamily="2" charset="-79"/>
        <a:buChar char="⎼"/>
        <a:tabLst/>
        <a:defRPr lang="en-US" sz="1600" b="0" i="0" kern="1600" spc="-50" baseline="0" dirty="0">
          <a:solidFill>
            <a:schemeClr val="tx1"/>
          </a:solidFill>
          <a:latin typeface="Trebuchet MS" panose="020B0703020202090204" pitchFamily="34" charset="0"/>
          <a:ea typeface="+mn-ea"/>
          <a:cs typeface="+mn-cs"/>
        </a:defRPr>
      </a:lvl3pPr>
      <a:lvl4pPr marL="809625" indent="-28575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Font typeface="Apple Symbols" panose="02000000000000000000" pitchFamily="2" charset="-79"/>
        <a:buChar char="⎼"/>
        <a:tabLst/>
        <a:defRPr lang="en-US" sz="1400" b="0" i="0" kern="1600" spc="-50" baseline="0" dirty="0">
          <a:solidFill>
            <a:schemeClr val="tx1"/>
          </a:solidFill>
          <a:latin typeface="Trebuchet MS" panose="020B0703020202090204" pitchFamily="34" charset="0"/>
          <a:ea typeface="+mn-ea"/>
          <a:cs typeface="+mn-cs"/>
        </a:defRPr>
      </a:lvl4pPr>
      <a:lvl5pPr marL="1376363" indent="-174625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Font typeface="Apple Symbols" panose="02000000000000000000" pitchFamily="2" charset="-79"/>
        <a:buChar char="⎼"/>
        <a:tabLst/>
        <a:defRPr sz="1200" b="0" i="0" kern="1600" spc="-50" baseline="0">
          <a:solidFill>
            <a:schemeClr val="tx1"/>
          </a:solidFill>
          <a:latin typeface="Trebuchet MS" panose="020B070302020209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5D506E-9CFA-5744-8CC1-366D985D6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126"/>
            <a:ext cx="10924674" cy="96756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dirty="0"/>
              <a:t>Master Slide Template – Click to Edit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4A9B1D-8809-B740-A68B-9969B712A0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942677"/>
            <a:ext cx="10924674" cy="42342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marL="15875" lvl="1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pple Symbols" panose="02000000000000000000" pitchFamily="2" charset="-79"/>
              <a:buNone/>
              <a:tabLst/>
            </a:pPr>
            <a:r>
              <a:rPr lang="en-US" dirty="0"/>
              <a:t>Second level</a:t>
            </a:r>
          </a:p>
          <a:p>
            <a:pPr marL="287338" lvl="2" indent="-1698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pple Symbols" panose="02000000000000000000" pitchFamily="2" charset="-79"/>
              <a:buChar char="⎼"/>
              <a:tabLst/>
            </a:pPr>
            <a:r>
              <a:rPr lang="en-US" dirty="0"/>
              <a:t>Third level</a:t>
            </a:r>
          </a:p>
          <a:p>
            <a:pPr marL="693738" lvl="3" indent="-1698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pple Symbols" panose="02000000000000000000" pitchFamily="2" charset="-79"/>
              <a:buChar char="⎼"/>
              <a:tabLst/>
            </a:pPr>
            <a:r>
              <a:rPr lang="en-US" dirty="0"/>
              <a:t>Fourth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CA8E2B-2B06-3049-8A99-94E0B3F727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1015" y="6400799"/>
            <a:ext cx="2743200" cy="2914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chemeClr val="bg2"/>
                </a:solidFill>
                <a:latin typeface="Trebuchet MS" panose="020B0703020202090204" pitchFamily="34" charset="0"/>
              </a:defRPr>
            </a:lvl1pPr>
          </a:lstStyle>
          <a:p>
            <a:fld id="{4BEAA09E-D67E-864E-8466-C38E88600C4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F37C4B3-C390-1B4B-9F24-930CD9AE7CA0}"/>
              </a:ext>
            </a:extLst>
          </p:cNvPr>
          <p:cNvSpPr txBox="1">
            <a:spLocks/>
          </p:cNvSpPr>
          <p:nvPr userDrawn="1"/>
        </p:nvSpPr>
        <p:spPr>
          <a:xfrm>
            <a:off x="4700337" y="6400799"/>
            <a:ext cx="2743200" cy="2914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0" i="0" dirty="0">
                <a:latin typeface="Trebuchet MS" panose="020B0703020202090204" pitchFamily="34" charset="0"/>
              </a:rPr>
              <a:t>Confidential – 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143306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69" r:id="rId5"/>
    <p:sldLayoutId id="2147483870" r:id="rId6"/>
    <p:sldLayoutId id="2147483871" r:id="rId7"/>
    <p:sldLayoutId id="2147483872" r:id="rId8"/>
    <p:sldLayoutId id="2147483873" r:id="rId9"/>
    <p:sldLayoutId id="2147483874" r:id="rId10"/>
    <p:sldLayoutId id="2147483875" r:id="rId11"/>
    <p:sldLayoutId id="2147483876" r:id="rId12"/>
    <p:sldLayoutId id="2147483877" r:id="rId13"/>
    <p:sldLayoutId id="2147483878" r:id="rId14"/>
    <p:sldLayoutId id="2147483879" r:id="rId15"/>
    <p:sldLayoutId id="2147483880" r:id="rId16"/>
    <p:sldLayoutId id="2147483881" r:id="rId17"/>
    <p:sldLayoutId id="2147483882" r:id="rId18"/>
    <p:sldLayoutId id="2147483883" r:id="rId19"/>
    <p:sldLayoutId id="2147483884" r:id="rId20"/>
    <p:sldLayoutId id="2147483885" r:id="rId21"/>
    <p:sldLayoutId id="2147483886" r:id="rId2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800" spc="0" baseline="0">
          <a:solidFill>
            <a:schemeClr val="accent1"/>
          </a:solidFill>
          <a:latin typeface="Trebuchet MS" panose="020B0703020202090204" pitchFamily="34" charset="0"/>
          <a:ea typeface="+mj-ea"/>
          <a:cs typeface="Trebuchet MS" panose="020B0703020202090204" pitchFamily="34" charset="0"/>
        </a:defRPr>
      </a:lvl1pPr>
    </p:titleStyle>
    <p:bodyStyle>
      <a:lvl1pPr marL="0" indent="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2000" b="0" i="0" kern="1600" spc="-50" baseline="0">
          <a:solidFill>
            <a:schemeClr val="tx1"/>
          </a:solidFill>
          <a:latin typeface="Trebuchet MS" panose="020B0703020202090204" pitchFamily="34" charset="0"/>
          <a:ea typeface="+mn-ea"/>
          <a:cs typeface="+mn-cs"/>
        </a:defRPr>
      </a:lvl1pPr>
      <a:lvl2pPr marL="290513" indent="-174625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Font typeface="Apple Symbols" panose="02000000000000000000" pitchFamily="2" charset="-79"/>
        <a:buChar char="⎼"/>
        <a:tabLst/>
        <a:defRPr lang="en-US" sz="1800" b="0" i="1" kern="1600" spc="-50" baseline="0" dirty="0">
          <a:solidFill>
            <a:schemeClr val="tx1"/>
          </a:solidFill>
          <a:latin typeface="Georgia" panose="02040502050405020303" pitchFamily="18" charset="0"/>
          <a:ea typeface="+mn-ea"/>
          <a:cs typeface="+mn-cs"/>
        </a:defRPr>
      </a:lvl2pPr>
      <a:lvl3pPr marL="403225" indent="-28575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Font typeface="Apple Symbols" panose="02000000000000000000" pitchFamily="2" charset="-79"/>
        <a:buChar char="⎼"/>
        <a:tabLst/>
        <a:defRPr lang="en-US" sz="1600" b="0" i="0" kern="1600" spc="-50" baseline="0" dirty="0">
          <a:solidFill>
            <a:schemeClr val="tx1"/>
          </a:solidFill>
          <a:latin typeface="Trebuchet MS" panose="020B0703020202090204" pitchFamily="34" charset="0"/>
          <a:ea typeface="+mn-ea"/>
          <a:cs typeface="+mn-cs"/>
        </a:defRPr>
      </a:lvl3pPr>
      <a:lvl4pPr marL="809625" indent="-28575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Font typeface="Apple Symbols" panose="02000000000000000000" pitchFamily="2" charset="-79"/>
        <a:buChar char="⎼"/>
        <a:tabLst/>
        <a:defRPr lang="en-US" sz="1400" b="0" i="0" kern="1600" spc="-50" baseline="0" dirty="0">
          <a:solidFill>
            <a:schemeClr val="tx1"/>
          </a:solidFill>
          <a:latin typeface="Trebuchet MS" panose="020B0703020202090204" pitchFamily="34" charset="0"/>
          <a:ea typeface="+mn-ea"/>
          <a:cs typeface="+mn-cs"/>
        </a:defRPr>
      </a:lvl4pPr>
      <a:lvl5pPr marL="1376363" indent="-174625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Font typeface="Apple Symbols" panose="02000000000000000000" pitchFamily="2" charset="-79"/>
        <a:buChar char="⎼"/>
        <a:tabLst/>
        <a:defRPr sz="1200" b="0" i="0" kern="1600" spc="-50" baseline="0">
          <a:solidFill>
            <a:schemeClr val="tx1"/>
          </a:solidFill>
          <a:latin typeface="Trebuchet MS" panose="020B070302020209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.xml"/><Relationship Id="rId6" Type="http://schemas.openxmlformats.org/officeDocument/2006/relationships/chart" Target="../charts/chart1.x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hart" Target="../charts/chart4.xml"/><Relationship Id="rId3" Type="http://schemas.openxmlformats.org/officeDocument/2006/relationships/notesSlide" Target="../notesSlides/notesSlide2.xml"/><Relationship Id="rId7" Type="http://schemas.openxmlformats.org/officeDocument/2006/relationships/chart" Target="../charts/chart3.xml"/><Relationship Id="rId2" Type="http://schemas.openxmlformats.org/officeDocument/2006/relationships/slideLayout" Target="../slideLayouts/slideLayout64.xml"/><Relationship Id="rId1" Type="http://schemas.openxmlformats.org/officeDocument/2006/relationships/tags" Target="../tags/tag2.xml"/><Relationship Id="rId6" Type="http://schemas.openxmlformats.org/officeDocument/2006/relationships/chart" Target="../charts/chart2.xml"/><Relationship Id="rId5" Type="http://schemas.openxmlformats.org/officeDocument/2006/relationships/image" Target="../media/image6.emf"/><Relationship Id="rId10" Type="http://schemas.openxmlformats.org/officeDocument/2006/relationships/chart" Target="../charts/chart6.xml"/><Relationship Id="rId4" Type="http://schemas.openxmlformats.org/officeDocument/2006/relationships/oleObject" Target="../embeddings/oleObject2.bin"/><Relationship Id="rId9" Type="http://schemas.openxmlformats.org/officeDocument/2006/relationships/chart" Target="../charts/char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86.xml"/><Relationship Id="rId1" Type="http://schemas.openxmlformats.org/officeDocument/2006/relationships/tags" Target="../tags/tag3.xml"/><Relationship Id="rId5" Type="http://schemas.openxmlformats.org/officeDocument/2006/relationships/image" Target="../media/image7.emf"/><Relationship Id="rId4" Type="http://schemas.openxmlformats.org/officeDocument/2006/relationships/oleObject" Target="../embeddings/oleObject3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86.xml"/><Relationship Id="rId1" Type="http://schemas.openxmlformats.org/officeDocument/2006/relationships/tags" Target="../tags/tag4.xml"/><Relationship Id="rId5" Type="http://schemas.openxmlformats.org/officeDocument/2006/relationships/image" Target="../media/image7.emf"/><Relationship Id="rId4" Type="http://schemas.openxmlformats.org/officeDocument/2006/relationships/oleObject" Target="../embeddings/oleObject4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86.xml"/><Relationship Id="rId1" Type="http://schemas.openxmlformats.org/officeDocument/2006/relationships/tags" Target="../tags/tag5.xml"/><Relationship Id="rId5" Type="http://schemas.openxmlformats.org/officeDocument/2006/relationships/image" Target="../media/image7.emf"/><Relationship Id="rId4" Type="http://schemas.openxmlformats.org/officeDocument/2006/relationships/oleObject" Target="../embeddings/oleObject4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86.xml"/><Relationship Id="rId1" Type="http://schemas.openxmlformats.org/officeDocument/2006/relationships/tags" Target="../tags/tag6.xml"/><Relationship Id="rId5" Type="http://schemas.openxmlformats.org/officeDocument/2006/relationships/image" Target="../media/image7.emf"/><Relationship Id="rId4" Type="http://schemas.openxmlformats.org/officeDocument/2006/relationships/oleObject" Target="../embeddings/oleObject4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4.xml"/><Relationship Id="rId5" Type="http://schemas.openxmlformats.org/officeDocument/2006/relationships/chart" Target="../charts/chart9.xml"/><Relationship Id="rId4" Type="http://schemas.openxmlformats.org/officeDocument/2006/relationships/chart" Target="../charts/char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4.xml"/><Relationship Id="rId5" Type="http://schemas.openxmlformats.org/officeDocument/2006/relationships/chart" Target="../charts/chart12.xml"/><Relationship Id="rId4" Type="http://schemas.openxmlformats.org/officeDocument/2006/relationships/chart" Target="../charts/char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4.xml"/><Relationship Id="rId5" Type="http://schemas.openxmlformats.org/officeDocument/2006/relationships/chart" Target="../charts/chart15.xml"/><Relationship Id="rId4" Type="http://schemas.openxmlformats.org/officeDocument/2006/relationships/chart" Target="../charts/char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6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4.xml"/><Relationship Id="rId4" Type="http://schemas.openxmlformats.org/officeDocument/2006/relationships/chart" Target="../charts/chart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8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4.xml"/><Relationship Id="rId4" Type="http://schemas.openxmlformats.org/officeDocument/2006/relationships/chart" Target="../charts/char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0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hink-cell data - do not delete" hidden="1">
            <a:extLst>
              <a:ext uri="{FF2B5EF4-FFF2-40B4-BE49-F238E27FC236}">
                <a16:creationId xmlns:a16="http://schemas.microsoft.com/office/drawing/2014/main" id="{32C52118-84C4-EC0A-51F0-389C2C7BE88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5" imgH="405" progId="TCLayout.ActiveDocument.1">
                  <p:embed/>
                </p:oleObj>
              </mc:Choice>
              <mc:Fallback>
                <p:oleObj name="think-cell Slide" r:id="rId4" imgW="405" imgH="405" progId="TCLayout.ActiveDocument.1">
                  <p:embed/>
                  <p:pic>
                    <p:nvPicPr>
                      <p:cNvPr id="1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2C52118-84C4-EC0A-51F0-389C2C7BE88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9D34C1B7-619B-46CE-8575-103FBF377FC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42102964"/>
              </p:ext>
            </p:extLst>
          </p:nvPr>
        </p:nvGraphicFramePr>
        <p:xfrm>
          <a:off x="505620" y="1086360"/>
          <a:ext cx="11475365" cy="52108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47DB2E-5601-4C53-A3DC-84341D0A57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664785E-9D28-46DC-827A-9BD4D322C9FD}" type="slidenum">
              <a:rPr kumimoji="0" lang="en-US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C6CAC6"/>
                </a:solidFill>
                <a:effectLst/>
                <a:uLnTx/>
                <a:uFillTx/>
                <a:latin typeface="Trebuchet MS" panose="020B0703020202090204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en-US" sz="800" b="0" i="0" u="none" strike="noStrike" kern="1200" cap="none" spc="0" normalizeH="0" baseline="0" noProof="0">
              <a:ln>
                <a:noFill/>
              </a:ln>
              <a:solidFill>
                <a:srgbClr val="C6CAC6"/>
              </a:solidFill>
              <a:effectLst/>
              <a:uLnTx/>
              <a:uFillTx/>
              <a:latin typeface="Trebuchet MS" panose="020B0703020202090204" pitchFamily="34" charset="0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3919BC-C161-4097-8E16-79077A4FD64C}"/>
              </a:ext>
            </a:extLst>
          </p:cNvPr>
          <p:cNvSpPr txBox="1"/>
          <p:nvPr/>
        </p:nvSpPr>
        <p:spPr>
          <a:xfrm>
            <a:off x="211015" y="6457890"/>
            <a:ext cx="11074019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 dirty="0">
                <a:ln>
                  <a:noFill/>
                </a:ln>
                <a:solidFill>
                  <a:srgbClr val="54565B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Note: Current weeks data is subject to restatements.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 dirty="0">
                <a:ln>
                  <a:noFill/>
                </a:ln>
                <a:solidFill>
                  <a:srgbClr val="54565B"/>
                </a:solidFill>
                <a:effectLst/>
                <a:uLnTx/>
                <a:uFillTx/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Source: 867 Data </a:t>
            </a:r>
          </a:p>
        </p:txBody>
      </p:sp>
      <p:graphicFrame>
        <p:nvGraphicFramePr>
          <p:cNvPr id="8" name="Table 9">
            <a:extLst>
              <a:ext uri="{FF2B5EF4-FFF2-40B4-BE49-F238E27FC236}">
                <a16:creationId xmlns:a16="http://schemas.microsoft.com/office/drawing/2014/main" id="{46A55091-D744-4DEC-9824-4EE98D7A09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1569813"/>
              </p:ext>
            </p:extLst>
          </p:nvPr>
        </p:nvGraphicFramePr>
        <p:xfrm>
          <a:off x="5409538" y="3720012"/>
          <a:ext cx="6285395" cy="11329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4899">
                  <a:extLst>
                    <a:ext uri="{9D8B030D-6E8A-4147-A177-3AD203B41FA5}">
                      <a16:colId xmlns:a16="http://schemas.microsoft.com/office/drawing/2014/main" val="4121783951"/>
                    </a:ext>
                  </a:extLst>
                </a:gridCol>
                <a:gridCol w="1097883">
                  <a:extLst>
                    <a:ext uri="{9D8B030D-6E8A-4147-A177-3AD203B41FA5}">
                      <a16:colId xmlns:a16="http://schemas.microsoft.com/office/drawing/2014/main" val="3564026003"/>
                    </a:ext>
                  </a:extLst>
                </a:gridCol>
                <a:gridCol w="1092117">
                  <a:extLst>
                    <a:ext uri="{9D8B030D-6E8A-4147-A177-3AD203B41FA5}">
                      <a16:colId xmlns:a16="http://schemas.microsoft.com/office/drawing/2014/main" val="2301562269"/>
                    </a:ext>
                  </a:extLst>
                </a:gridCol>
                <a:gridCol w="1033144">
                  <a:extLst>
                    <a:ext uri="{9D8B030D-6E8A-4147-A177-3AD203B41FA5}">
                      <a16:colId xmlns:a16="http://schemas.microsoft.com/office/drawing/2014/main" val="49296157"/>
                    </a:ext>
                  </a:extLst>
                </a:gridCol>
                <a:gridCol w="987352">
                  <a:extLst>
                    <a:ext uri="{9D8B030D-6E8A-4147-A177-3AD203B41FA5}">
                      <a16:colId xmlns:a16="http://schemas.microsoft.com/office/drawing/2014/main" val="1577131365"/>
                    </a:ext>
                  </a:extLst>
                </a:gridCol>
              </a:tblGrid>
              <a:tr h="459243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00206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Weekly Avg Demand Vials </a:t>
                      </a:r>
                      <a:r>
                        <a:rPr lang="en-US" sz="1050" i="1" dirty="0">
                          <a:solidFill>
                            <a:srgbClr val="00206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(Data through 04/19)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rgbClr val="00206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R4W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rgbClr val="00206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R8W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solidFill>
                            <a:srgbClr val="00206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R13W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solidFill>
                            <a:srgbClr val="00206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R52W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0729289"/>
                  </a:ext>
                </a:extLst>
              </a:tr>
              <a:tr h="280648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00206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Demand (‘000 Vials)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solidFill>
                            <a:srgbClr val="00206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8.8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solidFill>
                            <a:srgbClr val="00206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8.7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rgbClr val="00206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8.7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rgbClr val="00206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8.7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2914597"/>
                  </a:ext>
                </a:extLst>
              </a:tr>
              <a:tr h="393102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00206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Growth% vs. same period prior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>
                          <a:solidFill>
                            <a:srgbClr val="00206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1.6%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>
                          <a:solidFill>
                            <a:srgbClr val="00206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3.4%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>
                          <a:solidFill>
                            <a:srgbClr val="00206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2.3%</a:t>
                      </a:r>
                      <a:endParaRPr lang="en-US" b="1">
                        <a:solidFill>
                          <a:srgbClr val="00206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00206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8.6%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3405351"/>
                  </a:ext>
                </a:extLst>
              </a:tr>
            </a:tbl>
          </a:graphicData>
        </a:graphic>
      </p:graphicFrame>
      <p:graphicFrame>
        <p:nvGraphicFramePr>
          <p:cNvPr id="17" name="Table 9">
            <a:extLst>
              <a:ext uri="{FF2B5EF4-FFF2-40B4-BE49-F238E27FC236}">
                <a16:creationId xmlns:a16="http://schemas.microsoft.com/office/drawing/2014/main" id="{AF582C4D-18EB-4678-99DD-9827F6EF8A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0719955"/>
              </p:ext>
            </p:extLst>
          </p:nvPr>
        </p:nvGraphicFramePr>
        <p:xfrm>
          <a:off x="906144" y="3724948"/>
          <a:ext cx="4453972" cy="13392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4890">
                  <a:extLst>
                    <a:ext uri="{9D8B030D-6E8A-4147-A177-3AD203B41FA5}">
                      <a16:colId xmlns:a16="http://schemas.microsoft.com/office/drawing/2014/main" val="4121783951"/>
                    </a:ext>
                  </a:extLst>
                </a:gridCol>
                <a:gridCol w="802269">
                  <a:extLst>
                    <a:ext uri="{9D8B030D-6E8A-4147-A177-3AD203B41FA5}">
                      <a16:colId xmlns:a16="http://schemas.microsoft.com/office/drawing/2014/main" val="3564026003"/>
                    </a:ext>
                  </a:extLst>
                </a:gridCol>
                <a:gridCol w="1151228">
                  <a:extLst>
                    <a:ext uri="{9D8B030D-6E8A-4147-A177-3AD203B41FA5}">
                      <a16:colId xmlns:a16="http://schemas.microsoft.com/office/drawing/2014/main" val="2301562269"/>
                    </a:ext>
                  </a:extLst>
                </a:gridCol>
                <a:gridCol w="885585">
                  <a:extLst>
                    <a:ext uri="{9D8B030D-6E8A-4147-A177-3AD203B41FA5}">
                      <a16:colId xmlns:a16="http://schemas.microsoft.com/office/drawing/2014/main" val="3052916937"/>
                    </a:ext>
                  </a:extLst>
                </a:gridCol>
              </a:tblGrid>
              <a:tr h="464214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050" b="1" kern="1200" dirty="0">
                          <a:solidFill>
                            <a:srgbClr val="002060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Total Demand Vials </a:t>
                      </a:r>
                      <a:r>
                        <a:rPr lang="en-US" sz="1050" b="1" i="1" kern="1200" dirty="0">
                          <a:solidFill>
                            <a:srgbClr val="002060"/>
                          </a:solidFill>
                          <a:latin typeface="Calibri"/>
                          <a:ea typeface="+mn-ea"/>
                          <a:cs typeface="Calibri"/>
                        </a:rPr>
                        <a:t>(Data through 04/19)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050" b="1" kern="1200" dirty="0">
                          <a:solidFill>
                            <a:srgbClr val="002060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Actual (K)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050" b="1" kern="1200">
                          <a:solidFill>
                            <a:srgbClr val="002060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‘24 Budget (K)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050" b="1" kern="1200">
                          <a:solidFill>
                            <a:srgbClr val="002060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Var%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0729289"/>
                  </a:ext>
                </a:extLst>
              </a:tr>
              <a:tr h="29166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050" b="0" kern="1200" dirty="0">
                          <a:solidFill>
                            <a:srgbClr val="002060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QTD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050" b="0" kern="1200" dirty="0">
                          <a:solidFill>
                            <a:srgbClr val="002060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25.9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050" b="0" kern="1200" dirty="0">
                          <a:solidFill>
                            <a:srgbClr val="002060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28.7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050" b="1" kern="1200">
                          <a:solidFill>
                            <a:srgbClr val="00B0F0"/>
                          </a:solidFill>
                          <a:latin typeface="Calibri"/>
                          <a:ea typeface="+mn-ea"/>
                          <a:cs typeface="Calibri"/>
                        </a:rPr>
                        <a:t>-9.5%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2914597"/>
                  </a:ext>
                </a:extLst>
              </a:tr>
              <a:tr h="29166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050" b="0" kern="1200">
                          <a:solidFill>
                            <a:srgbClr val="002060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YTD 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050" b="0" kern="1200">
                          <a:solidFill>
                            <a:srgbClr val="002060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136.6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050" b="0" kern="1200">
                          <a:solidFill>
                            <a:srgbClr val="002060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145.2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050" b="1" kern="1200">
                          <a:solidFill>
                            <a:srgbClr val="00B0F0"/>
                          </a:solidFill>
                          <a:latin typeface="Calibri"/>
                          <a:ea typeface="+mn-ea"/>
                          <a:cs typeface="Calibri"/>
                        </a:rPr>
                        <a:t>-5.9%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2362184"/>
                  </a:ext>
                </a:extLst>
              </a:tr>
              <a:tr h="29166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050" b="0" kern="1200" dirty="0">
                          <a:solidFill>
                            <a:srgbClr val="002060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Earlier Quarter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050" b="0" kern="1200">
                          <a:solidFill>
                            <a:srgbClr val="002060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110.8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050" b="0" kern="1200">
                          <a:solidFill>
                            <a:srgbClr val="002060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110.4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050" b="1" kern="1200" dirty="0">
                          <a:solidFill>
                            <a:srgbClr val="00B0F0"/>
                          </a:solidFill>
                          <a:latin typeface="Calibri"/>
                          <a:ea typeface="+mn-ea"/>
                          <a:cs typeface="Calibri"/>
                        </a:rPr>
                        <a:t>0.3%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4652955"/>
                  </a:ext>
                </a:extLst>
              </a:tr>
            </a:tbl>
          </a:graphicData>
        </a:graphic>
      </p:graphicFrame>
      <p:sp>
        <p:nvSpPr>
          <p:cNvPr id="3" name="Speech Bubble: Rectangle 2">
            <a:extLst>
              <a:ext uri="{FF2B5EF4-FFF2-40B4-BE49-F238E27FC236}">
                <a16:creationId xmlns:a16="http://schemas.microsoft.com/office/drawing/2014/main" id="{698CA525-33E1-41DE-8883-29DC42F22B9F}"/>
              </a:ext>
            </a:extLst>
          </p:cNvPr>
          <p:cNvSpPr/>
          <p:nvPr/>
        </p:nvSpPr>
        <p:spPr>
          <a:xfrm>
            <a:off x="8567303" y="1531849"/>
            <a:ext cx="698435" cy="423512"/>
          </a:xfrm>
          <a:prstGeom prst="wedgeRectCallout">
            <a:avLst>
              <a:gd name="adj1" fmla="val -37270"/>
              <a:gd name="adj2" fmla="val 85464"/>
            </a:avLst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6DB866-518E-4DD5-B4DA-034FC89E49B3}"/>
              </a:ext>
            </a:extLst>
          </p:cNvPr>
          <p:cNvSpPr txBox="1"/>
          <p:nvPr/>
        </p:nvSpPr>
        <p:spPr>
          <a:xfrm>
            <a:off x="8496435" y="1558939"/>
            <a:ext cx="84017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54565B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Memorial Day</a:t>
            </a:r>
          </a:p>
        </p:txBody>
      </p:sp>
      <p:sp>
        <p:nvSpPr>
          <p:cNvPr id="12" name="Speech Bubble: Rectangle 11">
            <a:extLst>
              <a:ext uri="{FF2B5EF4-FFF2-40B4-BE49-F238E27FC236}">
                <a16:creationId xmlns:a16="http://schemas.microsoft.com/office/drawing/2014/main" id="{D1D58336-5007-4561-87C0-48C88C0AC437}"/>
              </a:ext>
            </a:extLst>
          </p:cNvPr>
          <p:cNvSpPr/>
          <p:nvPr/>
        </p:nvSpPr>
        <p:spPr>
          <a:xfrm>
            <a:off x="9336607" y="2838353"/>
            <a:ext cx="1020640" cy="316675"/>
          </a:xfrm>
          <a:prstGeom prst="wedgeRectCallout">
            <a:avLst>
              <a:gd name="adj1" fmla="val 56155"/>
              <a:gd name="adj2" fmla="val 5522"/>
            </a:avLst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54565B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Independence Day</a:t>
            </a:r>
          </a:p>
        </p:txBody>
      </p:sp>
      <p:graphicFrame>
        <p:nvGraphicFramePr>
          <p:cNvPr id="13" name="Table 9">
            <a:extLst>
              <a:ext uri="{FF2B5EF4-FFF2-40B4-BE49-F238E27FC236}">
                <a16:creationId xmlns:a16="http://schemas.microsoft.com/office/drawing/2014/main" id="{88B3E2A3-EB76-488D-8A88-410CB77E33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0694126"/>
              </p:ext>
            </p:extLst>
          </p:nvPr>
        </p:nvGraphicFramePr>
        <p:xfrm>
          <a:off x="5409537" y="4784845"/>
          <a:ext cx="6285395" cy="662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4899">
                  <a:extLst>
                    <a:ext uri="{9D8B030D-6E8A-4147-A177-3AD203B41FA5}">
                      <a16:colId xmlns:a16="http://schemas.microsoft.com/office/drawing/2014/main" val="4121783951"/>
                    </a:ext>
                  </a:extLst>
                </a:gridCol>
                <a:gridCol w="1097883">
                  <a:extLst>
                    <a:ext uri="{9D8B030D-6E8A-4147-A177-3AD203B41FA5}">
                      <a16:colId xmlns:a16="http://schemas.microsoft.com/office/drawing/2014/main" val="3564026003"/>
                    </a:ext>
                  </a:extLst>
                </a:gridCol>
                <a:gridCol w="1092117">
                  <a:extLst>
                    <a:ext uri="{9D8B030D-6E8A-4147-A177-3AD203B41FA5}">
                      <a16:colId xmlns:a16="http://schemas.microsoft.com/office/drawing/2014/main" val="2301562269"/>
                    </a:ext>
                  </a:extLst>
                </a:gridCol>
                <a:gridCol w="1033144">
                  <a:extLst>
                    <a:ext uri="{9D8B030D-6E8A-4147-A177-3AD203B41FA5}">
                      <a16:colId xmlns:a16="http://schemas.microsoft.com/office/drawing/2014/main" val="49296157"/>
                    </a:ext>
                  </a:extLst>
                </a:gridCol>
                <a:gridCol w="987352">
                  <a:extLst>
                    <a:ext uri="{9D8B030D-6E8A-4147-A177-3AD203B41FA5}">
                      <a16:colId xmlns:a16="http://schemas.microsoft.com/office/drawing/2014/main" val="1577131365"/>
                    </a:ext>
                  </a:extLst>
                </a:gridCol>
              </a:tblGrid>
              <a:tr h="196563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00206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Quarterly Avg. Demand Vials </a:t>
                      </a:r>
                      <a:r>
                        <a:rPr lang="en-US" sz="1050" i="1" dirty="0">
                          <a:solidFill>
                            <a:srgbClr val="00206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(Actuals through 03/29)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u="sng" dirty="0">
                          <a:solidFill>
                            <a:srgbClr val="00206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Q1 </a:t>
                      </a:r>
                    </a:p>
                    <a:p>
                      <a:pPr algn="ctr"/>
                      <a:r>
                        <a:rPr lang="en-US" sz="1050" u="sng" dirty="0">
                          <a:solidFill>
                            <a:srgbClr val="00206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Actuals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u="sng" dirty="0">
                          <a:solidFill>
                            <a:srgbClr val="00206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Q2</a:t>
                      </a:r>
                    </a:p>
                    <a:p>
                      <a:pPr algn="ctr"/>
                      <a:r>
                        <a:rPr lang="en-US" sz="1050" u="sng" dirty="0">
                          <a:solidFill>
                            <a:srgbClr val="00206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Actuals 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i="1" dirty="0">
                          <a:solidFill>
                            <a:srgbClr val="00206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Q3 </a:t>
                      </a:r>
                    </a:p>
                    <a:p>
                      <a:pPr algn="ctr"/>
                      <a:r>
                        <a:rPr lang="en-US" sz="1050" b="0" i="1" dirty="0">
                          <a:solidFill>
                            <a:srgbClr val="00206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Budget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i="1" dirty="0">
                          <a:solidFill>
                            <a:srgbClr val="00206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Q4 </a:t>
                      </a:r>
                    </a:p>
                    <a:p>
                      <a:pPr algn="ctr"/>
                      <a:r>
                        <a:rPr lang="en-US" sz="1050" b="0" i="1" dirty="0">
                          <a:solidFill>
                            <a:srgbClr val="00206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Budget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0729289"/>
                  </a:ext>
                </a:extLst>
              </a:tr>
              <a:tr h="196563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00206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Demand (‘000 Vials)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solidFill>
                            <a:srgbClr val="00206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8.5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solidFill>
                            <a:srgbClr val="00206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9.8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i="1">
                          <a:solidFill>
                            <a:srgbClr val="00206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10.9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i="1" dirty="0">
                          <a:solidFill>
                            <a:srgbClr val="00206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11.8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2914597"/>
                  </a:ext>
                </a:extLst>
              </a:tr>
            </a:tbl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5818F51D-902E-5EF7-0A23-A44EC579108B}"/>
              </a:ext>
            </a:extLst>
          </p:cNvPr>
          <p:cNvSpPr/>
          <p:nvPr/>
        </p:nvSpPr>
        <p:spPr>
          <a:xfrm>
            <a:off x="10626291" y="9788"/>
            <a:ext cx="1565709" cy="18697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What: Demand Vial 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FBB7475-4F71-BEEA-ECC2-E200D2B5BCF0}"/>
              </a:ext>
            </a:extLst>
          </p:cNvPr>
          <p:cNvSpPr/>
          <p:nvPr/>
        </p:nvSpPr>
        <p:spPr>
          <a:xfrm>
            <a:off x="10437088" y="12405"/>
            <a:ext cx="153122" cy="168434"/>
          </a:xfrm>
          <a:prstGeom prst="ellipse">
            <a:avLst/>
          </a:prstGeom>
          <a:solidFill>
            <a:schemeClr val="bg1"/>
          </a:solidFill>
          <a:ln w="9525">
            <a:solidFill>
              <a:srgbClr val="688C3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688C3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CEC0A4A3-F5B8-67E1-E540-EA71CE050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620" y="262111"/>
            <a:ext cx="10925175" cy="663575"/>
          </a:xfrm>
        </p:spPr>
        <p:txBody>
          <a:bodyPr vert="horz"/>
          <a:lstStyle/>
          <a:p>
            <a:pPr marL="9525" indent="-9525">
              <a:lnSpc>
                <a:spcPct val="100000"/>
              </a:lnSpc>
            </a:pPr>
            <a:r>
              <a:rPr lang="en-US" sz="2400" dirty="0">
                <a:latin typeface="Trebuchet MS"/>
              </a:rPr>
              <a:t>Trodelvy Weekly Demand</a:t>
            </a:r>
            <a:br>
              <a:rPr lang="en-US" sz="2000" dirty="0">
                <a:highlight>
                  <a:srgbClr val="FFFF00"/>
                </a:highlight>
                <a:latin typeface="Trebuchet MS"/>
              </a:rPr>
            </a:br>
            <a:r>
              <a:rPr lang="en-US" sz="2000" dirty="0">
                <a:latin typeface="Trebuchet MS"/>
              </a:rPr>
              <a:t>[… Add Takeaway]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55F1B257-4030-1821-164B-DE434A0637FC}"/>
              </a:ext>
            </a:extLst>
          </p:cNvPr>
          <p:cNvSpPr txBox="1">
            <a:spLocks/>
          </p:cNvSpPr>
          <p:nvPr/>
        </p:nvSpPr>
        <p:spPr>
          <a:xfrm>
            <a:off x="11445073" y="6520644"/>
            <a:ext cx="315764" cy="16151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  <a:defRPr/>
            </a:pPr>
            <a:fld id="{1F581F51-E9B4-480E-BE98-87EF91CB5008}" type="slidenum">
              <a:rPr lang="en-US" altLang="en-US" sz="800" smtClean="0">
                <a:solidFill>
                  <a:srgbClr val="C6CAC6"/>
                </a:solidFill>
                <a:latin typeface="Trebuchet MS" panose="020B0703020202090204" pitchFamily="34" charset="0"/>
              </a:rPr>
              <a:pPr>
                <a:spcAft>
                  <a:spcPts val="600"/>
                </a:spcAft>
                <a:defRPr/>
              </a:pPr>
              <a:t>1</a:t>
            </a:fld>
            <a:endParaRPr lang="en-US" altLang="en-US" sz="800" dirty="0">
              <a:solidFill>
                <a:srgbClr val="C6CAC6"/>
              </a:solidFill>
              <a:latin typeface="Trebuchet MS" panose="020B070302020209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17770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8593E-C12B-1C9A-B5A7-1B468007C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C816095B-2EEC-9AA7-559F-E61C87BBF573}"/>
              </a:ext>
            </a:extLst>
          </p:cNvPr>
          <p:cNvSpPr/>
          <p:nvPr/>
        </p:nvSpPr>
        <p:spPr>
          <a:xfrm>
            <a:off x="5642519" y="765320"/>
            <a:ext cx="4467845" cy="5123286"/>
          </a:xfrm>
          <a:prstGeom prst="rect">
            <a:avLst/>
          </a:prstGeom>
          <a:solidFill>
            <a:schemeClr val="bg1">
              <a:lumMod val="85000"/>
              <a:alpha val="20000"/>
            </a:schemeClr>
          </a:solidFill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59E76C7-468C-313F-3603-B07C5AB0F0BC}"/>
              </a:ext>
            </a:extLst>
          </p:cNvPr>
          <p:cNvSpPr/>
          <p:nvPr/>
        </p:nvSpPr>
        <p:spPr>
          <a:xfrm>
            <a:off x="1805941" y="765321"/>
            <a:ext cx="3836578" cy="5123286"/>
          </a:xfrm>
          <a:prstGeom prst="rect">
            <a:avLst/>
          </a:prstGeom>
          <a:solidFill>
            <a:schemeClr val="bg1">
              <a:lumMod val="85000"/>
              <a:alpha val="20000"/>
            </a:schemeClr>
          </a:solidFill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CCEFB397-7EC0-83A7-B1E7-3FA7292F030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47" imgH="348" progId="TCLayout.ActiveDocument.1">
                  <p:embed/>
                </p:oleObj>
              </mc:Choice>
              <mc:Fallback>
                <p:oleObj name="think-cell Slide" r:id="rId4" imgW="347" imgH="348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CEFB397-7EC0-83A7-B1E7-3FA7292F030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A16CD9B5-C74C-F53B-F9AE-D167C5060265}"/>
              </a:ext>
            </a:extLst>
          </p:cNvPr>
          <p:cNvSpPr txBox="1"/>
          <p:nvPr/>
        </p:nvSpPr>
        <p:spPr>
          <a:xfrm>
            <a:off x="2178517" y="908964"/>
            <a:ext cx="3036435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sng" strike="noStrike" kern="1200" cap="none" spc="0" normalizeH="0" baseline="0" noProof="0" dirty="0">
                <a:ln>
                  <a:noFill/>
                </a:ln>
                <a:solidFill>
                  <a:srgbClr val="54565B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Vials - Academic/Community Accounts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9A80AC3-5C51-128A-8FF3-6ADA780FAFE9}"/>
              </a:ext>
            </a:extLst>
          </p:cNvPr>
          <p:cNvSpPr txBox="1"/>
          <p:nvPr/>
        </p:nvSpPr>
        <p:spPr>
          <a:xfrm>
            <a:off x="5725183" y="941784"/>
            <a:ext cx="3657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sng" strike="noStrike" kern="1200" cap="none" spc="0" normalizeH="0" baseline="0" noProof="0" dirty="0">
                <a:ln>
                  <a:noFill/>
                </a:ln>
                <a:solidFill>
                  <a:srgbClr val="54565B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Vials - (High/Medium/Low) Potential Accounts</a:t>
            </a:r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824DAD76-9BD3-7D6A-610C-0B8A5EACFCA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31338802"/>
              </p:ext>
            </p:extLst>
          </p:nvPr>
        </p:nvGraphicFramePr>
        <p:xfrm>
          <a:off x="2081636" y="1317537"/>
          <a:ext cx="3291840" cy="20970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20" name="Chart 19">
            <a:extLst>
              <a:ext uri="{FF2B5EF4-FFF2-40B4-BE49-F238E27FC236}">
                <a16:creationId xmlns:a16="http://schemas.microsoft.com/office/drawing/2014/main" id="{1427CC5D-B84F-8080-E0FE-0BDCAAE3068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17380747"/>
              </p:ext>
            </p:extLst>
          </p:nvPr>
        </p:nvGraphicFramePr>
        <p:xfrm>
          <a:off x="5799641" y="1307530"/>
          <a:ext cx="4124495" cy="1465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21" name="Chart 20">
            <a:extLst>
              <a:ext uri="{FF2B5EF4-FFF2-40B4-BE49-F238E27FC236}">
                <a16:creationId xmlns:a16="http://schemas.microsoft.com/office/drawing/2014/main" id="{D644F392-983E-EFE6-1C90-4D06CBABDB5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44853648"/>
              </p:ext>
            </p:extLst>
          </p:nvPr>
        </p:nvGraphicFramePr>
        <p:xfrm>
          <a:off x="5806623" y="2810866"/>
          <a:ext cx="4117513" cy="14360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26" name="Chart 25">
            <a:extLst>
              <a:ext uri="{FF2B5EF4-FFF2-40B4-BE49-F238E27FC236}">
                <a16:creationId xmlns:a16="http://schemas.microsoft.com/office/drawing/2014/main" id="{54745501-74FE-0800-8A04-C8CE2E572F8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38917622"/>
              </p:ext>
            </p:extLst>
          </p:nvPr>
        </p:nvGraphicFramePr>
        <p:xfrm>
          <a:off x="5799640" y="4285110"/>
          <a:ext cx="4117513" cy="14755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0153455B-C361-1948-6B96-D8BB2845CFA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17627301"/>
              </p:ext>
            </p:extLst>
          </p:nvPr>
        </p:nvGraphicFramePr>
        <p:xfrm>
          <a:off x="2081636" y="3583194"/>
          <a:ext cx="3291840" cy="19572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D0CCE99C-1B26-D819-99EB-0D214F6F939F}"/>
              </a:ext>
            </a:extLst>
          </p:cNvPr>
          <p:cNvSpPr txBox="1"/>
          <p:nvPr/>
        </p:nvSpPr>
        <p:spPr>
          <a:xfrm>
            <a:off x="120850" y="6450637"/>
            <a:ext cx="7678744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 dirty="0">
                <a:ln>
                  <a:noFill/>
                </a:ln>
                <a:solidFill>
                  <a:srgbClr val="54565B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Biologics vials are not considered for Academic and Community splits.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 dirty="0">
                <a:ln>
                  <a:noFill/>
                </a:ln>
                <a:solidFill>
                  <a:srgbClr val="54565B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&lt;1% of TRO Vials are biologics vials ; Academic vs Community and BC Segment Analysis is done at Linked id level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66EC4E-34FD-1A60-AD70-19DB91CD5492}"/>
              </a:ext>
            </a:extLst>
          </p:cNvPr>
          <p:cNvSpPr/>
          <p:nvPr/>
        </p:nvSpPr>
        <p:spPr>
          <a:xfrm>
            <a:off x="10626291" y="9788"/>
            <a:ext cx="1565709" cy="18697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What: Demand Vials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4185646-D9D4-91C7-07CB-9CB466418A8D}"/>
              </a:ext>
            </a:extLst>
          </p:cNvPr>
          <p:cNvSpPr/>
          <p:nvPr/>
        </p:nvSpPr>
        <p:spPr>
          <a:xfrm>
            <a:off x="10437088" y="12405"/>
            <a:ext cx="153122" cy="168434"/>
          </a:xfrm>
          <a:prstGeom prst="ellipse">
            <a:avLst/>
          </a:prstGeom>
          <a:solidFill>
            <a:schemeClr val="bg1"/>
          </a:solidFill>
          <a:ln w="9525">
            <a:solidFill>
              <a:srgbClr val="688C3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688C38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1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801DF939-5659-0153-195C-4CBEC21D0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412" y="73794"/>
            <a:ext cx="10925175" cy="663575"/>
          </a:xfrm>
        </p:spPr>
        <p:txBody>
          <a:bodyPr vert="horz"/>
          <a:lstStyle/>
          <a:p>
            <a:pPr>
              <a:lnSpc>
                <a:spcPct val="100000"/>
              </a:lnSpc>
            </a:pPr>
            <a:r>
              <a:rPr lang="en-US" sz="2400" dirty="0">
                <a:latin typeface="Trebuchet MS"/>
              </a:rPr>
              <a:t>[… Add Takeaway]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9A81CFD-DC12-D68F-930D-13039EB955DF}"/>
              </a:ext>
            </a:extLst>
          </p:cNvPr>
          <p:cNvSpPr/>
          <p:nvPr/>
        </p:nvSpPr>
        <p:spPr>
          <a:xfrm>
            <a:off x="2671121" y="1970441"/>
            <a:ext cx="648552" cy="242330"/>
          </a:xfrm>
          <a:prstGeom prst="ellipse">
            <a:avLst/>
          </a:prstGeom>
          <a:solidFill>
            <a:schemeClr val="bg1"/>
          </a:solidFill>
          <a:ln w="19050" cap="flat">
            <a:solidFill>
              <a:schemeClr val="accent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ctr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54565B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aca PG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73335CE-C06B-8FCC-66B5-90FEF64A26C1}"/>
              </a:ext>
            </a:extLst>
          </p:cNvPr>
          <p:cNvSpPr/>
          <p:nvPr/>
        </p:nvSpPr>
        <p:spPr>
          <a:xfrm>
            <a:off x="3600258" y="1775944"/>
            <a:ext cx="648552" cy="242330"/>
          </a:xfrm>
          <a:prstGeom prst="ellipse">
            <a:avLst/>
          </a:prstGeom>
          <a:solidFill>
            <a:schemeClr val="bg1"/>
          </a:solidFill>
          <a:ln w="19050" cap="flat">
            <a:solidFill>
              <a:schemeClr val="accent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ctr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54565B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aca RG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553ABF0-35E5-51C9-AF8F-899C2FE6CB70}"/>
              </a:ext>
            </a:extLst>
          </p:cNvPr>
          <p:cNvSpPr/>
          <p:nvPr/>
        </p:nvSpPr>
        <p:spPr>
          <a:xfrm>
            <a:off x="2834399" y="4042780"/>
            <a:ext cx="648552" cy="242330"/>
          </a:xfrm>
          <a:prstGeom prst="ellipse">
            <a:avLst/>
          </a:prstGeom>
          <a:solidFill>
            <a:schemeClr val="bg1"/>
          </a:solidFill>
          <a:ln w="19050" cap="flat">
            <a:solidFill>
              <a:schemeClr val="accent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ctr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54565B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com PG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8836B8A-7910-ED35-3E0D-055193A51C46}"/>
              </a:ext>
            </a:extLst>
          </p:cNvPr>
          <p:cNvSpPr/>
          <p:nvPr/>
        </p:nvSpPr>
        <p:spPr>
          <a:xfrm>
            <a:off x="3696734" y="4004603"/>
            <a:ext cx="648552" cy="242330"/>
          </a:xfrm>
          <a:prstGeom prst="ellipse">
            <a:avLst/>
          </a:prstGeom>
          <a:solidFill>
            <a:schemeClr val="bg1"/>
          </a:solidFill>
          <a:ln w="19050" cap="flat">
            <a:solidFill>
              <a:schemeClr val="accent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ctr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54565B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com RG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55BD6E3-26D5-A29F-BB93-83F68BA92654}"/>
              </a:ext>
            </a:extLst>
          </p:cNvPr>
          <p:cNvSpPr/>
          <p:nvPr/>
        </p:nvSpPr>
        <p:spPr>
          <a:xfrm>
            <a:off x="6915106" y="1639828"/>
            <a:ext cx="648552" cy="242330"/>
          </a:xfrm>
          <a:prstGeom prst="ellipse">
            <a:avLst/>
          </a:prstGeom>
          <a:solidFill>
            <a:schemeClr val="bg1"/>
          </a:solidFill>
          <a:ln w="19050" cap="flat">
            <a:solidFill>
              <a:schemeClr val="accent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ctr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54565B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high PG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74C62AF-DE99-6B08-1D26-F851019B1BE5}"/>
              </a:ext>
            </a:extLst>
          </p:cNvPr>
          <p:cNvSpPr/>
          <p:nvPr/>
        </p:nvSpPr>
        <p:spPr>
          <a:xfrm>
            <a:off x="7098670" y="3149903"/>
            <a:ext cx="648552" cy="242330"/>
          </a:xfrm>
          <a:prstGeom prst="ellipse">
            <a:avLst/>
          </a:prstGeom>
          <a:solidFill>
            <a:schemeClr val="bg1"/>
          </a:solidFill>
          <a:ln w="19050" cap="flat">
            <a:solidFill>
              <a:schemeClr val="accent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ctr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54565B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med PG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7E416F7-9AB4-5871-02A6-D8D922DC145E}"/>
              </a:ext>
            </a:extLst>
          </p:cNvPr>
          <p:cNvSpPr/>
          <p:nvPr/>
        </p:nvSpPr>
        <p:spPr>
          <a:xfrm>
            <a:off x="7094760" y="4550694"/>
            <a:ext cx="648552" cy="242330"/>
          </a:xfrm>
          <a:prstGeom prst="ellipse">
            <a:avLst/>
          </a:prstGeom>
          <a:solidFill>
            <a:schemeClr val="bg1"/>
          </a:solidFill>
          <a:ln w="19050" cap="flat">
            <a:solidFill>
              <a:schemeClr val="accent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ctr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54565B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low PG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D9FCDFC-2023-46F5-7CD5-78CAF264EBC9}"/>
              </a:ext>
            </a:extLst>
          </p:cNvPr>
          <p:cNvSpPr/>
          <p:nvPr/>
        </p:nvSpPr>
        <p:spPr>
          <a:xfrm>
            <a:off x="7964678" y="1554140"/>
            <a:ext cx="648552" cy="242330"/>
          </a:xfrm>
          <a:prstGeom prst="ellipse">
            <a:avLst/>
          </a:prstGeom>
          <a:solidFill>
            <a:schemeClr val="bg1"/>
          </a:solidFill>
          <a:ln w="19050" cap="flat">
            <a:solidFill>
              <a:schemeClr val="accent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ctr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54565B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high RG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7902459A-0CD8-BE05-42E2-54C1F9210166}"/>
              </a:ext>
            </a:extLst>
          </p:cNvPr>
          <p:cNvSpPr/>
          <p:nvPr/>
        </p:nvSpPr>
        <p:spPr>
          <a:xfrm>
            <a:off x="7961005" y="3084633"/>
            <a:ext cx="648552" cy="242330"/>
          </a:xfrm>
          <a:prstGeom prst="ellipse">
            <a:avLst/>
          </a:prstGeom>
          <a:solidFill>
            <a:schemeClr val="bg1"/>
          </a:solidFill>
          <a:ln w="19050" cap="flat">
            <a:solidFill>
              <a:schemeClr val="accent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ctr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54565B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med RG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2089865F-BF3F-279D-94C1-A60FE882347C}"/>
              </a:ext>
            </a:extLst>
          </p:cNvPr>
          <p:cNvSpPr/>
          <p:nvPr/>
        </p:nvSpPr>
        <p:spPr>
          <a:xfrm>
            <a:off x="7865312" y="4605725"/>
            <a:ext cx="648552" cy="242330"/>
          </a:xfrm>
          <a:prstGeom prst="ellipse">
            <a:avLst/>
          </a:prstGeom>
          <a:solidFill>
            <a:schemeClr val="bg1"/>
          </a:solidFill>
          <a:ln w="19050" cap="flat">
            <a:solidFill>
              <a:schemeClr val="accent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ctr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54565B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low RG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C1BC9A54-4479-8AC8-82BF-39C07D0D74B8}"/>
              </a:ext>
            </a:extLst>
          </p:cNvPr>
          <p:cNvSpPr txBox="1">
            <a:spLocks/>
          </p:cNvSpPr>
          <p:nvPr/>
        </p:nvSpPr>
        <p:spPr>
          <a:xfrm>
            <a:off x="11445073" y="6520644"/>
            <a:ext cx="315764" cy="16151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  <a:defRPr/>
            </a:pPr>
            <a:fld id="{1F581F51-E9B4-480E-BE98-87EF91CB5008}" type="slidenum">
              <a:rPr lang="en-US" altLang="en-US" sz="800" smtClean="0">
                <a:solidFill>
                  <a:srgbClr val="C6CAC6"/>
                </a:solidFill>
                <a:latin typeface="Trebuchet MS" panose="020B0703020202090204" pitchFamily="34" charset="0"/>
              </a:rPr>
              <a:pPr>
                <a:spcAft>
                  <a:spcPts val="600"/>
                </a:spcAft>
                <a:defRPr/>
              </a:pPr>
              <a:t>2</a:t>
            </a:fld>
            <a:endParaRPr lang="en-US" altLang="en-US" sz="800" dirty="0">
              <a:solidFill>
                <a:srgbClr val="C6CAC6"/>
              </a:solidFill>
              <a:latin typeface="Trebuchet MS" panose="020B070302020209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68738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93F0AB-1AA3-9ADE-4941-4EF3BE832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AE7C4EB6-13E0-F7F3-A0D9-7DE4987F116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8" imgH="499" progId="TCLayout.ActiveDocument.1">
                  <p:embed/>
                </p:oleObj>
              </mc:Choice>
              <mc:Fallback>
                <p:oleObj name="think-cell Slide" r:id="rId4" imgW="498" imgH="499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AE7C4EB6-13E0-F7F3-A0D9-7DE4987F116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C7222985-4F49-9B87-4793-B7B90F4137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0154285"/>
              </p:ext>
            </p:extLst>
          </p:nvPr>
        </p:nvGraphicFramePr>
        <p:xfrm>
          <a:off x="343883" y="843535"/>
          <a:ext cx="11416954" cy="5645732"/>
        </p:xfrm>
        <a:graphic>
          <a:graphicData uri="http://schemas.openxmlformats.org/drawingml/2006/table">
            <a:tbl>
              <a:tblPr/>
              <a:tblGrid>
                <a:gridCol w="3583168">
                  <a:extLst>
                    <a:ext uri="{9D8B030D-6E8A-4147-A177-3AD203B41FA5}">
                      <a16:colId xmlns:a16="http://schemas.microsoft.com/office/drawing/2014/main" val="3203114971"/>
                    </a:ext>
                  </a:extLst>
                </a:gridCol>
                <a:gridCol w="819159">
                  <a:extLst>
                    <a:ext uri="{9D8B030D-6E8A-4147-A177-3AD203B41FA5}">
                      <a16:colId xmlns:a16="http://schemas.microsoft.com/office/drawing/2014/main" val="3008570536"/>
                    </a:ext>
                  </a:extLst>
                </a:gridCol>
                <a:gridCol w="1450872">
                  <a:extLst>
                    <a:ext uri="{9D8B030D-6E8A-4147-A177-3AD203B41FA5}">
                      <a16:colId xmlns:a16="http://schemas.microsoft.com/office/drawing/2014/main" val="965279059"/>
                    </a:ext>
                  </a:extLst>
                </a:gridCol>
                <a:gridCol w="1178842">
                  <a:extLst>
                    <a:ext uri="{9D8B030D-6E8A-4147-A177-3AD203B41FA5}">
                      <a16:colId xmlns:a16="http://schemas.microsoft.com/office/drawing/2014/main" val="3372610537"/>
                    </a:ext>
                  </a:extLst>
                </a:gridCol>
                <a:gridCol w="1185527">
                  <a:extLst>
                    <a:ext uri="{9D8B030D-6E8A-4147-A177-3AD203B41FA5}">
                      <a16:colId xmlns:a16="http://schemas.microsoft.com/office/drawing/2014/main" val="3488626976"/>
                    </a:ext>
                  </a:extLst>
                </a:gridCol>
                <a:gridCol w="1623978">
                  <a:extLst>
                    <a:ext uri="{9D8B030D-6E8A-4147-A177-3AD203B41FA5}">
                      <a16:colId xmlns:a16="http://schemas.microsoft.com/office/drawing/2014/main" val="3416724142"/>
                    </a:ext>
                  </a:extLst>
                </a:gridCol>
                <a:gridCol w="1575408">
                  <a:extLst>
                    <a:ext uri="{9D8B030D-6E8A-4147-A177-3AD203B41FA5}">
                      <a16:colId xmlns:a16="http://schemas.microsoft.com/office/drawing/2014/main" val="2293561522"/>
                    </a:ext>
                  </a:extLst>
                </a:gridCol>
              </a:tblGrid>
              <a:tr h="225013">
                <a:tc>
                  <a:txBody>
                    <a:bodyPr/>
                    <a:lstStyle/>
                    <a:p>
                      <a:pPr marL="185738" indent="0" algn="l" rtl="0" fontAlgn="ctr">
                        <a:lnSpc>
                          <a:spcPct val="100000"/>
                        </a:lnSpc>
                        <a:tabLst/>
                      </a:pP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Trebuchet MS" panose="020B0603020202020204" pitchFamily="34" charset="0"/>
                        </a:rPr>
                        <a:t>Top 10 Parent Accounts</a:t>
                      </a:r>
                    </a:p>
                  </a:txBody>
                  <a:tcPr marL="4097" marR="4097" marT="409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0366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Trebuchet MS" panose="020B0603020202020204" pitchFamily="34" charset="0"/>
                        </a:rPr>
                        <a:t>% Contribution to Nation</a:t>
                      </a:r>
                    </a:p>
                  </a:txBody>
                  <a:tcPr marL="4097" marR="4097" marT="409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66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Trebuchet MS" panose="020B0603020202020204" pitchFamily="34" charset="0"/>
                        </a:rPr>
                        <a:t>R12M Weekly Sales (Ending 3/29)</a:t>
                      </a:r>
                    </a:p>
                  </a:txBody>
                  <a:tcPr marL="4097" marR="4097" marT="409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66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Trebuchet MS" panose="020B0603020202020204" pitchFamily="34" charset="0"/>
                        </a:rPr>
                        <a:t>R12M Growth</a:t>
                      </a:r>
                    </a:p>
                  </a:txBody>
                  <a:tcPr marL="4097" marR="4097" marT="409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66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Trebuchet MS" panose="020B0603020202020204" pitchFamily="34" charset="0"/>
                        </a:rPr>
                        <a:t>R13W weekly avg (w.e. 12/22)</a:t>
                      </a:r>
                    </a:p>
                  </a:txBody>
                  <a:tcPr marL="4097" marR="4097" marT="409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66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Trebuchet MS" panose="020B0603020202020204" pitchFamily="34" charset="0"/>
                        </a:rPr>
                        <a:t>R13W Growth: (R13W w.e. 12/22 vs P13W)</a:t>
                      </a:r>
                    </a:p>
                  </a:txBody>
                  <a:tcPr marL="4097" marR="4097" marT="409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66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Trebuchet MS" panose="020B0603020202020204" pitchFamily="34" charset="0"/>
                        </a:rPr>
                        <a:t>Q1TD Sales Growth: (w.e. 3/29 vs. R13W w.e. 12/22)</a:t>
                      </a:r>
                    </a:p>
                  </a:txBody>
                  <a:tcPr marL="4097" marR="4097" marT="409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6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9128591"/>
                  </a:ext>
                </a:extLst>
              </a:tr>
              <a:tr h="225013">
                <a:tc>
                  <a:txBody>
                    <a:bodyPr/>
                    <a:lstStyle/>
                    <a:p>
                      <a:pPr marL="185738" indent="0" algn="l" rtl="0" fontAlgn="ctr">
                        <a:lnSpc>
                          <a:spcPct val="100000"/>
                        </a:lnSpc>
                        <a:tabLst/>
                      </a:pP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Trebuchet MS" panose="020B0603020202020204" pitchFamily="34" charset="0"/>
                        </a:rPr>
                        <a:t>In R12M</a:t>
                      </a:r>
                    </a:p>
                  </a:txBody>
                  <a:tcPr marL="4097" marR="4097" marT="409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66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0578977"/>
                  </a:ext>
                </a:extLst>
              </a:tr>
              <a:tr h="225013">
                <a:tc>
                  <a:txBody>
                    <a:bodyPr/>
                    <a:lstStyle/>
                    <a:p>
                      <a:pPr marL="185738" indent="0" algn="l" rtl="0" fontAlgn="ctr">
                        <a:lnSpc>
                          <a:spcPct val="100000"/>
                        </a:lnSpc>
                        <a:tabLst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TEXAS ONCOLOGY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3%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272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73%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285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-3%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-66%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4516587"/>
                  </a:ext>
                </a:extLst>
              </a:tr>
              <a:tr h="225013">
                <a:tc>
                  <a:txBody>
                    <a:bodyPr/>
                    <a:lstStyle/>
                    <a:p>
                      <a:pPr marL="185738" indent="0" algn="l" defTabSz="914400" rtl="0" eaLnBrk="1" fontAlgn="ctr" latinLnBrk="0" hangingPunct="1">
                        <a:lnSpc>
                          <a:spcPct val="100000"/>
                        </a:lnSpc>
                        <a:tabLst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KAISER PERMANENTE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3%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248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40%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250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10%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8%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7839077"/>
                  </a:ext>
                </a:extLst>
              </a:tr>
              <a:tr h="276031">
                <a:tc>
                  <a:txBody>
                    <a:bodyPr/>
                    <a:lstStyle/>
                    <a:p>
                      <a:pPr marL="185738" indent="0" algn="l" defTabSz="914400" rtl="0" eaLnBrk="1" fontAlgn="ctr" latinLnBrk="0" hangingPunct="1">
                        <a:lnSpc>
                          <a:spcPct val="100000"/>
                        </a:lnSpc>
                        <a:tabLst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FLORIDA CANCER SPECIALISTS AND RESEARCH INSTITUTE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2%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181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40%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173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22%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8820942"/>
                  </a:ext>
                </a:extLst>
              </a:tr>
              <a:tr h="276031">
                <a:tc>
                  <a:txBody>
                    <a:bodyPr/>
                    <a:lstStyle/>
                    <a:p>
                      <a:pPr marL="185738" indent="0" algn="l" defTabSz="914400" rtl="0" eaLnBrk="1" fontAlgn="ctr" latinLnBrk="0" hangingPunct="1">
                        <a:lnSpc>
                          <a:spcPct val="100000"/>
                        </a:lnSpc>
                        <a:tabLst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MEMORIAL SLOAN KETTERING CANCER CENTER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2%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164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36%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185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18%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-9%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0561777"/>
                  </a:ext>
                </a:extLst>
              </a:tr>
              <a:tr h="276031">
                <a:tc>
                  <a:txBody>
                    <a:bodyPr/>
                    <a:lstStyle/>
                    <a:p>
                      <a:pPr marL="185738" indent="0" algn="l" defTabSz="914400" rtl="0" eaLnBrk="1" fontAlgn="ctr" latinLnBrk="0" hangingPunct="1">
                        <a:lnSpc>
                          <a:spcPct val="100000"/>
                        </a:lnSpc>
                        <a:tabLst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CITY OF HOPE CANCER INSTITUTE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2%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124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22%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123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-1%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4324395"/>
                  </a:ext>
                </a:extLst>
              </a:tr>
              <a:tr h="276031">
                <a:tc>
                  <a:txBody>
                    <a:bodyPr/>
                    <a:lstStyle/>
                    <a:p>
                      <a:pPr marL="185738" indent="0" algn="l" defTabSz="914400" rtl="0" eaLnBrk="1" fontAlgn="ctr" latinLnBrk="0" hangingPunct="1">
                        <a:lnSpc>
                          <a:spcPct val="100000"/>
                        </a:lnSpc>
                        <a:tabLst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UNIVERSITY OF TEXAS MD ANDERSON CANCER CENTER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1%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96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21%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95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-8%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1%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8784754"/>
                  </a:ext>
                </a:extLst>
              </a:tr>
              <a:tr h="276031">
                <a:tc>
                  <a:txBody>
                    <a:bodyPr/>
                    <a:lstStyle/>
                    <a:p>
                      <a:pPr marL="185738" indent="0" algn="l" defTabSz="914400" rtl="0" eaLnBrk="1" fontAlgn="ctr" latinLnBrk="0" hangingPunct="1">
                        <a:lnSpc>
                          <a:spcPct val="100000"/>
                        </a:lnSpc>
                        <a:tabLst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DANA FARBER CANCER INSTITUTE, INC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1%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82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19%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85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11%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10%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760155"/>
                  </a:ext>
                </a:extLst>
              </a:tr>
              <a:tr h="225013">
                <a:tc>
                  <a:txBody>
                    <a:bodyPr/>
                    <a:lstStyle/>
                    <a:p>
                      <a:pPr marL="185738" indent="0" algn="l" defTabSz="914400" rtl="0" eaLnBrk="1" fontAlgn="ctr" latinLnBrk="0" hangingPunct="1">
                        <a:lnSpc>
                          <a:spcPct val="100000"/>
                        </a:lnSpc>
                        <a:tabLst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BJC HEALTHCARE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1%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78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68%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60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-17%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51%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2008487"/>
                  </a:ext>
                </a:extLst>
              </a:tr>
              <a:tr h="276031">
                <a:tc>
                  <a:txBody>
                    <a:bodyPr/>
                    <a:lstStyle/>
                    <a:p>
                      <a:pPr marL="185738" indent="0" algn="l" defTabSz="914400" rtl="0" eaLnBrk="1" fontAlgn="ctr" latinLnBrk="0" hangingPunct="1">
                        <a:lnSpc>
                          <a:spcPct val="100000"/>
                        </a:lnSpc>
                        <a:tabLst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UNIVERSITY OF PITTSBURGH MEDICAL CENTER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1%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78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56%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73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-13%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18%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9585196"/>
                  </a:ext>
                </a:extLst>
              </a:tr>
              <a:tr h="276031">
                <a:tc>
                  <a:txBody>
                    <a:bodyPr/>
                    <a:lstStyle/>
                    <a:p>
                      <a:pPr marL="185738" indent="0" algn="l" defTabSz="914400" rtl="0" eaLnBrk="1" fontAlgn="ctr" latinLnBrk="0" hangingPunct="1">
                        <a:lnSpc>
                          <a:spcPct val="100000"/>
                        </a:lnSpc>
                        <a:tabLst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PROVIDENCE SAINT JOSEPH HEALTH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1%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75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40%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72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-3%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21%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375321"/>
                  </a:ext>
                </a:extLst>
              </a:tr>
              <a:tr h="276031">
                <a:tc>
                  <a:txBody>
                    <a:bodyPr/>
                    <a:lstStyle/>
                    <a:p>
                      <a:pPr marL="185738" indent="0" algn="l" defTabSz="914400" rtl="0" eaLnBrk="1" fontAlgn="ctr" latinLnBrk="0" hangingPunct="1">
                        <a:lnSpc>
                          <a:spcPct val="100000"/>
                        </a:lnSpc>
                        <a:tabLst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PUERTO RICO SPECIALTY SERVICES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1%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72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55%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71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10%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32%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3788302"/>
                  </a:ext>
                </a:extLst>
              </a:tr>
              <a:tr h="225013">
                <a:tc>
                  <a:txBody>
                    <a:bodyPr/>
                    <a:lstStyle/>
                    <a:p>
                      <a:pPr marL="185738" indent="0" algn="l" defTabSz="914400" rtl="0" eaLnBrk="1" fontAlgn="ctr" latinLnBrk="0" hangingPunct="1">
                        <a:lnSpc>
                          <a:spcPct val="100000"/>
                        </a:lnSpc>
                        <a:tabLst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ATRIUM HEALTH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1%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68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15%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76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27%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333141"/>
                  </a:ext>
                </a:extLst>
              </a:tr>
              <a:tr h="225013">
                <a:tc>
                  <a:txBody>
                    <a:bodyPr/>
                    <a:lstStyle/>
                    <a:p>
                      <a:pPr marL="185738" indent="0" algn="l" defTabSz="914400" rtl="0" eaLnBrk="1" fontAlgn="ctr" latinLnBrk="0" hangingPunct="1">
                        <a:lnSpc>
                          <a:spcPct val="100000"/>
                        </a:lnSpc>
                        <a:tabLst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NORTHWESTERN MEDICINE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1%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67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85%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62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26%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7894175"/>
                  </a:ext>
                </a:extLst>
              </a:tr>
              <a:tr h="225013">
                <a:tc>
                  <a:txBody>
                    <a:bodyPr/>
                    <a:lstStyle/>
                    <a:p>
                      <a:pPr marL="185738" indent="0" algn="l" defTabSz="914400" rtl="0" eaLnBrk="1" fontAlgn="ctr" latinLnBrk="0" hangingPunct="1">
                        <a:lnSpc>
                          <a:spcPct val="100000"/>
                        </a:lnSpc>
                        <a:tabLst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TRINITY HEALTH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1%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66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1%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78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35%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-10%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431812"/>
                  </a:ext>
                </a:extLst>
              </a:tr>
              <a:tr h="276031">
                <a:tc>
                  <a:txBody>
                    <a:bodyPr/>
                    <a:lstStyle/>
                    <a:p>
                      <a:pPr marL="185738" indent="0" algn="l" defTabSz="914400" rtl="0" eaLnBrk="1" fontAlgn="ctr" latinLnBrk="0" hangingPunct="1">
                        <a:lnSpc>
                          <a:spcPct val="100000"/>
                        </a:lnSpc>
                        <a:tabLst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UNIVERSITY OF CALIFORNIA LOS ANGELES HEALTH SYSTEM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1%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64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21%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58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-8%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3%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5262504"/>
                  </a:ext>
                </a:extLst>
              </a:tr>
              <a:tr h="225013">
                <a:tc>
                  <a:txBody>
                    <a:bodyPr/>
                    <a:lstStyle/>
                    <a:p>
                      <a:pPr marL="185738" indent="0" algn="l" defTabSz="914400" rtl="0" eaLnBrk="1" fontAlgn="ctr" latinLnBrk="0" hangingPunct="1">
                        <a:lnSpc>
                          <a:spcPct val="100000"/>
                        </a:lnSpc>
                        <a:tabLst/>
                      </a:pPr>
                      <a:r>
                        <a:rPr lang="en-US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Top 15 Parent Accounts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21%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1736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lnSpc>
                          <a:spcPct val="100000"/>
                        </a:lnSpc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40%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lnSpc>
                          <a:spcPct val="100000"/>
                        </a:lnSpc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1744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lnSpc>
                          <a:spcPct val="100000"/>
                        </a:lnSpc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3%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lnSpc>
                          <a:spcPct val="100000"/>
                        </a:lnSpc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-3%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3816252"/>
                  </a:ext>
                </a:extLst>
              </a:tr>
              <a:tr h="225013">
                <a:tc>
                  <a:txBody>
                    <a:bodyPr/>
                    <a:lstStyle/>
                    <a:p>
                      <a:pPr marL="185738" indent="0" algn="l" defTabSz="914400" rtl="0" eaLnBrk="1" fontAlgn="ctr" latinLnBrk="0" hangingPunct="1">
                        <a:lnSpc>
                          <a:spcPct val="100000"/>
                        </a:lnSpc>
                        <a:tabLst/>
                      </a:pPr>
                      <a:r>
                        <a:rPr lang="en-US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Top 10 Parent Accounts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14%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lnSpc>
                          <a:spcPct val="100000"/>
                        </a:lnSpc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1127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lnSpc>
                          <a:spcPct val="100000"/>
                        </a:lnSpc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36%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lnSpc>
                          <a:spcPct val="100000"/>
                        </a:lnSpc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1115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lnSpc>
                          <a:spcPct val="100000"/>
                        </a:lnSpc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2%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lnSpc>
                          <a:spcPct val="100000"/>
                        </a:lnSpc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10%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6912260"/>
                  </a:ext>
                </a:extLst>
              </a:tr>
              <a:tr h="225013">
                <a:tc>
                  <a:txBody>
                    <a:bodyPr/>
                    <a:lstStyle/>
                    <a:p>
                      <a:pPr marL="185738" indent="0" algn="l" defTabSz="914400" rtl="0" eaLnBrk="1" fontAlgn="ctr" latinLnBrk="0" hangingPunct="1">
                        <a:lnSpc>
                          <a:spcPct val="100000"/>
                        </a:lnSpc>
                        <a:tabLst/>
                      </a:pPr>
                      <a:r>
                        <a:rPr lang="en-US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Top 10 - TOPA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14%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lnSpc>
                          <a:spcPct val="100000"/>
                        </a:lnSpc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1127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lnSpc>
                          <a:spcPct val="100000"/>
                        </a:lnSpc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36%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lnSpc>
                          <a:spcPct val="100000"/>
                        </a:lnSpc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1115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lnSpc>
                          <a:spcPct val="100000"/>
                        </a:lnSpc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2%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lnSpc>
                          <a:spcPct val="100000"/>
                        </a:lnSpc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10%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2556677"/>
                  </a:ext>
                </a:extLst>
              </a:tr>
              <a:tr h="225013">
                <a:tc>
                  <a:txBody>
                    <a:bodyPr/>
                    <a:lstStyle/>
                    <a:p>
                      <a:pPr marL="185738" indent="0" algn="l" defTabSz="914400" rtl="0" eaLnBrk="1" fontAlgn="ctr" latinLnBrk="0" hangingPunct="1">
                        <a:lnSpc>
                          <a:spcPct val="100000"/>
                        </a:lnSpc>
                        <a:tabLst/>
                      </a:pPr>
                      <a:r>
                        <a:rPr lang="en-US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Top 15 - TOPA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18%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lnSpc>
                          <a:spcPct val="100000"/>
                        </a:lnSpc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1464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lnSpc>
                          <a:spcPct val="100000"/>
                        </a:lnSpc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35%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lnSpc>
                          <a:spcPct val="100000"/>
                        </a:lnSpc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1459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lnSpc>
                          <a:spcPct val="100000"/>
                        </a:lnSpc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4%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lnSpc>
                          <a:spcPct val="100000"/>
                        </a:lnSpc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10%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9730304"/>
                  </a:ext>
                </a:extLst>
              </a:tr>
              <a:tr h="225013">
                <a:tc>
                  <a:txBody>
                    <a:bodyPr/>
                    <a:lstStyle/>
                    <a:p>
                      <a:pPr marL="185738" indent="0" algn="l" defTabSz="914400" rtl="0" eaLnBrk="1" fontAlgn="ctr" latinLnBrk="0" hangingPunct="1">
                        <a:lnSpc>
                          <a:spcPct val="100000"/>
                        </a:lnSpc>
                        <a:tabLst/>
                      </a:pPr>
                      <a:r>
                        <a:rPr lang="en-US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Nation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lnSpc>
                          <a:spcPct val="100000"/>
                        </a:lnSpc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8184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lnSpc>
                          <a:spcPct val="100000"/>
                        </a:lnSpc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40%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lnSpc>
                          <a:spcPct val="100000"/>
                        </a:lnSpc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8471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lnSpc>
                          <a:spcPct val="100000"/>
                        </a:lnSpc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6%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lnSpc>
                          <a:spcPct val="100000"/>
                        </a:lnSpc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1%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819955"/>
                  </a:ext>
                </a:extLst>
              </a:tr>
              <a:tr h="225013">
                <a:tc>
                  <a:txBody>
                    <a:bodyPr/>
                    <a:lstStyle/>
                    <a:p>
                      <a:pPr marL="185738" indent="0" algn="l" defTabSz="914400" rtl="0" eaLnBrk="1" fontAlgn="ctr" latinLnBrk="0" hangingPunct="1">
                        <a:lnSpc>
                          <a:spcPct val="100000"/>
                        </a:lnSpc>
                        <a:tabLst/>
                      </a:pPr>
                      <a:r>
                        <a:rPr lang="en-US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Nation - TOPA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lnSpc>
                          <a:spcPct val="100000"/>
                        </a:lnSpc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8184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lnSpc>
                          <a:spcPct val="100000"/>
                        </a:lnSpc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40%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lnSpc>
                          <a:spcPct val="100000"/>
                        </a:lnSpc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8471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lnSpc>
                          <a:spcPct val="100000"/>
                        </a:lnSpc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6%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lnSpc>
                          <a:spcPct val="100000"/>
                        </a:lnSpc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1%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865808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953AC0F6-0FBA-5A6D-28CB-8B1B9B5799C4}"/>
              </a:ext>
            </a:extLst>
          </p:cNvPr>
          <p:cNvSpPr/>
          <p:nvPr/>
        </p:nvSpPr>
        <p:spPr>
          <a:xfrm>
            <a:off x="10626291" y="9788"/>
            <a:ext cx="1565709" cy="18697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What: Demand Vials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7F20D1C-7718-E897-7299-E712AAF1BDC7}"/>
              </a:ext>
            </a:extLst>
          </p:cNvPr>
          <p:cNvSpPr/>
          <p:nvPr/>
        </p:nvSpPr>
        <p:spPr>
          <a:xfrm>
            <a:off x="10437088" y="12405"/>
            <a:ext cx="153122" cy="168434"/>
          </a:xfrm>
          <a:prstGeom prst="ellipse">
            <a:avLst/>
          </a:prstGeom>
          <a:solidFill>
            <a:schemeClr val="bg1"/>
          </a:solidFill>
          <a:ln w="9525">
            <a:solidFill>
              <a:srgbClr val="688C3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688C38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8E61DA-AA42-E752-6ABA-C1D1706FB106}"/>
              </a:ext>
            </a:extLst>
          </p:cNvPr>
          <p:cNvSpPr txBox="1"/>
          <p:nvPr/>
        </p:nvSpPr>
        <p:spPr>
          <a:xfrm>
            <a:off x="211015" y="6457890"/>
            <a:ext cx="11769970" cy="2154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n-US" sz="800" i="1" dirty="0">
                <a:solidFill>
                  <a:srgbClr val="54565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Source: 867 data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E1AD3AB-82D6-6172-4E40-06690E2A9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412" y="73794"/>
            <a:ext cx="10925175" cy="663575"/>
          </a:xfrm>
        </p:spPr>
        <p:txBody>
          <a:bodyPr vert="horz"/>
          <a:lstStyle/>
          <a:p>
            <a:pPr>
              <a:lnSpc>
                <a:spcPct val="100000"/>
              </a:lnSpc>
            </a:pPr>
            <a:r>
              <a:rPr lang="en-US" sz="2400" dirty="0">
                <a:latin typeface="Trebuchet MS"/>
              </a:rPr>
              <a:t>[… Add Takeaway]</a:t>
            </a:r>
          </a:p>
        </p:txBody>
      </p:sp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D59434F5-B16F-739C-ACF0-2C159D1913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45073" y="6520644"/>
            <a:ext cx="315764" cy="16151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1F581F51-E9B4-480E-BE98-87EF91CB5008}" type="slidenum">
              <a:rPr kumimoji="0" lang="en-US" altLang="en-US" sz="800" b="0" i="0" u="none" strike="noStrike" kern="1200" cap="none" spc="0" normalizeH="0" baseline="0" noProof="0">
                <a:ln>
                  <a:noFill/>
                </a:ln>
                <a:solidFill>
                  <a:srgbClr val="C6CAC6"/>
                </a:solidFill>
                <a:effectLst/>
                <a:uLnTx/>
                <a:uFillTx/>
                <a:latin typeface="Trebuchet MS" panose="020B0703020202090204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en-US" sz="800" b="0" i="0" u="none" strike="noStrike" kern="1200" cap="none" spc="0" normalizeH="0" baseline="0" noProof="0" dirty="0">
              <a:ln>
                <a:noFill/>
              </a:ln>
              <a:solidFill>
                <a:srgbClr val="C6CAC6"/>
              </a:solidFill>
              <a:effectLst/>
              <a:uLnTx/>
              <a:uFillTx/>
              <a:latin typeface="Trebuchet MS" panose="020B070302020209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003633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A4A846-A6BD-FD7F-D6AA-B9CEB47DC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EEA49656-895C-ED1D-8942-BEC4ED48C9F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8" imgH="499" progId="TCLayout.ActiveDocument.1">
                  <p:embed/>
                </p:oleObj>
              </mc:Choice>
              <mc:Fallback>
                <p:oleObj name="think-cell Slide" r:id="rId4" imgW="498" imgH="499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EEA49656-895C-ED1D-8942-BEC4ED48C9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FE00ECBE-3E58-08C0-E6E4-5E3140F7EF8C}"/>
              </a:ext>
            </a:extLst>
          </p:cNvPr>
          <p:cNvSpPr txBox="1"/>
          <p:nvPr/>
        </p:nvSpPr>
        <p:spPr>
          <a:xfrm>
            <a:off x="12858" y="1831"/>
            <a:ext cx="3089571" cy="369332"/>
          </a:xfrm>
          <a:prstGeom prst="rect">
            <a:avLst/>
          </a:prstGeom>
          <a:solidFill>
            <a:srgbClr val="00B050"/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Trodelvy Account Sales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9BC72F29-FCFE-F756-0AFB-5968256DD1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2825877"/>
              </p:ext>
            </p:extLst>
          </p:nvPr>
        </p:nvGraphicFramePr>
        <p:xfrm>
          <a:off x="163411" y="1447389"/>
          <a:ext cx="5932588" cy="4953408"/>
        </p:xfrm>
        <a:graphic>
          <a:graphicData uri="http://schemas.openxmlformats.org/drawingml/2006/table">
            <a:tbl>
              <a:tblPr/>
              <a:tblGrid>
                <a:gridCol w="1910821">
                  <a:extLst>
                    <a:ext uri="{9D8B030D-6E8A-4147-A177-3AD203B41FA5}">
                      <a16:colId xmlns:a16="http://schemas.microsoft.com/office/drawing/2014/main" val="3203114971"/>
                    </a:ext>
                  </a:extLst>
                </a:gridCol>
                <a:gridCol w="1316919">
                  <a:extLst>
                    <a:ext uri="{9D8B030D-6E8A-4147-A177-3AD203B41FA5}">
                      <a16:colId xmlns:a16="http://schemas.microsoft.com/office/drawing/2014/main" val="3372610537"/>
                    </a:ext>
                  </a:extLst>
                </a:gridCol>
                <a:gridCol w="1316919">
                  <a:extLst>
                    <a:ext uri="{9D8B030D-6E8A-4147-A177-3AD203B41FA5}">
                      <a16:colId xmlns:a16="http://schemas.microsoft.com/office/drawing/2014/main" val="2285010603"/>
                    </a:ext>
                  </a:extLst>
                </a:gridCol>
                <a:gridCol w="1387929">
                  <a:extLst>
                    <a:ext uri="{9D8B030D-6E8A-4147-A177-3AD203B41FA5}">
                      <a16:colId xmlns:a16="http://schemas.microsoft.com/office/drawing/2014/main" val="2293561522"/>
                    </a:ext>
                  </a:extLst>
                </a:gridCol>
              </a:tblGrid>
              <a:tr h="412784">
                <a:tc>
                  <a:txBody>
                    <a:bodyPr/>
                    <a:lstStyle/>
                    <a:p>
                      <a:pPr marL="185738" indent="0" algn="l" defTabSz="914400" rtl="0" eaLnBrk="1" fontAlgn="ctr" latinLnBrk="0" hangingPunct="1">
                        <a:lnSpc>
                          <a:spcPct val="100000"/>
                        </a:lnSpc>
                        <a:tabLst/>
                      </a:pPr>
                      <a:r>
                        <a:rPr lang="en-US" sz="10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Top 10 Parent Accounts</a:t>
                      </a:r>
                    </a:p>
                    <a:p>
                      <a:pPr marL="185738" indent="0" algn="l" defTabSz="914400" rtl="0" eaLnBrk="1" fontAlgn="ctr" latinLnBrk="0" hangingPunct="1">
                        <a:lnSpc>
                          <a:spcPct val="100000"/>
                        </a:lnSpc>
                        <a:tabLst/>
                      </a:pPr>
                      <a:r>
                        <a:rPr lang="en-US" sz="10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(High)</a:t>
                      </a:r>
                    </a:p>
                  </a:txBody>
                  <a:tcPr marL="4097" marR="4097" marT="409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0366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Trebuchet MS Regular"/>
                        </a:rPr>
                        <a:t>R13W weekly avg (</a:t>
                      </a:r>
                      <a:r>
                        <a:rPr lang="en-US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Trebuchet MS Regular"/>
                        </a:rPr>
                        <a:t>w.e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Trebuchet MS Regular"/>
                        </a:rPr>
                        <a:t>. 12/22)</a:t>
                      </a:r>
                    </a:p>
                  </a:txBody>
                  <a:tcPr marL="4097" marR="4097" marT="409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66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Trebuchet MS Regular"/>
                        </a:rPr>
                        <a:t>Q1’24 TD weekly avg ending 3/29</a:t>
                      </a:r>
                    </a:p>
                  </a:txBody>
                  <a:tcPr marL="4097" marR="4097" marT="409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66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Trebuchet MS Regular"/>
                        </a:rPr>
                        <a:t>R13W Sales Growth</a:t>
                      </a:r>
                    </a:p>
                  </a:txBody>
                  <a:tcPr marL="4097" marR="4097" marT="409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6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9128591"/>
                  </a:ext>
                </a:extLst>
              </a:tr>
              <a:tr h="412784">
                <a:tc>
                  <a:txBody>
                    <a:bodyPr/>
                    <a:lstStyle/>
                    <a:p>
                      <a:pPr marL="185738" indent="0" algn="l" defTabSz="914400" rtl="0" eaLnBrk="1" fontAlgn="ctr" latinLnBrk="0" hangingPunct="1">
                        <a:lnSpc>
                          <a:spcPct val="100000"/>
                        </a:lnSpc>
                        <a:tabLst/>
                      </a:pPr>
                      <a:r>
                        <a:rPr lang="en-US" sz="10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In R12M</a:t>
                      </a:r>
                    </a:p>
                  </a:txBody>
                  <a:tcPr marL="4097" marR="4097" marT="409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66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0578977"/>
                  </a:ext>
                </a:extLst>
              </a:tr>
              <a:tr h="412784">
                <a:tc>
                  <a:txBody>
                    <a:bodyPr/>
                    <a:lstStyle/>
                    <a:p>
                      <a:pPr marL="185738" indent="0" algn="l" defTabSz="914400" rtl="0" eaLnBrk="1" fontAlgn="ctr" latinLnBrk="0" hangingPunct="1">
                        <a:lnSpc>
                          <a:spcPct val="100000"/>
                        </a:lnSpc>
                        <a:tabLst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TEXAS ONCOLOGY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285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96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-66%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4516587"/>
                  </a:ext>
                </a:extLst>
              </a:tr>
              <a:tr h="412784">
                <a:tc>
                  <a:txBody>
                    <a:bodyPr/>
                    <a:lstStyle/>
                    <a:p>
                      <a:pPr marL="185738" indent="0" algn="l" defTabSz="914400" rtl="0" eaLnBrk="1" fontAlgn="ctr" latinLnBrk="0" hangingPunct="1">
                        <a:lnSpc>
                          <a:spcPct val="100000"/>
                        </a:lnSpc>
                        <a:tabLst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NEW YORK PRESBYTERIAN HEALTHCARE SYSTEM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65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30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-54%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7839077"/>
                  </a:ext>
                </a:extLst>
              </a:tr>
              <a:tr h="412784">
                <a:tc>
                  <a:txBody>
                    <a:bodyPr/>
                    <a:lstStyle/>
                    <a:p>
                      <a:pPr marL="185738" indent="0" algn="l" defTabSz="914400" rtl="0" eaLnBrk="1" fontAlgn="ctr" latinLnBrk="0" hangingPunct="1">
                        <a:lnSpc>
                          <a:spcPct val="100000"/>
                        </a:lnSpc>
                        <a:tabLst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ROCKY MOUNTAIN CANCER CENTERS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64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42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-35%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8820942"/>
                  </a:ext>
                </a:extLst>
              </a:tr>
              <a:tr h="412784">
                <a:tc>
                  <a:txBody>
                    <a:bodyPr/>
                    <a:lstStyle/>
                    <a:p>
                      <a:pPr marL="185738" indent="0" algn="l" defTabSz="914400" rtl="0" eaLnBrk="1" fontAlgn="ctr" latinLnBrk="0" hangingPunct="1">
                        <a:lnSpc>
                          <a:spcPct val="100000"/>
                        </a:lnSpc>
                        <a:tabLst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NEW YORK UNIVERSITY LANGONE HEALTH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47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25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-47%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0561777"/>
                  </a:ext>
                </a:extLst>
              </a:tr>
              <a:tr h="412784">
                <a:tc>
                  <a:txBody>
                    <a:bodyPr/>
                    <a:lstStyle/>
                    <a:p>
                      <a:pPr marL="185738" indent="0" algn="l" defTabSz="914400" rtl="0" eaLnBrk="1" fontAlgn="ctr" latinLnBrk="0" hangingPunct="1">
                        <a:lnSpc>
                          <a:spcPct val="100000"/>
                        </a:lnSpc>
                        <a:tabLst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MEMORIAL SLOAN KETTERING CANCER CENTER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185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168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-9%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4324395"/>
                  </a:ext>
                </a:extLst>
              </a:tr>
              <a:tr h="412784">
                <a:tc>
                  <a:txBody>
                    <a:bodyPr/>
                    <a:lstStyle/>
                    <a:p>
                      <a:pPr marL="185738" indent="0" algn="l" defTabSz="914400" rtl="0" eaLnBrk="1" fontAlgn="ctr" latinLnBrk="0" hangingPunct="1">
                        <a:lnSpc>
                          <a:spcPct val="100000"/>
                        </a:lnSpc>
                        <a:tabLst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OCHSNER HEALTH SYSTEM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39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25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-35%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8784754"/>
                  </a:ext>
                </a:extLst>
              </a:tr>
              <a:tr h="412784">
                <a:tc>
                  <a:txBody>
                    <a:bodyPr/>
                    <a:lstStyle/>
                    <a:p>
                      <a:pPr marL="185738" indent="0" algn="l" defTabSz="914400" rtl="0" eaLnBrk="1" fontAlgn="ctr" latinLnBrk="0" hangingPunct="1">
                        <a:lnSpc>
                          <a:spcPct val="100000"/>
                        </a:lnSpc>
                        <a:tabLst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SSM HEALTH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39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27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-32%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760155"/>
                  </a:ext>
                </a:extLst>
              </a:tr>
              <a:tr h="412784">
                <a:tc>
                  <a:txBody>
                    <a:bodyPr/>
                    <a:lstStyle/>
                    <a:p>
                      <a:pPr marL="185738" indent="0" algn="l" defTabSz="914400" rtl="0" eaLnBrk="1" fontAlgn="ctr" latinLnBrk="0" hangingPunct="1">
                        <a:lnSpc>
                          <a:spcPct val="100000"/>
                        </a:lnSpc>
                        <a:tabLst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ASCENSION HEALTH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74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61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-17%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2008487"/>
                  </a:ext>
                </a:extLst>
              </a:tr>
              <a:tr h="412784">
                <a:tc>
                  <a:txBody>
                    <a:bodyPr/>
                    <a:lstStyle/>
                    <a:p>
                      <a:pPr marL="185738" indent="0" algn="l" defTabSz="914400" rtl="0" eaLnBrk="1" fontAlgn="ctr" latinLnBrk="0" hangingPunct="1">
                        <a:lnSpc>
                          <a:spcPct val="100000"/>
                        </a:lnSpc>
                        <a:tabLst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IRONWOOD CANCER AND RESEARCH CENTERS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38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27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-28%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9585196"/>
                  </a:ext>
                </a:extLst>
              </a:tr>
              <a:tr h="412784">
                <a:tc>
                  <a:txBody>
                    <a:bodyPr/>
                    <a:lstStyle/>
                    <a:p>
                      <a:pPr marL="185738" indent="0" algn="l" defTabSz="914400" rtl="0" eaLnBrk="1" fontAlgn="ctr" latinLnBrk="0" hangingPunct="1">
                        <a:lnSpc>
                          <a:spcPct val="100000"/>
                        </a:lnSpc>
                        <a:tabLst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COMMONSPIRIT HEALTH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54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45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-17%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375321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49C09052-29F1-192B-814A-140AAA8F2819}"/>
              </a:ext>
            </a:extLst>
          </p:cNvPr>
          <p:cNvSpPr/>
          <p:nvPr/>
        </p:nvSpPr>
        <p:spPr>
          <a:xfrm>
            <a:off x="10626291" y="9788"/>
            <a:ext cx="1565709" cy="18697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What: Demand Vials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92CF323-B963-2982-49C3-97577814AB77}"/>
              </a:ext>
            </a:extLst>
          </p:cNvPr>
          <p:cNvSpPr/>
          <p:nvPr/>
        </p:nvSpPr>
        <p:spPr>
          <a:xfrm>
            <a:off x="10437088" y="12405"/>
            <a:ext cx="153122" cy="168434"/>
          </a:xfrm>
          <a:prstGeom prst="ellipse">
            <a:avLst/>
          </a:prstGeom>
          <a:solidFill>
            <a:schemeClr val="bg1"/>
          </a:solidFill>
          <a:ln w="9525">
            <a:solidFill>
              <a:srgbClr val="688C3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688C38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1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8EB92B7-F2EA-E324-4227-5B21B8D98B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5840290"/>
              </p:ext>
            </p:extLst>
          </p:nvPr>
        </p:nvGraphicFramePr>
        <p:xfrm>
          <a:off x="6255328" y="1447389"/>
          <a:ext cx="5844938" cy="4953408"/>
        </p:xfrm>
        <a:graphic>
          <a:graphicData uri="http://schemas.openxmlformats.org/drawingml/2006/table">
            <a:tbl>
              <a:tblPr/>
              <a:tblGrid>
                <a:gridCol w="2120665">
                  <a:extLst>
                    <a:ext uri="{9D8B030D-6E8A-4147-A177-3AD203B41FA5}">
                      <a16:colId xmlns:a16="http://schemas.microsoft.com/office/drawing/2014/main" val="3203114971"/>
                    </a:ext>
                  </a:extLst>
                </a:gridCol>
                <a:gridCol w="1059386">
                  <a:extLst>
                    <a:ext uri="{9D8B030D-6E8A-4147-A177-3AD203B41FA5}">
                      <a16:colId xmlns:a16="http://schemas.microsoft.com/office/drawing/2014/main" val="3372610537"/>
                    </a:ext>
                  </a:extLst>
                </a:gridCol>
                <a:gridCol w="1297462">
                  <a:extLst>
                    <a:ext uri="{9D8B030D-6E8A-4147-A177-3AD203B41FA5}">
                      <a16:colId xmlns:a16="http://schemas.microsoft.com/office/drawing/2014/main" val="2285010603"/>
                    </a:ext>
                  </a:extLst>
                </a:gridCol>
                <a:gridCol w="1367425">
                  <a:extLst>
                    <a:ext uri="{9D8B030D-6E8A-4147-A177-3AD203B41FA5}">
                      <a16:colId xmlns:a16="http://schemas.microsoft.com/office/drawing/2014/main" val="2293561522"/>
                    </a:ext>
                  </a:extLst>
                </a:gridCol>
              </a:tblGrid>
              <a:tr h="41278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Trebuchet MS Regular"/>
                        </a:rPr>
                        <a:t>Top 10 Parent Accounts</a:t>
                      </a:r>
                    </a:p>
                    <a:p>
                      <a:pPr algn="ctr" rtl="0" fontAlgn="ctr"/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Trebuchet MS Regular"/>
                        </a:rPr>
                        <a:t>(Medium)</a:t>
                      </a:r>
                    </a:p>
                  </a:txBody>
                  <a:tcPr marL="4097" marR="4097" marT="409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0366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Trebuchet MS Regular"/>
                        </a:rPr>
                        <a:t>R13W weekly avg (</a:t>
                      </a:r>
                      <a:r>
                        <a:rPr lang="en-US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Trebuchet MS Regular"/>
                        </a:rPr>
                        <a:t>w.e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Trebuchet MS Regular"/>
                        </a:rPr>
                        <a:t>. 12/22)</a:t>
                      </a:r>
                    </a:p>
                  </a:txBody>
                  <a:tcPr marL="4097" marR="4097" marT="409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66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Trebuchet MS Regular"/>
                        </a:rPr>
                        <a:t>Q1’24 TD weekly avg ending 3/29</a:t>
                      </a:r>
                    </a:p>
                  </a:txBody>
                  <a:tcPr marL="4097" marR="4097" marT="409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66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Trebuchet MS Regular"/>
                        </a:rPr>
                        <a:t>R13W Sales Growth</a:t>
                      </a:r>
                    </a:p>
                  </a:txBody>
                  <a:tcPr marL="4097" marR="4097" marT="409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6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9128591"/>
                  </a:ext>
                </a:extLst>
              </a:tr>
              <a:tr h="41278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Trebuchet MS Regular"/>
                        </a:rPr>
                        <a:t>In R12M</a:t>
                      </a:r>
                    </a:p>
                  </a:txBody>
                  <a:tcPr marL="4097" marR="4097" marT="409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66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0578977"/>
                  </a:ext>
                </a:extLst>
              </a:tr>
              <a:tr h="412784">
                <a:tc>
                  <a:txBody>
                    <a:bodyPr/>
                    <a:lstStyle/>
                    <a:p>
                      <a:pPr marL="185738" indent="0" algn="l" defTabSz="914400" rtl="0" eaLnBrk="1" fontAlgn="ctr" latinLnBrk="0" hangingPunct="1">
                        <a:lnSpc>
                          <a:spcPct val="100000"/>
                        </a:lnSpc>
                        <a:tabLst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NORTHSHORE UNIVERSITY HEALTHSYSTEM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31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20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-35%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4516587"/>
                  </a:ext>
                </a:extLst>
              </a:tr>
              <a:tr h="412784">
                <a:tc>
                  <a:txBody>
                    <a:bodyPr/>
                    <a:lstStyle/>
                    <a:p>
                      <a:pPr marL="185738" indent="0" algn="l" defTabSz="914400" rtl="0" eaLnBrk="1" fontAlgn="ctr" latinLnBrk="0" hangingPunct="1">
                        <a:lnSpc>
                          <a:spcPct val="100000"/>
                        </a:lnSpc>
                        <a:tabLst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ADVENTIST HEALTH SYSTEM WEST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-37%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7839077"/>
                  </a:ext>
                </a:extLst>
              </a:tr>
              <a:tr h="412784">
                <a:tc>
                  <a:txBody>
                    <a:bodyPr/>
                    <a:lstStyle/>
                    <a:p>
                      <a:pPr marL="185738" indent="0" algn="l" defTabSz="914400" rtl="0" eaLnBrk="1" fontAlgn="ctr" latinLnBrk="0" hangingPunct="1">
                        <a:lnSpc>
                          <a:spcPct val="100000"/>
                        </a:lnSpc>
                        <a:tabLst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NORTHWEST MEDICAL SPECIALTIES, PLLC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14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-65%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8820942"/>
                  </a:ext>
                </a:extLst>
              </a:tr>
              <a:tr h="412784">
                <a:tc>
                  <a:txBody>
                    <a:bodyPr/>
                    <a:lstStyle/>
                    <a:p>
                      <a:pPr marL="185738" indent="0" algn="l" defTabSz="914400" rtl="0" eaLnBrk="1" fontAlgn="ctr" latinLnBrk="0" hangingPunct="1">
                        <a:lnSpc>
                          <a:spcPct val="100000"/>
                        </a:lnSpc>
                        <a:tabLst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VIRGINIA ONCOLOGY ASSOC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34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25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-26%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0561777"/>
                  </a:ext>
                </a:extLst>
              </a:tr>
              <a:tr h="412784">
                <a:tc>
                  <a:txBody>
                    <a:bodyPr/>
                    <a:lstStyle/>
                    <a:p>
                      <a:pPr marL="185738" indent="0" algn="l" defTabSz="914400" rtl="0" eaLnBrk="1" fontAlgn="ctr" latinLnBrk="0" hangingPunct="1">
                        <a:lnSpc>
                          <a:spcPct val="100000"/>
                        </a:lnSpc>
                        <a:tabLst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OKLAHOMA CANCER SPECIALISTS AND RESEARCH INSTITUTE, LLC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35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27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-23%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4324395"/>
                  </a:ext>
                </a:extLst>
              </a:tr>
              <a:tr h="412784">
                <a:tc>
                  <a:txBody>
                    <a:bodyPr/>
                    <a:lstStyle/>
                    <a:p>
                      <a:pPr marL="185738" indent="0" algn="l" defTabSz="914400" rtl="0" eaLnBrk="1" fontAlgn="ctr" latinLnBrk="0" hangingPunct="1">
                        <a:lnSpc>
                          <a:spcPct val="100000"/>
                        </a:lnSpc>
                        <a:tabLst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ORLANDO HEALTH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37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29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-21%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8784754"/>
                  </a:ext>
                </a:extLst>
              </a:tr>
              <a:tr h="412784">
                <a:tc>
                  <a:txBody>
                    <a:bodyPr/>
                    <a:lstStyle/>
                    <a:p>
                      <a:pPr marL="185738" indent="0" algn="l" defTabSz="914400" rtl="0" eaLnBrk="1" fontAlgn="ctr" latinLnBrk="0" hangingPunct="1">
                        <a:lnSpc>
                          <a:spcPct val="100000"/>
                        </a:lnSpc>
                        <a:tabLst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UW MEDICINE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62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54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-12%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760155"/>
                  </a:ext>
                </a:extLst>
              </a:tr>
              <a:tr h="412784">
                <a:tc>
                  <a:txBody>
                    <a:bodyPr/>
                    <a:lstStyle/>
                    <a:p>
                      <a:pPr marL="185738" indent="0" algn="l" defTabSz="914400" rtl="0" eaLnBrk="1" fontAlgn="ctr" latinLnBrk="0" hangingPunct="1">
                        <a:lnSpc>
                          <a:spcPct val="100000"/>
                        </a:lnSpc>
                        <a:tabLst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BAPTIST MEMORIAL HEALTH CARE CORPORATION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50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42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-15%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2008487"/>
                  </a:ext>
                </a:extLst>
              </a:tr>
              <a:tr h="412784">
                <a:tc>
                  <a:txBody>
                    <a:bodyPr/>
                    <a:lstStyle/>
                    <a:p>
                      <a:pPr marL="185738" indent="0" algn="l" defTabSz="914400" rtl="0" eaLnBrk="1" fontAlgn="ctr" latinLnBrk="0" hangingPunct="1">
                        <a:lnSpc>
                          <a:spcPct val="100000"/>
                        </a:lnSpc>
                        <a:tabLst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CALIFORNIA CANCER ASSOC FOR RESEARCH AND EXCELLENCE, INC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23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-31%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9585196"/>
                  </a:ext>
                </a:extLst>
              </a:tr>
              <a:tr h="412784">
                <a:tc>
                  <a:txBody>
                    <a:bodyPr/>
                    <a:lstStyle/>
                    <a:p>
                      <a:pPr marL="185738" indent="0" algn="l" defTabSz="914400" rtl="0" eaLnBrk="1" fontAlgn="ctr" latinLnBrk="0" hangingPunct="1">
                        <a:lnSpc>
                          <a:spcPct val="100000"/>
                        </a:lnSpc>
                        <a:tabLst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CHRISTIANA CARE HEALTH SYSTEM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28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22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-23%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37532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57C121C-2B89-DD74-7F6C-E6711B824652}"/>
              </a:ext>
            </a:extLst>
          </p:cNvPr>
          <p:cNvSpPr txBox="1"/>
          <p:nvPr/>
        </p:nvSpPr>
        <p:spPr>
          <a:xfrm>
            <a:off x="1844646" y="949177"/>
            <a:ext cx="2778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54565B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High Accounts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B3C328-C24C-9AAC-D18A-B9354EB17DC6}"/>
              </a:ext>
            </a:extLst>
          </p:cNvPr>
          <p:cNvSpPr txBox="1"/>
          <p:nvPr/>
        </p:nvSpPr>
        <p:spPr>
          <a:xfrm>
            <a:off x="7734938" y="965927"/>
            <a:ext cx="2778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54565B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Medium Accounts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90305AE-0CBB-BB5A-5664-7483B0B62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412" y="265519"/>
            <a:ext cx="10502778" cy="663575"/>
          </a:xfrm>
        </p:spPr>
        <p:txBody>
          <a:bodyPr vert="horz"/>
          <a:lstStyle/>
          <a:p>
            <a:pPr>
              <a:lnSpc>
                <a:spcPct val="100000"/>
              </a:lnSpc>
            </a:pPr>
            <a:r>
              <a:rPr lang="en-US" sz="2400" dirty="0">
                <a:latin typeface="Trebuchet MS"/>
              </a:rPr>
              <a:t>[… Add Takeaway]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78E6764-373A-764A-9473-AA6E8BC5D1CB}"/>
              </a:ext>
            </a:extLst>
          </p:cNvPr>
          <p:cNvSpPr txBox="1"/>
          <p:nvPr/>
        </p:nvSpPr>
        <p:spPr>
          <a:xfrm>
            <a:off x="211015" y="6457890"/>
            <a:ext cx="11769970" cy="2154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n-US" sz="800" i="1" dirty="0">
                <a:solidFill>
                  <a:srgbClr val="54565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Source: 867 data</a:t>
            </a:r>
          </a:p>
        </p:txBody>
      </p:sp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36C2E2E5-9F6A-115D-7576-3DE3645698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45073" y="6520644"/>
            <a:ext cx="315764" cy="16151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1F581F51-E9B4-480E-BE98-87EF91CB5008}" type="slidenum">
              <a:rPr kumimoji="0" lang="en-US" altLang="en-US" sz="800" b="0" i="0" u="none" strike="noStrike" kern="1200" cap="none" spc="0" normalizeH="0" baseline="0" noProof="0">
                <a:ln>
                  <a:noFill/>
                </a:ln>
                <a:solidFill>
                  <a:srgbClr val="C6CAC6"/>
                </a:solidFill>
                <a:effectLst/>
                <a:uLnTx/>
                <a:uFillTx/>
                <a:latin typeface="Trebuchet MS" panose="020B0703020202090204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800" b="0" i="0" u="none" strike="noStrike" kern="1200" cap="none" spc="0" normalizeH="0" baseline="0" noProof="0" dirty="0">
              <a:ln>
                <a:noFill/>
              </a:ln>
              <a:solidFill>
                <a:srgbClr val="C6CAC6"/>
              </a:solidFill>
              <a:effectLst/>
              <a:uLnTx/>
              <a:uFillTx/>
              <a:latin typeface="Trebuchet MS" panose="020B070302020209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361692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A4A846-A6BD-FD7F-D6AA-B9CEB47DC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EEA49656-895C-ED1D-8942-BEC4ED48C9F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8" imgH="499" progId="TCLayout.ActiveDocument.1">
                  <p:embed/>
                </p:oleObj>
              </mc:Choice>
              <mc:Fallback>
                <p:oleObj name="think-cell Slide" r:id="rId4" imgW="498" imgH="499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EEA49656-895C-ED1D-8942-BEC4ED48C9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FE00ECBE-3E58-08C0-E6E4-5E3140F7EF8C}"/>
              </a:ext>
            </a:extLst>
          </p:cNvPr>
          <p:cNvSpPr txBox="1"/>
          <p:nvPr/>
        </p:nvSpPr>
        <p:spPr>
          <a:xfrm>
            <a:off x="12858" y="1831"/>
            <a:ext cx="3089571" cy="369332"/>
          </a:xfrm>
          <a:prstGeom prst="rect">
            <a:avLst/>
          </a:prstGeom>
          <a:solidFill>
            <a:srgbClr val="00B050"/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Trodelvy Account Sales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9BC72F29-FCFE-F756-0AFB-5968256DD1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9492235"/>
              </p:ext>
            </p:extLst>
          </p:nvPr>
        </p:nvGraphicFramePr>
        <p:xfrm>
          <a:off x="163411" y="1440847"/>
          <a:ext cx="6141183" cy="4959951"/>
        </p:xfrm>
        <a:graphic>
          <a:graphicData uri="http://schemas.openxmlformats.org/drawingml/2006/table">
            <a:tbl>
              <a:tblPr/>
              <a:tblGrid>
                <a:gridCol w="1978007">
                  <a:extLst>
                    <a:ext uri="{9D8B030D-6E8A-4147-A177-3AD203B41FA5}">
                      <a16:colId xmlns:a16="http://schemas.microsoft.com/office/drawing/2014/main" val="3203114971"/>
                    </a:ext>
                  </a:extLst>
                </a:gridCol>
                <a:gridCol w="1363223">
                  <a:extLst>
                    <a:ext uri="{9D8B030D-6E8A-4147-A177-3AD203B41FA5}">
                      <a16:colId xmlns:a16="http://schemas.microsoft.com/office/drawing/2014/main" val="3372610537"/>
                    </a:ext>
                  </a:extLst>
                </a:gridCol>
                <a:gridCol w="1363223">
                  <a:extLst>
                    <a:ext uri="{9D8B030D-6E8A-4147-A177-3AD203B41FA5}">
                      <a16:colId xmlns:a16="http://schemas.microsoft.com/office/drawing/2014/main" val="2285010603"/>
                    </a:ext>
                  </a:extLst>
                </a:gridCol>
                <a:gridCol w="1436730">
                  <a:extLst>
                    <a:ext uri="{9D8B030D-6E8A-4147-A177-3AD203B41FA5}">
                      <a16:colId xmlns:a16="http://schemas.microsoft.com/office/drawing/2014/main" val="2293561522"/>
                    </a:ext>
                  </a:extLst>
                </a:gridCol>
              </a:tblGrid>
              <a:tr h="382591">
                <a:tc>
                  <a:txBody>
                    <a:bodyPr/>
                    <a:lstStyle/>
                    <a:p>
                      <a:pPr marL="185738" indent="0" algn="l" defTabSz="914400" rtl="0" eaLnBrk="1" fontAlgn="ctr" latinLnBrk="0" hangingPunct="1">
                        <a:lnSpc>
                          <a:spcPct val="100000"/>
                        </a:lnSpc>
                        <a:tabLst/>
                      </a:pPr>
                      <a:r>
                        <a:rPr lang="en-US" sz="10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Top 10 Parent Accounts</a:t>
                      </a:r>
                    </a:p>
                    <a:p>
                      <a:pPr marL="185738" indent="0" algn="l" defTabSz="914400" rtl="0" eaLnBrk="1" fontAlgn="ctr" latinLnBrk="0" hangingPunct="1">
                        <a:lnSpc>
                          <a:spcPct val="100000"/>
                        </a:lnSpc>
                        <a:tabLst/>
                      </a:pPr>
                      <a:r>
                        <a:rPr lang="en-US" sz="10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(Academic)</a:t>
                      </a:r>
                    </a:p>
                  </a:txBody>
                  <a:tcPr marL="4097" marR="4097" marT="409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0366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Trebuchet MS Regular"/>
                        </a:rPr>
                        <a:t>R13W weekly avg (</a:t>
                      </a:r>
                      <a:r>
                        <a:rPr lang="en-US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Trebuchet MS Regular"/>
                        </a:rPr>
                        <a:t>w.e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Trebuchet MS Regular"/>
                        </a:rPr>
                        <a:t>. 12/22)</a:t>
                      </a:r>
                    </a:p>
                  </a:txBody>
                  <a:tcPr marL="4097" marR="4097" marT="409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66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Trebuchet MS Regular"/>
                        </a:rPr>
                        <a:t>Q1’24 TD weekly avg ending 3/29</a:t>
                      </a:r>
                    </a:p>
                  </a:txBody>
                  <a:tcPr marL="4097" marR="4097" marT="409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66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Trebuchet MS Regular"/>
                        </a:rPr>
                        <a:t>R13W Sales Growth</a:t>
                      </a:r>
                    </a:p>
                  </a:txBody>
                  <a:tcPr marL="4097" marR="4097" marT="409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6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9128591"/>
                  </a:ext>
                </a:extLst>
              </a:tr>
              <a:tr h="398531">
                <a:tc>
                  <a:txBody>
                    <a:bodyPr/>
                    <a:lstStyle/>
                    <a:p>
                      <a:pPr marL="185738" indent="0" algn="l" defTabSz="914400" rtl="0" eaLnBrk="1" fontAlgn="ctr" latinLnBrk="0" hangingPunct="1">
                        <a:lnSpc>
                          <a:spcPct val="100000"/>
                        </a:lnSpc>
                        <a:tabLst/>
                      </a:pPr>
                      <a:r>
                        <a:rPr lang="en-US" sz="10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In R12M</a:t>
                      </a:r>
                    </a:p>
                  </a:txBody>
                  <a:tcPr marL="4097" marR="4097" marT="409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66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0578977"/>
                  </a:ext>
                </a:extLst>
              </a:tr>
              <a:tr h="414471">
                <a:tc>
                  <a:txBody>
                    <a:bodyPr/>
                    <a:lstStyle/>
                    <a:p>
                      <a:pPr marL="185738" indent="0" algn="l" defTabSz="914400" rtl="0" eaLnBrk="1" fontAlgn="ctr" latinLnBrk="0" hangingPunct="1">
                        <a:lnSpc>
                          <a:spcPct val="100000"/>
                        </a:lnSpc>
                        <a:tabLst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NEW YORK PRESBYTERIAN HEALTHCARE SYSTEM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65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30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-54%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4516587"/>
                  </a:ext>
                </a:extLst>
              </a:tr>
              <a:tr h="562019">
                <a:tc>
                  <a:txBody>
                    <a:bodyPr/>
                    <a:lstStyle/>
                    <a:p>
                      <a:pPr marL="185738" indent="0" algn="l" defTabSz="914400" rtl="0" eaLnBrk="1" fontAlgn="ctr" latinLnBrk="0" hangingPunct="1">
                        <a:lnSpc>
                          <a:spcPct val="100000"/>
                        </a:lnSpc>
                        <a:tabLst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NEW YORK UNIVERSITY LANGONE HEALTH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47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25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-47%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7839077"/>
                  </a:ext>
                </a:extLst>
              </a:tr>
              <a:tr h="400544">
                <a:tc>
                  <a:txBody>
                    <a:bodyPr/>
                    <a:lstStyle/>
                    <a:p>
                      <a:pPr marL="185738" indent="0" algn="l" defTabSz="914400" rtl="0" eaLnBrk="1" fontAlgn="ctr" latinLnBrk="0" hangingPunct="1">
                        <a:lnSpc>
                          <a:spcPct val="100000"/>
                        </a:lnSpc>
                        <a:tabLst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MEMORIAL SLOAN KETTERING CANCER CENTER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185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168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-9%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8820942"/>
                  </a:ext>
                </a:extLst>
              </a:tr>
              <a:tr h="400544">
                <a:tc>
                  <a:txBody>
                    <a:bodyPr/>
                    <a:lstStyle/>
                    <a:p>
                      <a:pPr marL="185738" indent="0" algn="l" defTabSz="914400" rtl="0" eaLnBrk="1" fontAlgn="ctr" latinLnBrk="0" hangingPunct="1">
                        <a:lnSpc>
                          <a:spcPct val="100000"/>
                        </a:lnSpc>
                        <a:tabLst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OCHSNER HEALTH SYSTEM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39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25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-35%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0561777"/>
                  </a:ext>
                </a:extLst>
              </a:tr>
              <a:tr h="400544">
                <a:tc>
                  <a:txBody>
                    <a:bodyPr/>
                    <a:lstStyle/>
                    <a:p>
                      <a:pPr marL="185738" indent="0" algn="l" defTabSz="914400" rtl="0" eaLnBrk="1" fontAlgn="ctr" latinLnBrk="0" hangingPunct="1">
                        <a:lnSpc>
                          <a:spcPct val="100000"/>
                        </a:lnSpc>
                        <a:tabLst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NORTHSHORE UNIVERSITY HEALTHSYSTEM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31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20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-35%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4324395"/>
                  </a:ext>
                </a:extLst>
              </a:tr>
              <a:tr h="400544">
                <a:tc>
                  <a:txBody>
                    <a:bodyPr/>
                    <a:lstStyle/>
                    <a:p>
                      <a:pPr marL="185738" indent="0" algn="l" defTabSz="914400" rtl="0" eaLnBrk="1" fontAlgn="ctr" latinLnBrk="0" hangingPunct="1">
                        <a:lnSpc>
                          <a:spcPct val="100000"/>
                        </a:lnSpc>
                        <a:tabLst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TUFTS MEDICAL CENTER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11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-96%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8784754"/>
                  </a:ext>
                </a:extLst>
              </a:tr>
              <a:tr h="398531">
                <a:tc>
                  <a:txBody>
                    <a:bodyPr/>
                    <a:lstStyle/>
                    <a:p>
                      <a:pPr marL="185738" indent="0" algn="l" defTabSz="914400" rtl="0" eaLnBrk="1" fontAlgn="ctr" latinLnBrk="0" hangingPunct="1">
                        <a:lnSpc>
                          <a:spcPct val="100000"/>
                        </a:lnSpc>
                        <a:tabLst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COMMONSPIRIT HEALTH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54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45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-17%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760155"/>
                  </a:ext>
                </a:extLst>
              </a:tr>
              <a:tr h="400544">
                <a:tc>
                  <a:txBody>
                    <a:bodyPr/>
                    <a:lstStyle/>
                    <a:p>
                      <a:pPr marL="185738" indent="0" algn="l" defTabSz="914400" rtl="0" eaLnBrk="1" fontAlgn="ctr" latinLnBrk="0" hangingPunct="1">
                        <a:lnSpc>
                          <a:spcPct val="100000"/>
                        </a:lnSpc>
                        <a:tabLst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ORLANDO HEALTH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37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29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-21%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2008487"/>
                  </a:ext>
                </a:extLst>
              </a:tr>
              <a:tr h="400544">
                <a:tc>
                  <a:txBody>
                    <a:bodyPr/>
                    <a:lstStyle/>
                    <a:p>
                      <a:pPr marL="185738" indent="0" algn="l" defTabSz="914400" rtl="0" eaLnBrk="1" fontAlgn="ctr" latinLnBrk="0" hangingPunct="1">
                        <a:lnSpc>
                          <a:spcPct val="100000"/>
                        </a:lnSpc>
                        <a:tabLst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UW MEDICINE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62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54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-12%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9585196"/>
                  </a:ext>
                </a:extLst>
              </a:tr>
              <a:tr h="400544">
                <a:tc>
                  <a:txBody>
                    <a:bodyPr/>
                    <a:lstStyle/>
                    <a:p>
                      <a:pPr marL="185738" indent="0" algn="l" defTabSz="914400" rtl="0" eaLnBrk="1" fontAlgn="ctr" latinLnBrk="0" hangingPunct="1">
                        <a:lnSpc>
                          <a:spcPct val="100000"/>
                        </a:lnSpc>
                        <a:tabLst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UNIVERSITY OF ROCHESTER MEDICAL CENTER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17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10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-43%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375321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49C09052-29F1-192B-814A-140AAA8F2819}"/>
              </a:ext>
            </a:extLst>
          </p:cNvPr>
          <p:cNvSpPr/>
          <p:nvPr/>
        </p:nvSpPr>
        <p:spPr>
          <a:xfrm>
            <a:off x="10626291" y="9788"/>
            <a:ext cx="1565709" cy="18697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What: Demand Vials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92CF323-B963-2982-49C3-97577814AB77}"/>
              </a:ext>
            </a:extLst>
          </p:cNvPr>
          <p:cNvSpPr/>
          <p:nvPr/>
        </p:nvSpPr>
        <p:spPr>
          <a:xfrm>
            <a:off x="10437088" y="12405"/>
            <a:ext cx="153122" cy="168434"/>
          </a:xfrm>
          <a:prstGeom prst="ellipse">
            <a:avLst/>
          </a:prstGeom>
          <a:solidFill>
            <a:schemeClr val="bg1"/>
          </a:solidFill>
          <a:ln w="9525">
            <a:solidFill>
              <a:srgbClr val="688C3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688C38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1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8EB92B7-F2EA-E324-4227-5B21B8D98B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5013227"/>
              </p:ext>
            </p:extLst>
          </p:nvPr>
        </p:nvGraphicFramePr>
        <p:xfrm>
          <a:off x="6498454" y="1464140"/>
          <a:ext cx="5601810" cy="4936654"/>
        </p:xfrm>
        <a:graphic>
          <a:graphicData uri="http://schemas.openxmlformats.org/drawingml/2006/table">
            <a:tbl>
              <a:tblPr/>
              <a:tblGrid>
                <a:gridCol w="1804281">
                  <a:extLst>
                    <a:ext uri="{9D8B030D-6E8A-4147-A177-3AD203B41FA5}">
                      <a16:colId xmlns:a16="http://schemas.microsoft.com/office/drawing/2014/main" val="3203114971"/>
                    </a:ext>
                  </a:extLst>
                </a:gridCol>
                <a:gridCol w="1243492">
                  <a:extLst>
                    <a:ext uri="{9D8B030D-6E8A-4147-A177-3AD203B41FA5}">
                      <a16:colId xmlns:a16="http://schemas.microsoft.com/office/drawing/2014/main" val="3372610537"/>
                    </a:ext>
                  </a:extLst>
                </a:gridCol>
                <a:gridCol w="1243492">
                  <a:extLst>
                    <a:ext uri="{9D8B030D-6E8A-4147-A177-3AD203B41FA5}">
                      <a16:colId xmlns:a16="http://schemas.microsoft.com/office/drawing/2014/main" val="2285010603"/>
                    </a:ext>
                  </a:extLst>
                </a:gridCol>
                <a:gridCol w="1310545">
                  <a:extLst>
                    <a:ext uri="{9D8B030D-6E8A-4147-A177-3AD203B41FA5}">
                      <a16:colId xmlns:a16="http://schemas.microsoft.com/office/drawing/2014/main" val="2293561522"/>
                    </a:ext>
                  </a:extLst>
                </a:gridCol>
              </a:tblGrid>
              <a:tr h="416728">
                <a:tc>
                  <a:txBody>
                    <a:bodyPr/>
                    <a:lstStyle/>
                    <a:p>
                      <a:pPr marL="185738" indent="0" algn="l" defTabSz="914400" rtl="0" eaLnBrk="1" fontAlgn="ctr" latinLnBrk="0" hangingPunct="1">
                        <a:lnSpc>
                          <a:spcPct val="100000"/>
                        </a:lnSpc>
                        <a:tabLst/>
                      </a:pPr>
                      <a:r>
                        <a:rPr lang="en-US" sz="10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Top 10 Parent Accounts</a:t>
                      </a:r>
                    </a:p>
                    <a:p>
                      <a:pPr marL="185738" indent="0" algn="l" defTabSz="914400" rtl="0" eaLnBrk="1" fontAlgn="ctr" latinLnBrk="0" hangingPunct="1">
                        <a:lnSpc>
                          <a:spcPct val="100000"/>
                        </a:lnSpc>
                        <a:tabLst/>
                      </a:pPr>
                      <a:r>
                        <a:rPr lang="en-US" sz="10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(Community)</a:t>
                      </a:r>
                    </a:p>
                  </a:txBody>
                  <a:tcPr marL="4097" marR="4097" marT="409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0366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Trebuchet MS Regular"/>
                        </a:rPr>
                        <a:t>R13W weekly avg (</a:t>
                      </a:r>
                      <a:r>
                        <a:rPr lang="en-US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Trebuchet MS Regular"/>
                        </a:rPr>
                        <a:t>w.e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Trebuchet MS Regular"/>
                        </a:rPr>
                        <a:t>. 12/22)</a:t>
                      </a:r>
                    </a:p>
                  </a:txBody>
                  <a:tcPr marL="4097" marR="4097" marT="409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66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Trebuchet MS Regular"/>
                        </a:rPr>
                        <a:t>Q1’24 TD weekly avg ending 3/29</a:t>
                      </a:r>
                    </a:p>
                  </a:txBody>
                  <a:tcPr marL="4097" marR="4097" marT="409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66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Trebuchet MS Regular"/>
                        </a:rPr>
                        <a:t>R13W Sales Growth</a:t>
                      </a:r>
                    </a:p>
                  </a:txBody>
                  <a:tcPr marL="4097" marR="4097" marT="409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6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9128591"/>
                  </a:ext>
                </a:extLst>
              </a:tr>
              <a:tr h="352646">
                <a:tc>
                  <a:txBody>
                    <a:bodyPr/>
                    <a:lstStyle/>
                    <a:p>
                      <a:pPr marL="185738" indent="0" algn="l" defTabSz="914400" rtl="0" eaLnBrk="1" fontAlgn="ctr" latinLnBrk="0" hangingPunct="1">
                        <a:lnSpc>
                          <a:spcPct val="100000"/>
                        </a:lnSpc>
                        <a:tabLst/>
                      </a:pPr>
                      <a:r>
                        <a:rPr lang="en-US" sz="10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In R12M</a:t>
                      </a:r>
                    </a:p>
                  </a:txBody>
                  <a:tcPr marL="4097" marR="4097" marT="409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66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0578977"/>
                  </a:ext>
                </a:extLst>
              </a:tr>
              <a:tr h="416728">
                <a:tc>
                  <a:txBody>
                    <a:bodyPr/>
                    <a:lstStyle/>
                    <a:p>
                      <a:pPr marL="185738" indent="0" algn="l" defTabSz="914400" rtl="0" eaLnBrk="1" fontAlgn="ctr" latinLnBrk="0" hangingPunct="1">
                        <a:lnSpc>
                          <a:spcPct val="100000"/>
                        </a:lnSpc>
                        <a:tabLst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TEXAS ONCOLOGY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285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96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-66%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4516587"/>
                  </a:ext>
                </a:extLst>
              </a:tr>
              <a:tr h="416728">
                <a:tc>
                  <a:txBody>
                    <a:bodyPr/>
                    <a:lstStyle/>
                    <a:p>
                      <a:pPr marL="185738" indent="0" algn="l" defTabSz="914400" rtl="0" eaLnBrk="1" fontAlgn="ctr" latinLnBrk="0" hangingPunct="1">
                        <a:lnSpc>
                          <a:spcPct val="100000"/>
                        </a:lnSpc>
                        <a:tabLst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ROCKY MOUNTAIN CANCER CENTERS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64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42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-35%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7839077"/>
                  </a:ext>
                </a:extLst>
              </a:tr>
              <a:tr h="416728">
                <a:tc>
                  <a:txBody>
                    <a:bodyPr/>
                    <a:lstStyle/>
                    <a:p>
                      <a:pPr marL="185738" indent="0" algn="l" defTabSz="914400" rtl="0" eaLnBrk="1" fontAlgn="ctr" latinLnBrk="0" hangingPunct="1">
                        <a:lnSpc>
                          <a:spcPct val="100000"/>
                        </a:lnSpc>
                        <a:tabLst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ONCOLOGY CONSULTANTS, PA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37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23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-39%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8820942"/>
                  </a:ext>
                </a:extLst>
              </a:tr>
              <a:tr h="416728">
                <a:tc>
                  <a:txBody>
                    <a:bodyPr/>
                    <a:lstStyle/>
                    <a:p>
                      <a:pPr marL="185738" indent="0" algn="l" defTabSz="914400" rtl="0" eaLnBrk="1" fontAlgn="ctr" latinLnBrk="0" hangingPunct="1">
                        <a:lnSpc>
                          <a:spcPct val="100000"/>
                        </a:lnSpc>
                        <a:tabLst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IRONWOOD CANCER AND RESEARCH CENTERS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38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27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-28%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0561777"/>
                  </a:ext>
                </a:extLst>
              </a:tr>
              <a:tr h="416728">
                <a:tc>
                  <a:txBody>
                    <a:bodyPr/>
                    <a:lstStyle/>
                    <a:p>
                      <a:pPr marL="185738" indent="0" algn="l" defTabSz="914400" rtl="0" eaLnBrk="1" fontAlgn="ctr" latinLnBrk="0" hangingPunct="1">
                        <a:lnSpc>
                          <a:spcPct val="100000"/>
                        </a:lnSpc>
                        <a:tabLst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SOUTHEASTERN MEDICAL ONCOLOGY CENTER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16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-63%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4324395"/>
                  </a:ext>
                </a:extLst>
              </a:tr>
              <a:tr h="416728">
                <a:tc>
                  <a:txBody>
                    <a:bodyPr/>
                    <a:lstStyle/>
                    <a:p>
                      <a:pPr marL="185738" indent="0" algn="l" defTabSz="914400" rtl="0" eaLnBrk="1" fontAlgn="ctr" latinLnBrk="0" hangingPunct="1">
                        <a:lnSpc>
                          <a:spcPct val="100000"/>
                        </a:lnSpc>
                        <a:tabLst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NORTHWEST MEDICAL SPECIALTIES, PLLC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14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-65%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8784754"/>
                  </a:ext>
                </a:extLst>
              </a:tr>
              <a:tr h="416728">
                <a:tc>
                  <a:txBody>
                    <a:bodyPr/>
                    <a:lstStyle/>
                    <a:p>
                      <a:pPr marL="185738" indent="0" algn="l" defTabSz="914400" rtl="0" eaLnBrk="1" fontAlgn="ctr" latinLnBrk="0" hangingPunct="1">
                        <a:lnSpc>
                          <a:spcPct val="100000"/>
                        </a:lnSpc>
                        <a:tabLst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VIRGINIA ONCOLOGY ASSOC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34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25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-26%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760155"/>
                  </a:ext>
                </a:extLst>
              </a:tr>
              <a:tr h="416728">
                <a:tc>
                  <a:txBody>
                    <a:bodyPr/>
                    <a:lstStyle/>
                    <a:p>
                      <a:pPr marL="185738" indent="0" algn="l" defTabSz="914400" rtl="0" eaLnBrk="1" fontAlgn="ctr" latinLnBrk="0" hangingPunct="1">
                        <a:lnSpc>
                          <a:spcPct val="100000"/>
                        </a:lnSpc>
                        <a:tabLst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DUPAGE MEDICAL GROUP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-2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-122%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2008487"/>
                  </a:ext>
                </a:extLst>
              </a:tr>
              <a:tr h="416728">
                <a:tc>
                  <a:txBody>
                    <a:bodyPr/>
                    <a:lstStyle/>
                    <a:p>
                      <a:pPr marL="185738" indent="0" algn="l" defTabSz="914400" rtl="0" eaLnBrk="1" fontAlgn="ctr" latinLnBrk="0" hangingPunct="1">
                        <a:lnSpc>
                          <a:spcPct val="100000"/>
                        </a:lnSpc>
                        <a:tabLst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UNITEDHEALTH GROUP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28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20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-30%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9585196"/>
                  </a:ext>
                </a:extLst>
              </a:tr>
              <a:tr h="416728">
                <a:tc>
                  <a:txBody>
                    <a:bodyPr/>
                    <a:lstStyle/>
                    <a:p>
                      <a:pPr marL="185738" indent="0" algn="l" defTabSz="914400" rtl="0" eaLnBrk="1" fontAlgn="ctr" latinLnBrk="0" hangingPunct="1">
                        <a:lnSpc>
                          <a:spcPct val="100000"/>
                        </a:lnSpc>
                        <a:tabLst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COLUMBUS ONCOLOGY AND HEMATOLOGY ASSOC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17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-48%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37532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57C121C-2B89-DD74-7F6C-E6711B824652}"/>
              </a:ext>
            </a:extLst>
          </p:cNvPr>
          <p:cNvSpPr txBox="1"/>
          <p:nvPr/>
        </p:nvSpPr>
        <p:spPr>
          <a:xfrm>
            <a:off x="1713073" y="974365"/>
            <a:ext cx="2778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54565B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Academic Accounts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B3C328-C24C-9AAC-D18A-B9354EB17DC6}"/>
              </a:ext>
            </a:extLst>
          </p:cNvPr>
          <p:cNvSpPr txBox="1"/>
          <p:nvPr/>
        </p:nvSpPr>
        <p:spPr>
          <a:xfrm>
            <a:off x="7734938" y="929094"/>
            <a:ext cx="2778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54565B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Community Accounts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4BB2847B-6466-0F43-354F-B04ADF53C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412" y="265519"/>
            <a:ext cx="10502778" cy="663575"/>
          </a:xfrm>
        </p:spPr>
        <p:txBody>
          <a:bodyPr vert="horz"/>
          <a:lstStyle/>
          <a:p>
            <a:pPr>
              <a:lnSpc>
                <a:spcPct val="100000"/>
              </a:lnSpc>
            </a:pPr>
            <a:r>
              <a:rPr lang="en-US" sz="2400" dirty="0">
                <a:latin typeface="Trebuchet MS"/>
              </a:rPr>
              <a:t>[… Add Takeaway]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A16DA50-121E-F219-C3B1-AB799AA2E1FF}"/>
              </a:ext>
            </a:extLst>
          </p:cNvPr>
          <p:cNvSpPr txBox="1"/>
          <p:nvPr/>
        </p:nvSpPr>
        <p:spPr>
          <a:xfrm>
            <a:off x="211015" y="6457890"/>
            <a:ext cx="11769970" cy="2154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n-US" sz="800" i="1" dirty="0">
                <a:solidFill>
                  <a:srgbClr val="54565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Source: 867 data</a:t>
            </a:r>
          </a:p>
        </p:txBody>
      </p:sp>
      <p:sp>
        <p:nvSpPr>
          <p:cNvPr id="16" name="Slide Number Placeholder 3">
            <a:extLst>
              <a:ext uri="{FF2B5EF4-FFF2-40B4-BE49-F238E27FC236}">
                <a16:creationId xmlns:a16="http://schemas.microsoft.com/office/drawing/2014/main" id="{CAA37B8F-9B56-F084-9562-58C12F9231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45073" y="6520644"/>
            <a:ext cx="315764" cy="16151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1F581F51-E9B4-480E-BE98-87EF91CB5008}" type="slidenum">
              <a:rPr kumimoji="0" lang="en-US" altLang="en-US" sz="800" b="0" i="0" u="none" strike="noStrike" kern="1200" cap="none" spc="0" normalizeH="0" baseline="0" noProof="0">
                <a:ln>
                  <a:noFill/>
                </a:ln>
                <a:solidFill>
                  <a:srgbClr val="C6CAC6"/>
                </a:solidFill>
                <a:effectLst/>
                <a:uLnTx/>
                <a:uFillTx/>
                <a:latin typeface="Trebuchet MS" panose="020B0703020202090204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800" b="0" i="0" u="none" strike="noStrike" kern="1200" cap="none" spc="0" normalizeH="0" baseline="0" noProof="0" dirty="0">
              <a:ln>
                <a:noFill/>
              </a:ln>
              <a:solidFill>
                <a:srgbClr val="C6CAC6"/>
              </a:solidFill>
              <a:effectLst/>
              <a:uLnTx/>
              <a:uFillTx/>
              <a:latin typeface="Trebuchet MS" panose="020B070302020209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19344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A4A846-A6BD-FD7F-D6AA-B9CEB47DC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EEA49656-895C-ED1D-8942-BEC4ED48C9F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8" imgH="499" progId="TCLayout.ActiveDocument.1">
                  <p:embed/>
                </p:oleObj>
              </mc:Choice>
              <mc:Fallback>
                <p:oleObj name="think-cell Slide" r:id="rId4" imgW="498" imgH="499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EEA49656-895C-ED1D-8942-BEC4ED48C9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1F8FC8E4-770F-E4D7-E2CF-817BEE584D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45073" y="6520644"/>
            <a:ext cx="315764" cy="16151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1F581F51-E9B4-480E-BE98-87EF91CB5008}" type="slidenum">
              <a:rPr kumimoji="0" lang="en-US" altLang="en-US" sz="800" b="0" i="0" u="none" strike="noStrike" kern="1200" cap="none" spc="0" normalizeH="0" baseline="0" noProof="0">
                <a:ln>
                  <a:noFill/>
                </a:ln>
                <a:solidFill>
                  <a:srgbClr val="C6CAC6"/>
                </a:solidFill>
                <a:effectLst/>
                <a:uLnTx/>
                <a:uFillTx/>
                <a:latin typeface="Trebuchet MS" panose="020B0703020202090204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en-US" sz="800" b="0" i="0" u="none" strike="noStrike" kern="1200" cap="none" spc="0" normalizeH="0" baseline="0" noProof="0" dirty="0">
              <a:ln>
                <a:noFill/>
              </a:ln>
              <a:solidFill>
                <a:srgbClr val="C6CAC6"/>
              </a:solidFill>
              <a:effectLst/>
              <a:uLnTx/>
              <a:uFillTx/>
              <a:latin typeface="Trebuchet MS" panose="020B0703020202090204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00ECBE-3E58-08C0-E6E4-5E3140F7EF8C}"/>
              </a:ext>
            </a:extLst>
          </p:cNvPr>
          <p:cNvSpPr txBox="1"/>
          <p:nvPr/>
        </p:nvSpPr>
        <p:spPr>
          <a:xfrm>
            <a:off x="12858" y="1831"/>
            <a:ext cx="3089571" cy="369332"/>
          </a:xfrm>
          <a:prstGeom prst="rect">
            <a:avLst/>
          </a:prstGeom>
          <a:solidFill>
            <a:srgbClr val="00B050"/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Trodelvy Account Sales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9BC72F29-FCFE-F756-0AFB-5968256DD1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8912554"/>
              </p:ext>
            </p:extLst>
          </p:nvPr>
        </p:nvGraphicFramePr>
        <p:xfrm>
          <a:off x="231112" y="1592669"/>
          <a:ext cx="11826910" cy="4633732"/>
        </p:xfrm>
        <a:graphic>
          <a:graphicData uri="http://schemas.openxmlformats.org/drawingml/2006/table">
            <a:tbl>
              <a:tblPr/>
              <a:tblGrid>
                <a:gridCol w="3809318">
                  <a:extLst>
                    <a:ext uri="{9D8B030D-6E8A-4147-A177-3AD203B41FA5}">
                      <a16:colId xmlns:a16="http://schemas.microsoft.com/office/drawing/2014/main" val="3203114971"/>
                    </a:ext>
                  </a:extLst>
                </a:gridCol>
                <a:gridCol w="2625343">
                  <a:extLst>
                    <a:ext uri="{9D8B030D-6E8A-4147-A177-3AD203B41FA5}">
                      <a16:colId xmlns:a16="http://schemas.microsoft.com/office/drawing/2014/main" val="3372610537"/>
                    </a:ext>
                  </a:extLst>
                </a:gridCol>
                <a:gridCol w="2625343">
                  <a:extLst>
                    <a:ext uri="{9D8B030D-6E8A-4147-A177-3AD203B41FA5}">
                      <a16:colId xmlns:a16="http://schemas.microsoft.com/office/drawing/2014/main" val="2285010603"/>
                    </a:ext>
                  </a:extLst>
                </a:gridCol>
                <a:gridCol w="2766906">
                  <a:extLst>
                    <a:ext uri="{9D8B030D-6E8A-4147-A177-3AD203B41FA5}">
                      <a16:colId xmlns:a16="http://schemas.microsoft.com/office/drawing/2014/main" val="2293561522"/>
                    </a:ext>
                  </a:extLst>
                </a:gridCol>
              </a:tblGrid>
              <a:tr h="400394">
                <a:tc>
                  <a:txBody>
                    <a:bodyPr/>
                    <a:lstStyle/>
                    <a:p>
                      <a:pPr marL="185738" indent="0" algn="l" defTabSz="914400" rtl="0" eaLnBrk="1" fontAlgn="ctr" latinLnBrk="0" hangingPunct="1">
                        <a:lnSpc>
                          <a:spcPct val="100000"/>
                        </a:lnSpc>
                        <a:tabLst/>
                      </a:pPr>
                      <a:r>
                        <a:rPr lang="en-US" sz="10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Top 10 Parent Accounts</a:t>
                      </a:r>
                    </a:p>
                    <a:p>
                      <a:pPr marL="185738" indent="0" algn="l" defTabSz="914400" rtl="0" eaLnBrk="1" fontAlgn="ctr" latinLnBrk="0" hangingPunct="1">
                        <a:lnSpc>
                          <a:spcPct val="100000"/>
                        </a:lnSpc>
                        <a:tabLst/>
                      </a:pPr>
                      <a:r>
                        <a:rPr lang="en-US" sz="10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(IDN/Hospital)</a:t>
                      </a:r>
                    </a:p>
                  </a:txBody>
                  <a:tcPr marL="4097" marR="4097" marT="409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0366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Trebuchet MS Regular"/>
                        </a:rPr>
                        <a:t>R13W weekly avg (</a:t>
                      </a:r>
                      <a:r>
                        <a:rPr lang="en-US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Trebuchet MS Regular"/>
                        </a:rPr>
                        <a:t>w.e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Trebuchet MS Regular"/>
                        </a:rPr>
                        <a:t>. 12/22)</a:t>
                      </a:r>
                    </a:p>
                  </a:txBody>
                  <a:tcPr marL="4097" marR="4097" marT="409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66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Trebuchet MS Regular"/>
                        </a:rPr>
                        <a:t>Q1’24 TD weekly avg ending 3/29</a:t>
                      </a:r>
                    </a:p>
                  </a:txBody>
                  <a:tcPr marL="4097" marR="4097" marT="409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66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Trebuchet MS Regular"/>
                        </a:rPr>
                        <a:t>R13W Sales Growth</a:t>
                      </a:r>
                    </a:p>
                  </a:txBody>
                  <a:tcPr marL="4097" marR="4097" marT="409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6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9128591"/>
                  </a:ext>
                </a:extLst>
              </a:tr>
              <a:tr h="368579">
                <a:tc>
                  <a:txBody>
                    <a:bodyPr/>
                    <a:lstStyle/>
                    <a:p>
                      <a:pPr marL="185738" indent="0" algn="l" defTabSz="914400" rtl="0" eaLnBrk="1" fontAlgn="ctr" latinLnBrk="0" hangingPunct="1">
                        <a:lnSpc>
                          <a:spcPct val="100000"/>
                        </a:lnSpc>
                        <a:tabLst/>
                      </a:pPr>
                      <a:r>
                        <a:rPr lang="en-US" sz="10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In R12M</a:t>
                      </a:r>
                    </a:p>
                  </a:txBody>
                  <a:tcPr marL="4097" marR="4097" marT="409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66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0578977"/>
                  </a:ext>
                </a:extLst>
              </a:tr>
              <a:tr h="383321">
                <a:tc>
                  <a:txBody>
                    <a:bodyPr/>
                    <a:lstStyle/>
                    <a:p>
                      <a:pPr marL="185738" indent="0" algn="l" defTabSz="914400" rtl="0" eaLnBrk="1" fontAlgn="ctr" latinLnBrk="0" hangingPunct="1">
                        <a:lnSpc>
                          <a:spcPct val="100000"/>
                        </a:lnSpc>
                        <a:tabLst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SSM HEALTH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39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27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-32%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4516587"/>
                  </a:ext>
                </a:extLst>
              </a:tr>
              <a:tr h="519779">
                <a:tc>
                  <a:txBody>
                    <a:bodyPr/>
                    <a:lstStyle/>
                    <a:p>
                      <a:pPr marL="185738" indent="0" algn="l" defTabSz="914400" rtl="0" eaLnBrk="1" fontAlgn="ctr" latinLnBrk="0" hangingPunct="1">
                        <a:lnSpc>
                          <a:spcPct val="100000"/>
                        </a:lnSpc>
                        <a:tabLst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ASCENSION HEALTH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74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61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-17%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7839077"/>
                  </a:ext>
                </a:extLst>
              </a:tr>
              <a:tr h="370440">
                <a:tc>
                  <a:txBody>
                    <a:bodyPr/>
                    <a:lstStyle/>
                    <a:p>
                      <a:pPr marL="185738" indent="0" algn="l" defTabSz="914400" rtl="0" eaLnBrk="1" fontAlgn="ctr" latinLnBrk="0" hangingPunct="1">
                        <a:lnSpc>
                          <a:spcPct val="100000"/>
                        </a:lnSpc>
                        <a:tabLst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RUSH SYSTEM FOR HEALTH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25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15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-41%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8820942"/>
                  </a:ext>
                </a:extLst>
              </a:tr>
              <a:tr h="370440">
                <a:tc>
                  <a:txBody>
                    <a:bodyPr/>
                    <a:lstStyle/>
                    <a:p>
                      <a:pPr marL="185738" indent="0" algn="l" defTabSz="914400" rtl="0" eaLnBrk="1" fontAlgn="ctr" latinLnBrk="0" hangingPunct="1">
                        <a:lnSpc>
                          <a:spcPct val="100000"/>
                        </a:lnSpc>
                        <a:tabLst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ADVENTIST HEALTH SYSTEM WEST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16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-37%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0561777"/>
                  </a:ext>
                </a:extLst>
              </a:tr>
              <a:tr h="370440">
                <a:tc>
                  <a:txBody>
                    <a:bodyPr/>
                    <a:lstStyle/>
                    <a:p>
                      <a:pPr marL="185738" indent="0" algn="l" defTabSz="914400" rtl="0" eaLnBrk="1" fontAlgn="ctr" latinLnBrk="0" hangingPunct="1">
                        <a:lnSpc>
                          <a:spcPct val="100000"/>
                        </a:lnSpc>
                        <a:tabLst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SPECTRUM HEALTH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17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-56%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4324395"/>
                  </a:ext>
                </a:extLst>
              </a:tr>
              <a:tr h="370440">
                <a:tc>
                  <a:txBody>
                    <a:bodyPr/>
                    <a:lstStyle/>
                    <a:p>
                      <a:pPr marL="185738" indent="0" algn="l" defTabSz="914400" rtl="0" eaLnBrk="1" fontAlgn="ctr" latinLnBrk="0" hangingPunct="1">
                        <a:lnSpc>
                          <a:spcPct val="100000"/>
                        </a:lnSpc>
                        <a:tabLst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TRINITY HEALTH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78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70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-10%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8784754"/>
                  </a:ext>
                </a:extLst>
              </a:tr>
              <a:tr h="368579">
                <a:tc>
                  <a:txBody>
                    <a:bodyPr/>
                    <a:lstStyle/>
                    <a:p>
                      <a:pPr marL="185738" indent="0" algn="l" defTabSz="914400" rtl="0" eaLnBrk="1" fontAlgn="ctr" latinLnBrk="0" hangingPunct="1">
                        <a:lnSpc>
                          <a:spcPct val="100000"/>
                        </a:lnSpc>
                        <a:tabLst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SKY LAKES MEDICAL CENTER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-103%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760155"/>
                  </a:ext>
                </a:extLst>
              </a:tr>
              <a:tr h="370440">
                <a:tc>
                  <a:txBody>
                    <a:bodyPr/>
                    <a:lstStyle/>
                    <a:p>
                      <a:pPr marL="185738" indent="0" algn="l" defTabSz="914400" rtl="0" eaLnBrk="1" fontAlgn="ctr" latinLnBrk="0" hangingPunct="1">
                        <a:lnSpc>
                          <a:spcPct val="100000"/>
                        </a:lnSpc>
                        <a:tabLst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BAPTIST MEMORIAL HEALTH CARE CORPORATION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50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42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-15%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2008487"/>
                  </a:ext>
                </a:extLst>
              </a:tr>
              <a:tr h="370440">
                <a:tc>
                  <a:txBody>
                    <a:bodyPr/>
                    <a:lstStyle/>
                    <a:p>
                      <a:pPr marL="185738" indent="0" algn="l" defTabSz="914400" rtl="0" eaLnBrk="1" fontAlgn="ctr" latinLnBrk="0" hangingPunct="1">
                        <a:lnSpc>
                          <a:spcPct val="100000"/>
                        </a:lnSpc>
                        <a:tabLst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HARTFORD HEALTHCARE CORPORATION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22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14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-35%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9585196"/>
                  </a:ext>
                </a:extLst>
              </a:tr>
              <a:tr h="370440">
                <a:tc>
                  <a:txBody>
                    <a:bodyPr/>
                    <a:lstStyle/>
                    <a:p>
                      <a:pPr marL="185738" indent="0" algn="l" defTabSz="914400" rtl="0" eaLnBrk="1" fontAlgn="ctr" latinLnBrk="0" hangingPunct="1">
                        <a:lnSpc>
                          <a:spcPct val="100000"/>
                        </a:lnSpc>
                        <a:tabLst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DIGNITY HEALTH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15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-49%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375321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49C09052-29F1-192B-814A-140AAA8F2819}"/>
              </a:ext>
            </a:extLst>
          </p:cNvPr>
          <p:cNvSpPr/>
          <p:nvPr/>
        </p:nvSpPr>
        <p:spPr>
          <a:xfrm>
            <a:off x="10626291" y="9788"/>
            <a:ext cx="1565709" cy="18697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What: Demand Vials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92CF323-B963-2982-49C3-97577814AB77}"/>
              </a:ext>
            </a:extLst>
          </p:cNvPr>
          <p:cNvSpPr/>
          <p:nvPr/>
        </p:nvSpPr>
        <p:spPr>
          <a:xfrm>
            <a:off x="10437088" y="12405"/>
            <a:ext cx="153122" cy="168434"/>
          </a:xfrm>
          <a:prstGeom prst="ellipse">
            <a:avLst/>
          </a:prstGeom>
          <a:solidFill>
            <a:schemeClr val="bg1"/>
          </a:solidFill>
          <a:ln w="9525">
            <a:solidFill>
              <a:srgbClr val="688C3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688C38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7C121C-2B89-DD74-7F6C-E6711B824652}"/>
              </a:ext>
            </a:extLst>
          </p:cNvPr>
          <p:cNvSpPr txBox="1"/>
          <p:nvPr/>
        </p:nvSpPr>
        <p:spPr>
          <a:xfrm>
            <a:off x="4495445" y="929094"/>
            <a:ext cx="2778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54565B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IDN/Hospital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71C04CC-F4DE-8376-1074-FCAE7A550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412" y="265519"/>
            <a:ext cx="10502778" cy="663575"/>
          </a:xfrm>
        </p:spPr>
        <p:txBody>
          <a:bodyPr vert="horz"/>
          <a:lstStyle/>
          <a:p>
            <a:pPr>
              <a:lnSpc>
                <a:spcPct val="100000"/>
              </a:lnSpc>
            </a:pPr>
            <a:r>
              <a:rPr lang="en-US" sz="2400" dirty="0">
                <a:latin typeface="Trebuchet MS"/>
              </a:rPr>
              <a:t>[… Add Takeaway]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84E1F4-29BA-7B0F-FDEE-8D35F2D37B2E}"/>
              </a:ext>
            </a:extLst>
          </p:cNvPr>
          <p:cNvSpPr txBox="1"/>
          <p:nvPr/>
        </p:nvSpPr>
        <p:spPr>
          <a:xfrm>
            <a:off x="211015" y="6520644"/>
            <a:ext cx="10415276" cy="2154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n-US" sz="800" i="1" dirty="0">
                <a:solidFill>
                  <a:srgbClr val="54565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Source: 867 data</a:t>
            </a:r>
          </a:p>
        </p:txBody>
      </p:sp>
    </p:spTree>
    <p:extLst>
      <p:ext uri="{BB962C8B-B14F-4D97-AF65-F5344CB8AC3E}">
        <p14:creationId xmlns:p14="http://schemas.microsoft.com/office/powerpoint/2010/main" val="36262865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EC22E57-4E19-48A6-B5B2-CBBBF9F529A0}"/>
              </a:ext>
            </a:extLst>
          </p:cNvPr>
          <p:cNvSpPr/>
          <p:nvPr/>
        </p:nvSpPr>
        <p:spPr>
          <a:xfrm>
            <a:off x="4943475" y="6269070"/>
            <a:ext cx="2571750" cy="5413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063F64FB-DE50-4E52-A0E6-EF5893DBDB0B}"/>
              </a:ext>
            </a:extLst>
          </p:cNvPr>
          <p:cNvGraphicFramePr/>
          <p:nvPr/>
        </p:nvGraphicFramePr>
        <p:xfrm>
          <a:off x="156268" y="3487617"/>
          <a:ext cx="11801475" cy="5026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0C0CB70F-CF36-418C-BE9A-28296A8DC2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9205646"/>
              </p:ext>
            </p:extLst>
          </p:nvPr>
        </p:nvGraphicFramePr>
        <p:xfrm>
          <a:off x="320035" y="3758084"/>
          <a:ext cx="11135364" cy="2463724"/>
        </p:xfrm>
        <a:graphic>
          <a:graphicData uri="http://schemas.openxmlformats.org/drawingml/2006/table">
            <a:tbl>
              <a:tblPr/>
              <a:tblGrid>
                <a:gridCol w="1430645">
                  <a:extLst>
                    <a:ext uri="{9D8B030D-6E8A-4147-A177-3AD203B41FA5}">
                      <a16:colId xmlns:a16="http://schemas.microsoft.com/office/drawing/2014/main" val="2702225599"/>
                    </a:ext>
                  </a:extLst>
                </a:gridCol>
                <a:gridCol w="2107905">
                  <a:extLst>
                    <a:ext uri="{9D8B030D-6E8A-4147-A177-3AD203B41FA5}">
                      <a16:colId xmlns:a16="http://schemas.microsoft.com/office/drawing/2014/main" val="1318755153"/>
                    </a:ext>
                  </a:extLst>
                </a:gridCol>
                <a:gridCol w="2107905">
                  <a:extLst>
                    <a:ext uri="{9D8B030D-6E8A-4147-A177-3AD203B41FA5}">
                      <a16:colId xmlns:a16="http://schemas.microsoft.com/office/drawing/2014/main" val="2901982637"/>
                    </a:ext>
                  </a:extLst>
                </a:gridCol>
                <a:gridCol w="1888439">
                  <a:extLst>
                    <a:ext uri="{9D8B030D-6E8A-4147-A177-3AD203B41FA5}">
                      <a16:colId xmlns:a16="http://schemas.microsoft.com/office/drawing/2014/main" val="2307632687"/>
                    </a:ext>
                  </a:extLst>
                </a:gridCol>
                <a:gridCol w="1888439">
                  <a:extLst>
                    <a:ext uri="{9D8B030D-6E8A-4147-A177-3AD203B41FA5}">
                      <a16:colId xmlns:a16="http://schemas.microsoft.com/office/drawing/2014/main" val="4028559125"/>
                    </a:ext>
                  </a:extLst>
                </a:gridCol>
                <a:gridCol w="1712031">
                  <a:extLst>
                    <a:ext uri="{9D8B030D-6E8A-4147-A177-3AD203B41FA5}">
                      <a16:colId xmlns:a16="http://schemas.microsoft.com/office/drawing/2014/main" val="812481995"/>
                    </a:ext>
                  </a:extLst>
                </a:gridCol>
              </a:tblGrid>
              <a:tr h="400093"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54" marR="3654" marT="3654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b="1" i="0" u="none" strike="noStrike">
                        <a:solidFill>
                          <a:schemeClr val="bg1"/>
                        </a:solidFill>
                        <a:effectLst/>
                        <a:latin typeface="Trebuchet MS"/>
                      </a:endParaRPr>
                    </a:p>
                  </a:txBody>
                  <a:tcPr marL="3654" marR="3654" marT="365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5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Trebuchet MS"/>
                        </a:rPr>
                        <a:t>Nation</a:t>
                      </a:r>
                    </a:p>
                  </a:txBody>
                  <a:tcPr marL="3654" marR="3654" marT="365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Nation</a:t>
                      </a:r>
                    </a:p>
                  </a:txBody>
                  <a:tcPr marL="3654" marR="3654" marT="365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3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54" marR="3654" marT="365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4240813"/>
                  </a:ext>
                </a:extLst>
              </a:tr>
              <a:tr h="546089"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54" marR="3654" marT="3654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lvl="0" algn="ctr" defTabSz="914400" rtl="0" eaLnBrk="1" fontAlgn="ctr" latinLnBrk="0" hangingPunct="1">
                        <a:buNone/>
                      </a:pPr>
                      <a:r>
                        <a:rPr lang="en-US" sz="10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TRO Vials Growth</a:t>
                      </a:r>
                    </a:p>
                    <a:p>
                      <a:pPr marL="0" lvl="0" algn="ctr" defTabSz="914400" rtl="0" eaLnBrk="1" fontAlgn="ctr" latinLnBrk="0" hangingPunct="1">
                        <a:buNone/>
                      </a:pPr>
                      <a:r>
                        <a:rPr lang="en-US" sz="10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(R4W vs. P4W)</a:t>
                      </a:r>
                    </a:p>
                  </a:txBody>
                  <a:tcPr marL="3654" marR="3654" marT="365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algn="ctr" defTabSz="914400" rtl="0" eaLnBrk="1" fontAlgn="ctr" latinLnBrk="0" hangingPunct="1">
                        <a:buNone/>
                      </a:pPr>
                      <a:r>
                        <a:rPr lang="en-US" sz="10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TRO Vials Growth</a:t>
                      </a:r>
                    </a:p>
                    <a:p>
                      <a:pPr marL="0" lvl="0" algn="ctr" defTabSz="914400" rtl="0" eaLnBrk="1" fontAlgn="ctr" latinLnBrk="0" hangingPunct="1">
                        <a:buNone/>
                      </a:pPr>
                      <a:r>
                        <a:rPr lang="en-US" sz="10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(R13W vs. P13W)</a:t>
                      </a:r>
                    </a:p>
                  </a:txBody>
                  <a:tcPr marL="3654" marR="3654" marT="365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TRO Vials Growth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(R4W vs P4W)</a:t>
                      </a:r>
                    </a:p>
                  </a:txBody>
                  <a:tcPr marL="3654" marR="3654" marT="365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TRO Vials Growth </a:t>
                      </a:r>
                      <a:endParaRPr lang="en-US"/>
                    </a:p>
                    <a:p>
                      <a:pPr lvl="0"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(R13W vs P13W)</a:t>
                      </a:r>
                    </a:p>
                  </a:txBody>
                  <a:tcPr marL="3654" marR="3654" marT="365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Volume contribution </a:t>
                      </a:r>
                      <a:endParaRPr lang="en-US" dirty="0"/>
                    </a:p>
                    <a:p>
                      <a:pPr lvl="0" 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(R13W)</a:t>
                      </a:r>
                    </a:p>
                  </a:txBody>
                  <a:tcPr marL="3654" marR="3654" marT="365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9493954"/>
                  </a:ext>
                </a:extLst>
              </a:tr>
              <a:tr h="553111">
                <a:tc>
                  <a:txBody>
                    <a:bodyPr/>
                    <a:lstStyle/>
                    <a:p>
                      <a:pPr marL="0" marR="0" algn="ct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1200">
                          <a:solidFill>
                            <a:srgbClr val="FFFFFF"/>
                          </a:solidFill>
                          <a:effectLst/>
                          <a:latin typeface="Trebuchet MS"/>
                          <a:cs typeface="+mn-cs"/>
                        </a:rPr>
                        <a:t>Geo Name </a:t>
                      </a:r>
                      <a:endParaRPr lang="en-US" sz="1000" b="1" kern="1200">
                        <a:solidFill>
                          <a:srgbClr val="FFFFFF"/>
                        </a:solidFill>
                        <a:effectLst/>
                        <a:latin typeface="Trebuchet MS" panose="020B0603020202020204" pitchFamily="34" charset="0"/>
                        <a:cs typeface="+mn-cs"/>
                      </a:endParaRPr>
                    </a:p>
                  </a:txBody>
                  <a:tcPr marL="3654" marR="3654" marT="365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algn="ctr" defTabSz="914400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1200">
                          <a:solidFill>
                            <a:srgbClr val="FFFFFF"/>
                          </a:solidFill>
                          <a:effectLst/>
                          <a:latin typeface="Trebuchet MS"/>
                          <a:ea typeface="+mn-ea"/>
                          <a:cs typeface="+mn-cs"/>
                        </a:rPr>
                        <a:t>%</a:t>
                      </a:r>
                    </a:p>
                  </a:txBody>
                  <a:tcPr marL="3654" marR="3654" marT="365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6C7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Trebuchet MS" panose="020B0603020202020204" pitchFamily="34" charset="0"/>
                        </a:rPr>
                        <a:t>Academic% | Community% | IDN/Other%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6C7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Trebuchet MS" panose="020B0603020202020204" pitchFamily="34" charset="0"/>
                        </a:rPr>
                        <a:t>Academic% | Community% | IDN/Other%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6C7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Trebuchet MS" panose="020B0603020202020204" pitchFamily="34" charset="0"/>
                        </a:rPr>
                        <a:t>Academic% | Community% | IDN/Other%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6C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8994486"/>
                  </a:ext>
                </a:extLst>
              </a:tr>
              <a:tr h="3296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East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C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Vials Growth -25%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C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Vials Growth -4%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C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-25% | -24% | -24%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C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-3% | -6% | -5%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C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34% | 28% | 30%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6525171"/>
                  </a:ext>
                </a:extLst>
              </a:tr>
              <a:tr h="32432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New England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-27%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1%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-26% | -36% | -24%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8% | -12% | 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52% | 18% | 31%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2655102"/>
                  </a:ext>
                </a:extLst>
              </a:tr>
              <a:tr h="31048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New York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-25%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-9%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-18% | -26% | -40%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-12% | -13% | 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53% | 13% | 26%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1177116"/>
                  </a:ext>
                </a:extLst>
              </a:tr>
            </a:tbl>
          </a:graphicData>
        </a:graphic>
      </p:graphicFrame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1F94ADEF-6BF4-4449-A7E7-C84BA1FBA67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64826866"/>
              </p:ext>
            </p:extLst>
          </p:nvPr>
        </p:nvGraphicFramePr>
        <p:xfrm>
          <a:off x="633412" y="1038239"/>
          <a:ext cx="4390764" cy="23907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EA344E4B-3328-4283-BE77-19C70C88909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16574192"/>
              </p:ext>
            </p:extLst>
          </p:nvPr>
        </p:nvGraphicFramePr>
        <p:xfrm>
          <a:off x="5606980" y="813916"/>
          <a:ext cx="5848418" cy="26737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E27FACE-5327-3357-33DC-3C2A679F7D81}"/>
              </a:ext>
            </a:extLst>
          </p:cNvPr>
          <p:cNvSpPr txBox="1"/>
          <p:nvPr/>
        </p:nvSpPr>
        <p:spPr>
          <a:xfrm>
            <a:off x="156268" y="6439694"/>
            <a:ext cx="8550115" cy="2154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lvl="0">
              <a:defRPr sz="1050" i="1">
                <a:solidFill>
                  <a:srgbClr val="54565B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 dirty="0">
                <a:ln>
                  <a:noFill/>
                </a:ln>
                <a:solidFill>
                  <a:srgbClr val="54565B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Source: 867 Sales. Account type analysis done at Parent ID level.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2F0563C-752A-826E-FDCD-23FD674D57C2}"/>
              </a:ext>
            </a:extLst>
          </p:cNvPr>
          <p:cNvSpPr txBox="1">
            <a:spLocks/>
          </p:cNvSpPr>
          <p:nvPr/>
        </p:nvSpPr>
        <p:spPr>
          <a:xfrm>
            <a:off x="633412" y="265519"/>
            <a:ext cx="10502778" cy="66357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800" spc="0" baseline="0">
                <a:solidFill>
                  <a:schemeClr val="accent1"/>
                </a:solidFill>
                <a:latin typeface="Trebuchet MS" panose="020B0703020202090204" pitchFamily="34" charset="0"/>
                <a:ea typeface="+mj-ea"/>
                <a:cs typeface="Trebuchet MS" panose="020B0703020202090204" pitchFamily="34" charset="0"/>
              </a:defRPr>
            </a:lvl1pPr>
          </a:lstStyle>
          <a:p>
            <a:pPr>
              <a:lnSpc>
                <a:spcPct val="100000"/>
              </a:lnSpc>
            </a:pPr>
            <a:endParaRPr lang="en-US" sz="2400" dirty="0">
              <a:latin typeface="Trebuchet MS"/>
            </a:endParaRPr>
          </a:p>
          <a:p>
            <a:pPr>
              <a:lnSpc>
                <a:spcPct val="100000"/>
              </a:lnSpc>
            </a:pPr>
            <a:r>
              <a:rPr lang="en-US" sz="2400" dirty="0" err="1">
                <a:latin typeface="Trebuchet MS"/>
              </a:rPr>
              <a:t>Trodelvy</a:t>
            </a:r>
            <a:r>
              <a:rPr lang="en-US" sz="2400" dirty="0">
                <a:latin typeface="Trebuchet MS"/>
              </a:rPr>
              <a:t> sales by geographic areas &amp; practice setting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Trebuchet MS"/>
              </a:rPr>
              <a:t>[… Add Takeaway]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9854B28A-167B-B37E-2069-C072F22C5D73}"/>
              </a:ext>
            </a:extLst>
          </p:cNvPr>
          <p:cNvSpPr txBox="1">
            <a:spLocks/>
          </p:cNvSpPr>
          <p:nvPr/>
        </p:nvSpPr>
        <p:spPr>
          <a:xfrm>
            <a:off x="11445073" y="6520644"/>
            <a:ext cx="315764" cy="16151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  <a:defRPr/>
            </a:pPr>
            <a:fld id="{1F581F51-E9B4-480E-BE98-87EF91CB5008}" type="slidenum">
              <a:rPr lang="en-US" altLang="en-US" sz="800" smtClean="0">
                <a:solidFill>
                  <a:srgbClr val="C6CAC6"/>
                </a:solidFill>
                <a:latin typeface="Trebuchet MS" panose="020B0703020202090204" pitchFamily="34" charset="0"/>
              </a:rPr>
              <a:pPr>
                <a:spcAft>
                  <a:spcPts val="600"/>
                </a:spcAft>
                <a:defRPr/>
              </a:pPr>
              <a:t>7</a:t>
            </a:fld>
            <a:endParaRPr lang="en-US" altLang="en-US" sz="800" dirty="0">
              <a:solidFill>
                <a:srgbClr val="C6CAC6"/>
              </a:solidFill>
              <a:latin typeface="Trebuchet MS" panose="020B070302020209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48786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EC22E57-4E19-48A6-B5B2-CBBBF9F529A0}"/>
              </a:ext>
            </a:extLst>
          </p:cNvPr>
          <p:cNvSpPr/>
          <p:nvPr/>
        </p:nvSpPr>
        <p:spPr>
          <a:xfrm>
            <a:off x="4943475" y="6269070"/>
            <a:ext cx="2571750" cy="5413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063F64FB-DE50-4E52-A0E6-EF5893DBDB0B}"/>
              </a:ext>
            </a:extLst>
          </p:cNvPr>
          <p:cNvGraphicFramePr/>
          <p:nvPr/>
        </p:nvGraphicFramePr>
        <p:xfrm>
          <a:off x="195262" y="3483141"/>
          <a:ext cx="11801475" cy="5026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0C0CB70F-CF36-418C-BE9A-28296A8DC2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9377150"/>
              </p:ext>
            </p:extLst>
          </p:nvPr>
        </p:nvGraphicFramePr>
        <p:xfrm>
          <a:off x="195262" y="3483141"/>
          <a:ext cx="11235267" cy="2974747"/>
        </p:xfrm>
        <a:graphic>
          <a:graphicData uri="http://schemas.openxmlformats.org/drawingml/2006/table">
            <a:tbl>
              <a:tblPr/>
              <a:tblGrid>
                <a:gridCol w="1326316">
                  <a:extLst>
                    <a:ext uri="{9D8B030D-6E8A-4147-A177-3AD203B41FA5}">
                      <a16:colId xmlns:a16="http://schemas.microsoft.com/office/drawing/2014/main" val="2702225599"/>
                    </a:ext>
                  </a:extLst>
                </a:gridCol>
                <a:gridCol w="1954186">
                  <a:extLst>
                    <a:ext uri="{9D8B030D-6E8A-4147-A177-3AD203B41FA5}">
                      <a16:colId xmlns:a16="http://schemas.microsoft.com/office/drawing/2014/main" val="2615576931"/>
                    </a:ext>
                  </a:extLst>
                </a:gridCol>
                <a:gridCol w="1954186">
                  <a:extLst>
                    <a:ext uri="{9D8B030D-6E8A-4147-A177-3AD203B41FA5}">
                      <a16:colId xmlns:a16="http://schemas.microsoft.com/office/drawing/2014/main" val="2901982637"/>
                    </a:ext>
                  </a:extLst>
                </a:gridCol>
                <a:gridCol w="2001440">
                  <a:extLst>
                    <a:ext uri="{9D8B030D-6E8A-4147-A177-3AD203B41FA5}">
                      <a16:colId xmlns:a16="http://schemas.microsoft.com/office/drawing/2014/main" val="613552738"/>
                    </a:ext>
                  </a:extLst>
                </a:gridCol>
                <a:gridCol w="2001440">
                  <a:extLst>
                    <a:ext uri="{9D8B030D-6E8A-4147-A177-3AD203B41FA5}">
                      <a16:colId xmlns:a16="http://schemas.microsoft.com/office/drawing/2014/main" val="1726803830"/>
                    </a:ext>
                  </a:extLst>
                </a:gridCol>
                <a:gridCol w="1997699">
                  <a:extLst>
                    <a:ext uri="{9D8B030D-6E8A-4147-A177-3AD203B41FA5}">
                      <a16:colId xmlns:a16="http://schemas.microsoft.com/office/drawing/2014/main" val="3093490962"/>
                    </a:ext>
                  </a:extLst>
                </a:gridCol>
              </a:tblGrid>
              <a:tr h="213043">
                <a:tc>
                  <a:txBody>
                    <a:bodyPr/>
                    <a:lstStyle/>
                    <a:p>
                      <a:pPr algn="ctr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54" marR="3654" marT="3654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Trebuchet MS"/>
                      </a:endParaRPr>
                    </a:p>
                  </a:txBody>
                  <a:tcPr marL="3654" marR="3654" marT="365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5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Trebuchet MS"/>
                        </a:rPr>
                        <a:t>East</a:t>
                      </a:r>
                    </a:p>
                  </a:txBody>
                  <a:tcPr marL="3654" marR="3654" marT="365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54" marR="3654" marT="365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54" marR="3654" marT="365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9075810"/>
                  </a:ext>
                </a:extLst>
              </a:tr>
              <a:tr h="421097">
                <a:tc>
                  <a:txBody>
                    <a:bodyPr/>
                    <a:lstStyle/>
                    <a:p>
                      <a:pPr algn="ctr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54" marR="3654" marT="3654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fontAlgn="ctr" latinLnBrk="0" hangingPunct="1">
                        <a:buNone/>
                      </a:pPr>
                      <a:r>
                        <a:rPr lang="en-US" sz="10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TRO Vials Growth</a:t>
                      </a:r>
                    </a:p>
                    <a:p>
                      <a:pPr marL="0" lvl="0" algn="ctr" defTabSz="914400" rtl="0" eaLnBrk="1" fontAlgn="ctr" latinLnBrk="0" hangingPunct="1">
                        <a:buNone/>
                      </a:pPr>
                      <a:r>
                        <a:rPr lang="en-US" sz="10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(R4W vs. P4W)</a:t>
                      </a:r>
                    </a:p>
                  </a:txBody>
                  <a:tcPr marL="3654" marR="3654" marT="365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fontAlgn="ctr" latinLnBrk="0" hangingPunct="1">
                        <a:buNone/>
                      </a:pPr>
                      <a:r>
                        <a:rPr lang="en-US" sz="10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TRO Vials Growth</a:t>
                      </a:r>
                    </a:p>
                    <a:p>
                      <a:pPr marL="0" lvl="0" algn="ctr" defTabSz="914400" rtl="0" eaLnBrk="1" fontAlgn="ctr" latinLnBrk="0" hangingPunct="1">
                        <a:buNone/>
                      </a:pPr>
                      <a:r>
                        <a:rPr lang="en-US" sz="10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(R13W vs. P13W)</a:t>
                      </a:r>
                    </a:p>
                  </a:txBody>
                  <a:tcPr marL="3654" marR="3654" marT="365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TRO Vials Growth </a:t>
                      </a:r>
                      <a:endParaRPr lang="en-US" dirty="0"/>
                    </a:p>
                    <a:p>
                      <a:pPr lvl="0" 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(R4W vs P4W)</a:t>
                      </a:r>
                    </a:p>
                  </a:txBody>
                  <a:tcPr marL="3654" marR="3654" marT="365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TRO Vials Growth </a:t>
                      </a:r>
                      <a:endParaRPr lang="en-US"/>
                    </a:p>
                    <a:p>
                      <a:pPr lvl="0"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(R13W vs P13W)</a:t>
                      </a:r>
                    </a:p>
                  </a:txBody>
                  <a:tcPr marL="3654" marR="3654" marT="365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Volume contribution </a:t>
                      </a:r>
                      <a:endParaRPr lang="en-US" dirty="0"/>
                    </a:p>
                    <a:p>
                      <a:pPr lvl="0" 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(R13W)</a:t>
                      </a:r>
                    </a:p>
                  </a:txBody>
                  <a:tcPr marL="3654" marR="3654" marT="365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9493954"/>
                  </a:ext>
                </a:extLst>
              </a:tr>
              <a:tr h="42651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50" b="1" i="0" u="none" strike="noStrike" dirty="0">
                          <a:solidFill>
                            <a:srgbClr val="FFFFFF"/>
                          </a:solidFill>
                          <a:effectLst/>
                          <a:latin typeface="Trebuchet MS" panose="020B0603020202020204" pitchFamily="34" charset="0"/>
                        </a:rPr>
                        <a:t>Geo Name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50" b="1" i="0" u="none" strike="noStrike" dirty="0">
                          <a:solidFill>
                            <a:srgbClr val="FFFFFF"/>
                          </a:solidFill>
                          <a:effectLst/>
                          <a:latin typeface="Trebuchet MS" panose="020B0603020202020204" pitchFamily="34" charset="0"/>
                        </a:rPr>
                        <a:t>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6C7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50" b="1" i="0" u="none" strike="noStrike">
                          <a:solidFill>
                            <a:srgbClr val="FFFFFF"/>
                          </a:solidFill>
                          <a:effectLst/>
                          <a:latin typeface="Trebuchet MS" panose="020B0603020202020204" pitchFamily="34" charset="0"/>
                        </a:rPr>
                        <a:t>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6C7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Trebuchet MS" panose="020B0603020202020204" pitchFamily="34" charset="0"/>
                        </a:rPr>
                        <a:t>Academic% | Community% | IDN/Hospital%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6C7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Trebuchet MS" panose="020B0603020202020204" pitchFamily="34" charset="0"/>
                        </a:rPr>
                        <a:t>Academic% | Community% | IDN/Hospital%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6C7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Trebuchet MS" panose="020B0603020202020204" pitchFamily="34" charset="0"/>
                        </a:rPr>
                        <a:t>Academic% | Community% | IDN/Hospital%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6C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2027687"/>
                  </a:ext>
                </a:extLst>
              </a:tr>
              <a:tr h="23926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East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C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Vials Growth -25%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C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Vials Growth -4%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C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-25% | -24% | -24%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C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-3% | -6% | -5%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C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34% | 28% | 30%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6525171"/>
                  </a:ext>
                </a:extLst>
              </a:tr>
              <a:tr h="23926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New England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-27%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1%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-26% | -36% | -24%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8% | -12% | 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52% | 18% | 31%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364068"/>
                  </a:ext>
                </a:extLst>
              </a:tr>
              <a:tr h="23926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New York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-25%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-9%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-18% | -26% | -40%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-12% | -13% | 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53% | 13% | 26%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2655102"/>
                  </a:ext>
                </a:extLst>
              </a:tr>
              <a:tr h="23926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Atlantic Coastal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-22%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6%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-19% | -22% | -27%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18% | 4% | -12%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55% | 22% | 24%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1177116"/>
                  </a:ext>
                </a:extLst>
              </a:tr>
              <a:tr h="23926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Blue Grass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-23%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-8%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-9% | -30% | -30%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-7% | -14% | -4%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30% | 25% | 35%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3126284"/>
                  </a:ext>
                </a:extLst>
              </a:tr>
              <a:tr h="23926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Eastern Coastal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-24%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-31% | -22% | -21%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1% | 2% | -2%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28% | 31% | 36%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2607724"/>
                  </a:ext>
                </a:extLst>
              </a:tr>
              <a:tr h="23926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Atlanta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-27%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-12%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-39% | -25% | -23%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-27% | -1% | -14%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18% | 44% | 28%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8306769"/>
                  </a:ext>
                </a:extLst>
              </a:tr>
              <a:tr h="23926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Southeast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-24%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-8%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-37% | -20% | -16%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-9% | -12% | -2%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23% | 35% | 30%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6540482"/>
                  </a:ext>
                </a:extLst>
              </a:tr>
            </a:tbl>
          </a:graphicData>
        </a:graphic>
      </p:graphicFrame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1F94ADEF-6BF4-4449-A7E7-C84BA1FBA67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82787115"/>
              </p:ext>
            </p:extLst>
          </p:nvPr>
        </p:nvGraphicFramePr>
        <p:xfrm>
          <a:off x="278959" y="1158253"/>
          <a:ext cx="4460508" cy="21938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29BD0035-064E-D2FD-B681-02E4E179491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13079539"/>
              </p:ext>
            </p:extLst>
          </p:nvPr>
        </p:nvGraphicFramePr>
        <p:xfrm>
          <a:off x="5156082" y="768777"/>
          <a:ext cx="6120653" cy="25737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E5216CB8-3F4E-CB10-D71D-A8C7E79542E6}"/>
              </a:ext>
            </a:extLst>
          </p:cNvPr>
          <p:cNvSpPr txBox="1">
            <a:spLocks/>
          </p:cNvSpPr>
          <p:nvPr/>
        </p:nvSpPr>
        <p:spPr>
          <a:xfrm>
            <a:off x="633412" y="265519"/>
            <a:ext cx="10502778" cy="66357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800" spc="0" baseline="0">
                <a:solidFill>
                  <a:schemeClr val="accent1"/>
                </a:solidFill>
                <a:latin typeface="Trebuchet MS" panose="020B0703020202090204" pitchFamily="34" charset="0"/>
                <a:ea typeface="+mj-ea"/>
                <a:cs typeface="Trebuchet MS" panose="020B0703020202090204" pitchFamily="34" charset="0"/>
              </a:defRPr>
            </a:lvl1pPr>
          </a:lstStyle>
          <a:p>
            <a:pPr>
              <a:lnSpc>
                <a:spcPct val="100000"/>
              </a:lnSpc>
            </a:pPr>
            <a:endParaRPr lang="en-US" sz="2400" dirty="0">
              <a:latin typeface="Trebuchet MS"/>
            </a:endParaRPr>
          </a:p>
          <a:p>
            <a:pPr>
              <a:lnSpc>
                <a:spcPct val="100000"/>
              </a:lnSpc>
            </a:pPr>
            <a:r>
              <a:rPr lang="en-US" sz="2400" dirty="0">
                <a:latin typeface="Trebuchet MS"/>
              </a:rPr>
              <a:t>East Area - Regional Sales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Trebuchet MS"/>
              </a:rPr>
              <a:t>[… Add Takeaway]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0EDB73-10D5-E24C-D38F-B26F9FE3E025}"/>
              </a:ext>
            </a:extLst>
          </p:cNvPr>
          <p:cNvSpPr txBox="1"/>
          <p:nvPr/>
        </p:nvSpPr>
        <p:spPr>
          <a:xfrm>
            <a:off x="211015" y="6457890"/>
            <a:ext cx="11769970" cy="2154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 dirty="0">
                <a:ln>
                  <a:noFill/>
                </a:ln>
                <a:solidFill>
                  <a:srgbClr val="54565B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Source: 867 Sales. Account type analysis done at Parent ID level.</a:t>
            </a:r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66506576-BD8B-A299-17B4-6711D41AE99C}"/>
              </a:ext>
            </a:extLst>
          </p:cNvPr>
          <p:cNvSpPr txBox="1">
            <a:spLocks/>
          </p:cNvSpPr>
          <p:nvPr/>
        </p:nvSpPr>
        <p:spPr>
          <a:xfrm>
            <a:off x="11445073" y="6520644"/>
            <a:ext cx="315764" cy="16151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  <a:defRPr/>
            </a:pPr>
            <a:fld id="{1F581F51-E9B4-480E-BE98-87EF91CB5008}" type="slidenum">
              <a:rPr lang="en-US" altLang="en-US" sz="800" smtClean="0">
                <a:solidFill>
                  <a:srgbClr val="C6CAC6"/>
                </a:solidFill>
                <a:latin typeface="Trebuchet MS" panose="020B0703020202090204" pitchFamily="34" charset="0"/>
              </a:rPr>
              <a:pPr>
                <a:spcAft>
                  <a:spcPts val="600"/>
                </a:spcAft>
                <a:defRPr/>
              </a:pPr>
              <a:t>8</a:t>
            </a:fld>
            <a:endParaRPr lang="en-US" altLang="en-US" sz="800" dirty="0">
              <a:solidFill>
                <a:srgbClr val="C6CAC6"/>
              </a:solidFill>
              <a:latin typeface="Trebuchet MS" panose="020B070302020209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58150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063F64FB-DE50-4E52-A0E6-EF5893DBDB0B}"/>
              </a:ext>
            </a:extLst>
          </p:cNvPr>
          <p:cNvGraphicFramePr/>
          <p:nvPr/>
        </p:nvGraphicFramePr>
        <p:xfrm>
          <a:off x="156268" y="3487617"/>
          <a:ext cx="11801475" cy="5026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1F94ADEF-6BF4-4449-A7E7-C84BA1FBA67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18287907"/>
              </p:ext>
            </p:extLst>
          </p:nvPr>
        </p:nvGraphicFramePr>
        <p:xfrm>
          <a:off x="412547" y="1078910"/>
          <a:ext cx="4551339" cy="22870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2389FFC-1877-6475-A13C-8FAED259AE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1233206"/>
              </p:ext>
            </p:extLst>
          </p:nvPr>
        </p:nvGraphicFramePr>
        <p:xfrm>
          <a:off x="234258" y="3459422"/>
          <a:ext cx="11237406" cy="2877177"/>
        </p:xfrm>
        <a:graphic>
          <a:graphicData uri="http://schemas.openxmlformats.org/drawingml/2006/table">
            <a:tbl>
              <a:tblPr/>
              <a:tblGrid>
                <a:gridCol w="1490136">
                  <a:extLst>
                    <a:ext uri="{9D8B030D-6E8A-4147-A177-3AD203B41FA5}">
                      <a16:colId xmlns:a16="http://schemas.microsoft.com/office/drawing/2014/main" val="2702225599"/>
                    </a:ext>
                  </a:extLst>
                </a:gridCol>
                <a:gridCol w="1948841">
                  <a:extLst>
                    <a:ext uri="{9D8B030D-6E8A-4147-A177-3AD203B41FA5}">
                      <a16:colId xmlns:a16="http://schemas.microsoft.com/office/drawing/2014/main" val="753933413"/>
                    </a:ext>
                  </a:extLst>
                </a:gridCol>
                <a:gridCol w="1796706">
                  <a:extLst>
                    <a:ext uri="{9D8B030D-6E8A-4147-A177-3AD203B41FA5}">
                      <a16:colId xmlns:a16="http://schemas.microsoft.com/office/drawing/2014/main" val="2901982637"/>
                    </a:ext>
                  </a:extLst>
                </a:gridCol>
                <a:gridCol w="2001822">
                  <a:extLst>
                    <a:ext uri="{9D8B030D-6E8A-4147-A177-3AD203B41FA5}">
                      <a16:colId xmlns:a16="http://schemas.microsoft.com/office/drawing/2014/main" val="2485801341"/>
                    </a:ext>
                  </a:extLst>
                </a:gridCol>
                <a:gridCol w="2001822">
                  <a:extLst>
                    <a:ext uri="{9D8B030D-6E8A-4147-A177-3AD203B41FA5}">
                      <a16:colId xmlns:a16="http://schemas.microsoft.com/office/drawing/2014/main" val="1726803830"/>
                    </a:ext>
                  </a:extLst>
                </a:gridCol>
                <a:gridCol w="1998079">
                  <a:extLst>
                    <a:ext uri="{9D8B030D-6E8A-4147-A177-3AD203B41FA5}">
                      <a16:colId xmlns:a16="http://schemas.microsoft.com/office/drawing/2014/main" val="3093490962"/>
                    </a:ext>
                  </a:extLst>
                </a:gridCol>
              </a:tblGrid>
              <a:tr h="192283">
                <a:tc>
                  <a:txBody>
                    <a:bodyPr/>
                    <a:lstStyle/>
                    <a:p>
                      <a:pPr algn="ctr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54" marR="3654" marT="3654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000" b="1" i="0" u="none" strike="noStrike">
                        <a:solidFill>
                          <a:schemeClr val="bg1"/>
                        </a:solidFill>
                        <a:effectLst/>
                        <a:latin typeface="Trebuchet MS"/>
                      </a:endParaRPr>
                    </a:p>
                  </a:txBody>
                  <a:tcPr marL="3654" marR="3654" marT="365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5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Trebuchet MS"/>
                        </a:rPr>
                        <a:t>West</a:t>
                      </a:r>
                    </a:p>
                  </a:txBody>
                  <a:tcPr marL="3654" marR="3654" marT="365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54" marR="3654" marT="365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3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54" marR="3654" marT="365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0022763"/>
                  </a:ext>
                </a:extLst>
              </a:tr>
              <a:tr h="380064">
                <a:tc>
                  <a:txBody>
                    <a:bodyPr/>
                    <a:lstStyle/>
                    <a:p>
                      <a:pPr algn="ctr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54" marR="3654" marT="3654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fontAlgn="ctr" latinLnBrk="0" hangingPunct="1">
                        <a:buNone/>
                      </a:pPr>
                      <a:r>
                        <a:rPr lang="en-US" sz="1000" b="1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TRO Vials Growth</a:t>
                      </a:r>
                    </a:p>
                    <a:p>
                      <a:pPr marL="0" lvl="0" algn="ctr" defTabSz="914400" rtl="0" eaLnBrk="1" fontAlgn="ctr" latinLnBrk="0" hangingPunct="1">
                        <a:buNone/>
                      </a:pPr>
                      <a:r>
                        <a:rPr lang="en-US" sz="1000" b="1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(R4W vs. P4W)</a:t>
                      </a:r>
                    </a:p>
                  </a:txBody>
                  <a:tcPr marL="3654" marR="3654" marT="365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fontAlgn="ctr" latinLnBrk="0" hangingPunct="1">
                        <a:buNone/>
                      </a:pPr>
                      <a:r>
                        <a:rPr lang="en-US" sz="10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TRO Vials Growth</a:t>
                      </a:r>
                    </a:p>
                    <a:p>
                      <a:pPr marL="0" lvl="0" algn="ctr" defTabSz="914400" rtl="0" eaLnBrk="1" fontAlgn="ctr" latinLnBrk="0" hangingPunct="1">
                        <a:buNone/>
                      </a:pPr>
                      <a:r>
                        <a:rPr lang="en-US" sz="10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(R13W vs. P13W)</a:t>
                      </a:r>
                    </a:p>
                  </a:txBody>
                  <a:tcPr marL="3654" marR="3654" marT="365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TRO Vials Growth </a:t>
                      </a:r>
                      <a:endParaRPr lang="en-US"/>
                    </a:p>
                    <a:p>
                      <a:pPr lvl="0"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(R4W vs P4W)</a:t>
                      </a:r>
                    </a:p>
                  </a:txBody>
                  <a:tcPr marL="3654" marR="3654" marT="365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TRO Vials Growth </a:t>
                      </a:r>
                      <a:endParaRPr lang="en-US" dirty="0"/>
                    </a:p>
                    <a:p>
                      <a:pPr lvl="0" 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(R13W vs P13W)</a:t>
                      </a:r>
                    </a:p>
                  </a:txBody>
                  <a:tcPr marL="3654" marR="3654" marT="365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Volume contribution </a:t>
                      </a:r>
                      <a:endParaRPr lang="en-US"/>
                    </a:p>
                    <a:p>
                      <a:pPr lvl="0"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(R13W)</a:t>
                      </a:r>
                    </a:p>
                  </a:txBody>
                  <a:tcPr marL="3654" marR="3654" marT="365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9493954"/>
                  </a:ext>
                </a:extLst>
              </a:tr>
              <a:tr h="42391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Trebuchet MS" panose="020B0603020202020204" pitchFamily="34" charset="0"/>
                        </a:rPr>
                        <a:t>Geo Name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Trebuchet MS" panose="020B0603020202020204" pitchFamily="34" charset="0"/>
                        </a:rPr>
                        <a:t>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6C7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Trebuchet MS" panose="020B0603020202020204" pitchFamily="34" charset="0"/>
                        </a:rPr>
                        <a:t>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6C7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Trebuchet MS" panose="020B0603020202020204" pitchFamily="34" charset="0"/>
                        </a:rPr>
                        <a:t>Academic% | Community% | IDN/Hospital%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6C7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Trebuchet MS" panose="020B0603020202020204" pitchFamily="34" charset="0"/>
                        </a:rPr>
                        <a:t>Academic% | Community% |IDN/Hospital%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6C7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Trebuchet MS" panose="020B0603020202020204" pitchFamily="34" charset="0"/>
                        </a:rPr>
                        <a:t>Academic% | Community% | IDN/Hospital%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6C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2027687"/>
                  </a:ext>
                </a:extLst>
              </a:tr>
              <a:tr h="23511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West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C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Vials Growth -22%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C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Vials Growth -3%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C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-20% | -21% | -25%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C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3% | -6% | -6%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C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32% | 40% | 27%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6525171"/>
                  </a:ext>
                </a:extLst>
              </a:tr>
              <a:tr h="23511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Pacific Northwest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-24%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-2%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-20% | -28% | -23%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0% | -1% | -4%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24% | 37% | 34%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364068"/>
                  </a:ext>
                </a:extLst>
              </a:tr>
              <a:tr h="23511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SoCAL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-25%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2%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-21% | -21% | -41%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7% | -2% | 2%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47% | 35% | 19%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2655102"/>
                  </a:ext>
                </a:extLst>
              </a:tr>
              <a:tr h="23511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Rocky Mountains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-24%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-7%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-33% | -12% | -41%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-8% | -3% | -14%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30% | 48% | 17%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1177116"/>
                  </a:ext>
                </a:extLst>
              </a:tr>
              <a:tr h="23511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Gulf Plains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-16%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-2%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-17% | -14% | -18%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4% | 0% | -10%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29% | 34% | 32%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3126284"/>
                  </a:ext>
                </a:extLst>
              </a:tr>
              <a:tr h="23511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Texas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-23%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-11%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-21% | -27% | -12%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1% | -17% | -8%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36% | 70% | 18%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2607724"/>
                  </a:ext>
                </a:extLst>
              </a:tr>
              <a:tr h="23511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North Central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-24%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1%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-25% | -22% | -27%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10% | 0% | -6%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28% | 35% | 33%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8306769"/>
                  </a:ext>
                </a:extLst>
              </a:tr>
              <a:tr h="23511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Great Lakes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-16%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-2%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-6% | -20% | -21%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8% | -8% | -6%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34% | 32% | 29%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56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6540482"/>
                  </a:ext>
                </a:extLst>
              </a:tr>
            </a:tbl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E25CE454-C2CB-C9AE-BABC-3B70996E329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36942302"/>
              </p:ext>
            </p:extLst>
          </p:nvPr>
        </p:nvGraphicFramePr>
        <p:xfrm>
          <a:off x="5345723" y="860634"/>
          <a:ext cx="6125940" cy="25097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78BD9D67-C601-8E19-BC1C-C9773859C36F}"/>
              </a:ext>
            </a:extLst>
          </p:cNvPr>
          <p:cNvSpPr txBox="1"/>
          <p:nvPr/>
        </p:nvSpPr>
        <p:spPr>
          <a:xfrm>
            <a:off x="156268" y="6439694"/>
            <a:ext cx="8550115" cy="2154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lvl="0">
              <a:defRPr sz="1050" i="1">
                <a:solidFill>
                  <a:srgbClr val="54565B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 dirty="0">
                <a:ln>
                  <a:noFill/>
                </a:ln>
                <a:solidFill>
                  <a:srgbClr val="54565B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Source: 867 Sales. Account type analysis done at Parent ID level.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A70070E-9B14-3D5F-8678-A3D23101DC01}"/>
              </a:ext>
            </a:extLst>
          </p:cNvPr>
          <p:cNvSpPr txBox="1">
            <a:spLocks/>
          </p:cNvSpPr>
          <p:nvPr/>
        </p:nvSpPr>
        <p:spPr>
          <a:xfrm>
            <a:off x="633412" y="265519"/>
            <a:ext cx="10502778" cy="66357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800" spc="0" baseline="0">
                <a:solidFill>
                  <a:schemeClr val="accent1"/>
                </a:solidFill>
                <a:latin typeface="Trebuchet MS" panose="020B0703020202090204" pitchFamily="34" charset="0"/>
                <a:ea typeface="+mj-ea"/>
                <a:cs typeface="Trebuchet MS" panose="020B0703020202090204" pitchFamily="34" charset="0"/>
              </a:defRPr>
            </a:lvl1pPr>
          </a:lstStyle>
          <a:p>
            <a:pPr>
              <a:lnSpc>
                <a:spcPct val="100000"/>
              </a:lnSpc>
            </a:pPr>
            <a:endParaRPr lang="en-US" sz="2400" dirty="0">
              <a:latin typeface="Trebuchet MS"/>
            </a:endParaRPr>
          </a:p>
          <a:p>
            <a:pPr>
              <a:lnSpc>
                <a:spcPct val="100000"/>
              </a:lnSpc>
            </a:pPr>
            <a:r>
              <a:rPr lang="en-US" sz="2400" dirty="0">
                <a:latin typeface="Trebuchet MS"/>
              </a:rPr>
              <a:t>West area – Regional Sales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Trebuchet MS"/>
              </a:rPr>
              <a:t>[… Add Takeaway]</a:t>
            </a:r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DBAAA189-2362-0E44-3746-5C16E09E0A52}"/>
              </a:ext>
            </a:extLst>
          </p:cNvPr>
          <p:cNvSpPr txBox="1">
            <a:spLocks/>
          </p:cNvSpPr>
          <p:nvPr/>
        </p:nvSpPr>
        <p:spPr>
          <a:xfrm>
            <a:off x="11445073" y="6520644"/>
            <a:ext cx="315764" cy="16151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  <a:defRPr/>
            </a:pPr>
            <a:fld id="{1F581F51-E9B4-480E-BE98-87EF91CB5008}" type="slidenum">
              <a:rPr lang="en-US" altLang="en-US" sz="800" smtClean="0">
                <a:solidFill>
                  <a:srgbClr val="C6CAC6"/>
                </a:solidFill>
                <a:latin typeface="Trebuchet MS" panose="020B0703020202090204" pitchFamily="34" charset="0"/>
              </a:rPr>
              <a:pPr>
                <a:spcAft>
                  <a:spcPts val="600"/>
                </a:spcAft>
                <a:defRPr/>
              </a:pPr>
              <a:t>9</a:t>
            </a:fld>
            <a:endParaRPr lang="en-US" altLang="en-US" sz="800" dirty="0">
              <a:solidFill>
                <a:srgbClr val="C6CAC6"/>
              </a:solidFill>
              <a:latin typeface="Trebuchet MS" panose="020B070302020209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83767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23286040-19FA-462B-D464-F32D02123BC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70391712"/>
              </p:ext>
            </p:extLst>
          </p:nvPr>
        </p:nvGraphicFramePr>
        <p:xfrm>
          <a:off x="-679214" y="311498"/>
          <a:ext cx="8206510" cy="63952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1A78DAA4-BDE1-DE07-D7EF-8212D98C365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76315875"/>
              </p:ext>
            </p:extLst>
          </p:nvPr>
        </p:nvGraphicFramePr>
        <p:xfrm>
          <a:off x="1070474" y="2082467"/>
          <a:ext cx="4707135" cy="28417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23043B6-1D38-706A-4899-6B5C50FFAB1A}"/>
              </a:ext>
            </a:extLst>
          </p:cNvPr>
          <p:cNvSpPr txBox="1"/>
          <p:nvPr/>
        </p:nvSpPr>
        <p:spPr>
          <a:xfrm>
            <a:off x="3111541" y="3027284"/>
            <a:ext cx="914400" cy="952143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54565B"/>
                </a:solidFill>
                <a:effectLst/>
                <a:uLnTx/>
                <a:uFillTx/>
                <a:latin typeface="Trebuchet MS" panose="020B0703020202090204" pitchFamily="34" charset="0"/>
                <a:ea typeface="+mn-ea"/>
                <a:cs typeface="+mn-cs"/>
              </a:rPr>
              <a:t>TrodelvyR12M % contr. to nation</a:t>
            </a:r>
          </a:p>
        </p:txBody>
      </p:sp>
      <p:sp>
        <p:nvSpPr>
          <p:cNvPr id="14" name="TextBox 1">
            <a:extLst>
              <a:ext uri="{FF2B5EF4-FFF2-40B4-BE49-F238E27FC236}">
                <a16:creationId xmlns:a16="http://schemas.microsoft.com/office/drawing/2014/main" id="{1CC25697-8990-5CED-D91B-CA58559A5059}"/>
              </a:ext>
            </a:extLst>
          </p:cNvPr>
          <p:cNvSpPr txBox="1"/>
          <p:nvPr/>
        </p:nvSpPr>
        <p:spPr>
          <a:xfrm>
            <a:off x="8763239" y="3690064"/>
            <a:ext cx="1596788" cy="29279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~50% of Comm. volume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D817013-0E14-FC8B-04CE-42A58CBF01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5660366"/>
              </p:ext>
            </p:extLst>
          </p:nvPr>
        </p:nvGraphicFramePr>
        <p:xfrm>
          <a:off x="6989426" y="1021528"/>
          <a:ext cx="4691092" cy="49351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7228">
                  <a:extLst>
                    <a:ext uri="{9D8B030D-6E8A-4147-A177-3AD203B41FA5}">
                      <a16:colId xmlns:a16="http://schemas.microsoft.com/office/drawing/2014/main" val="1268905898"/>
                    </a:ext>
                  </a:extLst>
                </a:gridCol>
                <a:gridCol w="1487526">
                  <a:extLst>
                    <a:ext uri="{9D8B030D-6E8A-4147-A177-3AD203B41FA5}">
                      <a16:colId xmlns:a16="http://schemas.microsoft.com/office/drawing/2014/main" val="2156664354"/>
                    </a:ext>
                  </a:extLst>
                </a:gridCol>
                <a:gridCol w="1796338">
                  <a:extLst>
                    <a:ext uri="{9D8B030D-6E8A-4147-A177-3AD203B41FA5}">
                      <a16:colId xmlns:a16="http://schemas.microsoft.com/office/drawing/2014/main" val="820899398"/>
                    </a:ext>
                  </a:extLst>
                </a:gridCol>
              </a:tblGrid>
              <a:tr h="73729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Account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BC Segment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R13W vs P13W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%TRO | %ENH | %TPCs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7964968"/>
                  </a:ext>
                </a:extLst>
              </a:tr>
              <a:tr h="331434">
                <a:tc rowSpan="4"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Academic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Academic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uLnTx/>
                          <a:uFillTx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5%|4%|-3%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7575287"/>
                  </a:ext>
                </a:extLst>
              </a:tr>
              <a:tr h="33143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High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uLnTx/>
                          <a:uFillTx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2%|7%|-5%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312466"/>
                  </a:ext>
                </a:extLst>
              </a:tr>
              <a:tr h="33143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Medium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uLnTx/>
                          <a:uFillTx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11%|5%|-1%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4825957"/>
                  </a:ext>
                </a:extLst>
              </a:tr>
              <a:tr h="33143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Low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uLnTx/>
                          <a:uFillTx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 5%|-4%|-2%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0220186"/>
                  </a:ext>
                </a:extLst>
              </a:tr>
              <a:tr h="331434">
                <a:tc rowSpan="4"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Community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Community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uLnTx/>
                          <a:uFillTx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 0%|-1%|-2%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3874828"/>
                  </a:ext>
                </a:extLst>
              </a:tr>
              <a:tr h="33143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High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uLnTx/>
                          <a:uFillTx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-1%|1%|-3%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0483013"/>
                  </a:ext>
                </a:extLst>
              </a:tr>
              <a:tr h="33143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Medium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uLnTx/>
                          <a:uFillTx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3%|1%|1%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1034361"/>
                  </a:ext>
                </a:extLst>
              </a:tr>
              <a:tr h="29450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Low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uLnTx/>
                          <a:uFillTx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 0%|-2%|-4%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7477488"/>
                  </a:ext>
                </a:extLst>
              </a:tr>
              <a:tr h="331434">
                <a:tc rowSpan="4"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IDN/Hospital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IDN/Hospital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uLnTx/>
                          <a:uFillTx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 2%|5%|-3%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404454"/>
                  </a:ext>
                </a:extLst>
              </a:tr>
              <a:tr h="33143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High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uLnTx/>
                          <a:uFillTx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5%|0%|-1%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8344010"/>
                  </a:ext>
                </a:extLst>
              </a:tr>
              <a:tr h="33143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Medium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uLnTx/>
                          <a:uFillTx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 0%|9%|-6%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3504522"/>
                  </a:ext>
                </a:extLst>
              </a:tr>
              <a:tr h="29450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Low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uLnTx/>
                          <a:uFillTx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2%|8%|-3%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195755"/>
                  </a:ext>
                </a:extLst>
              </a:tr>
              <a:tr h="29450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National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703020202090204" pitchFamily="34" charset="0"/>
                        </a:rPr>
                        <a:t>National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uLnTx/>
                          <a:uFillTx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3%|3%|-2%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5615879"/>
                  </a:ext>
                </a:extLst>
              </a:tr>
            </a:tbl>
          </a:graphicData>
        </a:graphic>
      </p:graphicFrame>
      <p:sp>
        <p:nvSpPr>
          <p:cNvPr id="10" name="Title 1">
            <a:extLst>
              <a:ext uri="{FF2B5EF4-FFF2-40B4-BE49-F238E27FC236}">
                <a16:creationId xmlns:a16="http://schemas.microsoft.com/office/drawing/2014/main" id="{A4171652-DCD7-81F3-C6DD-706693A75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412" y="73794"/>
            <a:ext cx="10925175" cy="663575"/>
          </a:xfrm>
        </p:spPr>
        <p:txBody>
          <a:bodyPr vert="horz"/>
          <a:lstStyle/>
          <a:p>
            <a:pPr>
              <a:lnSpc>
                <a:spcPct val="100000"/>
              </a:lnSpc>
            </a:pPr>
            <a:r>
              <a:rPr lang="en-US" sz="2400" dirty="0">
                <a:latin typeface="Trebuchet MS"/>
              </a:rPr>
              <a:t>[… Add Takeaway]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487B21-6513-1D24-3412-EF86ACDC6DC4}"/>
              </a:ext>
            </a:extLst>
          </p:cNvPr>
          <p:cNvSpPr txBox="1"/>
          <p:nvPr/>
        </p:nvSpPr>
        <p:spPr>
          <a:xfrm>
            <a:off x="156268" y="6439694"/>
            <a:ext cx="8550115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lvl="0">
              <a:defRPr sz="1050" i="1">
                <a:solidFill>
                  <a:srgbClr val="54565B"/>
                </a:solidFill>
              </a:defRPr>
            </a:lvl1pPr>
          </a:lstStyle>
          <a:p>
            <a:pPr>
              <a:defRPr/>
            </a:pPr>
            <a:r>
              <a:rPr lang="en-US" sz="800" i="1" dirty="0">
                <a:solidFill>
                  <a:srgbClr val="54565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Analysis at the Parent account level</a:t>
            </a:r>
          </a:p>
          <a:p>
            <a:pPr>
              <a:defRPr/>
            </a:pPr>
            <a:r>
              <a:rPr lang="en-US" sz="800" i="1" dirty="0">
                <a:solidFill>
                  <a:srgbClr val="54565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Source: 867 sales</a:t>
            </a:r>
          </a:p>
        </p:txBody>
      </p:sp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F4CD28F8-79B3-E3CE-5DAA-52085A08297D}"/>
              </a:ext>
            </a:extLst>
          </p:cNvPr>
          <p:cNvSpPr txBox="1">
            <a:spLocks/>
          </p:cNvSpPr>
          <p:nvPr/>
        </p:nvSpPr>
        <p:spPr>
          <a:xfrm>
            <a:off x="11445073" y="6520644"/>
            <a:ext cx="315764" cy="16151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  <a:defRPr/>
            </a:pPr>
            <a:fld id="{1F581F51-E9B4-480E-BE98-87EF91CB5008}" type="slidenum">
              <a:rPr lang="en-US" altLang="en-US" sz="800" smtClean="0">
                <a:solidFill>
                  <a:srgbClr val="C6CAC6"/>
                </a:solidFill>
                <a:latin typeface="Trebuchet MS" panose="020B0703020202090204" pitchFamily="34" charset="0"/>
              </a:rPr>
              <a:pPr>
                <a:spcAft>
                  <a:spcPts val="600"/>
                </a:spcAft>
                <a:defRPr/>
              </a:pPr>
              <a:t>10</a:t>
            </a:fld>
            <a:endParaRPr lang="en-US" altLang="en-US" sz="800" dirty="0">
              <a:solidFill>
                <a:srgbClr val="C6CAC6"/>
              </a:solidFill>
              <a:latin typeface="Trebuchet MS" panose="020B070302020209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135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  <p:bldGraphic spid="3" grpId="0">
        <p:bldAsOne/>
      </p:bldGraphic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604E4EF4-26F3-CB8D-8771-4D88A689F0F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14216049"/>
              </p:ext>
            </p:extLst>
          </p:nvPr>
        </p:nvGraphicFramePr>
        <p:xfrm>
          <a:off x="575200" y="491477"/>
          <a:ext cx="8206510" cy="64067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5CD33E2B-CB53-250C-9172-4FDF0C2E0B2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47336665"/>
              </p:ext>
            </p:extLst>
          </p:nvPr>
        </p:nvGraphicFramePr>
        <p:xfrm>
          <a:off x="827176" y="2246690"/>
          <a:ext cx="4707135" cy="28417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6508B0A0-6F80-E33F-18E8-9BBABC5C9B3F}"/>
              </a:ext>
            </a:extLst>
          </p:cNvPr>
          <p:cNvSpPr txBox="1"/>
          <p:nvPr/>
        </p:nvSpPr>
        <p:spPr>
          <a:xfrm>
            <a:off x="2723543" y="3215623"/>
            <a:ext cx="914400" cy="952143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54565B"/>
                </a:solidFill>
                <a:effectLst/>
                <a:uLnTx/>
                <a:uFillTx/>
                <a:latin typeface="Trebuchet MS" panose="020B0703020202090204" pitchFamily="34" charset="0"/>
                <a:ea typeface="+mn-ea"/>
                <a:cs typeface="+mn-cs"/>
              </a:rPr>
              <a:t>TrodelvyR12M % contr. to nation</a:t>
            </a:r>
          </a:p>
        </p:txBody>
      </p: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5B7F8434-1D8F-9C12-68CA-8E2E3B0DCB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9090708"/>
              </p:ext>
            </p:extLst>
          </p:nvPr>
        </p:nvGraphicFramePr>
        <p:xfrm>
          <a:off x="6350696" y="1339701"/>
          <a:ext cx="5574081" cy="44581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7981">
                  <a:extLst>
                    <a:ext uri="{9D8B030D-6E8A-4147-A177-3AD203B41FA5}">
                      <a16:colId xmlns:a16="http://schemas.microsoft.com/office/drawing/2014/main" val="1268905898"/>
                    </a:ext>
                  </a:extLst>
                </a:gridCol>
                <a:gridCol w="1317708">
                  <a:extLst>
                    <a:ext uri="{9D8B030D-6E8A-4147-A177-3AD203B41FA5}">
                      <a16:colId xmlns:a16="http://schemas.microsoft.com/office/drawing/2014/main" val="2156664354"/>
                    </a:ext>
                  </a:extLst>
                </a:gridCol>
                <a:gridCol w="1420525">
                  <a:extLst>
                    <a:ext uri="{9D8B030D-6E8A-4147-A177-3AD203B41FA5}">
                      <a16:colId xmlns:a16="http://schemas.microsoft.com/office/drawing/2014/main" val="820899398"/>
                    </a:ext>
                  </a:extLst>
                </a:gridCol>
                <a:gridCol w="1497867">
                  <a:extLst>
                    <a:ext uri="{9D8B030D-6E8A-4147-A177-3AD203B41FA5}">
                      <a16:colId xmlns:a16="http://schemas.microsoft.com/office/drawing/2014/main" val="3378294460"/>
                    </a:ext>
                  </a:extLst>
                </a:gridCol>
              </a:tblGrid>
              <a:tr h="834082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j-lt"/>
                        </a:rPr>
                        <a:t>Account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j-lt"/>
                        </a:rPr>
                        <a:t>KAD Targets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 kern="1200">
                          <a:solidFill>
                            <a:srgbClr val="FFFFFF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R13W vs P13W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%</a:t>
                      </a:r>
                      <a:r>
                        <a:rPr lang="en-US" sz="8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TRO | %ENH | %TPCs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R12M  </a:t>
                      </a:r>
                    </a:p>
                    <a:p>
                      <a:pPr algn="ctr"/>
                      <a:r>
                        <a:rPr lang="en-US" sz="10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% Contribution to Nation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%TRO | %ENH | %TPCs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7964968"/>
                  </a:ext>
                </a:extLst>
              </a:tr>
              <a:tr h="374945">
                <a:tc rowSpan="3"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kern="1200" dirty="0">
                          <a:solidFill>
                            <a:schemeClr val="accent6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Academic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kern="1200" dirty="0">
                          <a:solidFill>
                            <a:schemeClr val="accent6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Academic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uLnTx/>
                          <a:uFillTx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5%|4%|-3%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uLnTx/>
                          <a:uFillTx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7575287"/>
                  </a:ext>
                </a:extLst>
              </a:tr>
              <a:tr h="37494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kern="1200" dirty="0">
                          <a:solidFill>
                            <a:schemeClr val="accent6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uLnTx/>
                          <a:uFillTx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7%|5%|-3%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accent6"/>
                          </a:solidFill>
                          <a:effectLst/>
                          <a:latin typeface="Trebuchet MS" panose="020B0703020202090204" pitchFamily="34" charset="0"/>
                        </a:rPr>
                        <a:t>27% | 25% | 20%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1872710"/>
                  </a:ext>
                </a:extLst>
              </a:tr>
              <a:tr h="37494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chemeClr val="accent6"/>
                          </a:solidFill>
                          <a:effectLst/>
                          <a:latin typeface="Trebuchet MS" panose="020B0703020202090204" pitchFamily="34" charset="0"/>
                        </a:rPr>
                        <a:t>No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uLnTx/>
                          <a:uFillTx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-4%|0%|-3%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accent6"/>
                          </a:solidFill>
                          <a:effectLst/>
                          <a:latin typeface="Trebuchet MS" panose="020B0703020202090204" pitchFamily="34" charset="0"/>
                        </a:rPr>
                        <a:t>7% | 5% | 6%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0220186"/>
                  </a:ext>
                </a:extLst>
              </a:tr>
              <a:tr h="374945">
                <a:tc rowSpan="3"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chemeClr val="accent6"/>
                          </a:solidFill>
                          <a:effectLst/>
                          <a:latin typeface="Trebuchet MS" panose="020B0703020202090204" pitchFamily="34" charset="0"/>
                        </a:rPr>
                        <a:t>Community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kern="1200" dirty="0">
                          <a:solidFill>
                            <a:schemeClr val="accent6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Community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uLnTx/>
                          <a:uFillTx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0%|-1%|-2%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uLnTx/>
                          <a:uFillTx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3874828"/>
                  </a:ext>
                </a:extLst>
              </a:tr>
              <a:tr h="37494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kern="1200" dirty="0">
                          <a:solidFill>
                            <a:schemeClr val="accent6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uLnTx/>
                          <a:uFillTx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-6%|1%|-1%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accent6"/>
                          </a:solidFill>
                          <a:effectLst/>
                          <a:latin typeface="Trebuchet MS" panose="020B0703020202090204" pitchFamily="34" charset="0"/>
                        </a:rPr>
                        <a:t>18% | 16% | 14%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4848961"/>
                  </a:ext>
                </a:extLst>
              </a:tr>
              <a:tr h="33316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kern="1200" dirty="0">
                          <a:solidFill>
                            <a:schemeClr val="accent6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uLnTx/>
                          <a:uFillTx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10%|-5%|-5%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accent6"/>
                          </a:solidFill>
                          <a:effectLst/>
                          <a:latin typeface="Trebuchet MS" panose="020B0703020202090204" pitchFamily="34" charset="0"/>
                        </a:rPr>
                        <a:t>12% | 10% | 9%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7477488"/>
                  </a:ext>
                </a:extLst>
              </a:tr>
              <a:tr h="374945">
                <a:tc rowSpan="3"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chemeClr val="accent6"/>
                          </a:solidFill>
                          <a:effectLst/>
                          <a:latin typeface="Trebuchet MS" panose="020B0703020202090204" pitchFamily="34" charset="0"/>
                        </a:rPr>
                        <a:t>IDN/Hospital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 dirty="0">
                          <a:solidFill>
                            <a:schemeClr val="accent6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IDN/Hospital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uLnTx/>
                          <a:uFillTx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2%|5%|-3%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uLnTx/>
                          <a:uFillTx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404454"/>
                  </a:ext>
                </a:extLst>
              </a:tr>
              <a:tr h="37494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chemeClr val="accent6"/>
                          </a:solidFill>
                          <a:effectLst/>
                          <a:latin typeface="Trebuchet MS" panose="020B0703020202090204" pitchFamily="34" charset="0"/>
                        </a:rPr>
                        <a:t>Yes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uLnTx/>
                          <a:uFillTx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5%|3%|-1%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accent6"/>
                          </a:solidFill>
                          <a:effectLst/>
                          <a:latin typeface="Trebuchet MS" panose="020B0703020202090204" pitchFamily="34" charset="0"/>
                        </a:rPr>
                        <a:t>9% | 8% | 8%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8021095"/>
                  </a:ext>
                </a:extLst>
              </a:tr>
              <a:tr h="33316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chemeClr val="accent6"/>
                          </a:solidFill>
                          <a:effectLst/>
                          <a:latin typeface="Trebuchet MS" panose="020B0703020202090204" pitchFamily="34" charset="0"/>
                        </a:rPr>
                        <a:t>No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uLnTx/>
                          <a:uFillTx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1%|6%|-5%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accent6"/>
                          </a:solidFill>
                          <a:effectLst/>
                          <a:latin typeface="Trebuchet MS" panose="020B0703020202090204" pitchFamily="34" charset="0"/>
                        </a:rPr>
                        <a:t>20% | 19% | 21%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195755"/>
                  </a:ext>
                </a:extLst>
              </a:tr>
              <a:tr h="33316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chemeClr val="accent6"/>
                          </a:solidFill>
                          <a:effectLst/>
                          <a:latin typeface="Trebuchet MS" panose="020B0703020202090204" pitchFamily="34" charset="0"/>
                        </a:rPr>
                        <a:t>National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chemeClr val="accent6"/>
                          </a:solidFill>
                          <a:effectLst/>
                          <a:latin typeface="Trebuchet MS" panose="020B0703020202090204" pitchFamily="34" charset="0"/>
                        </a:rPr>
                        <a:t>National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uLnTx/>
                          <a:uFillTx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3%|3%|-2%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uLnTx/>
                          <a:uFillTx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9596304"/>
                  </a:ext>
                </a:extLst>
              </a:tr>
            </a:tbl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322A757E-FDD3-D7A3-44D3-D7EFF9298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412" y="73794"/>
            <a:ext cx="10925175" cy="663575"/>
          </a:xfrm>
        </p:spPr>
        <p:txBody>
          <a:bodyPr vert="horz"/>
          <a:lstStyle/>
          <a:p>
            <a:pPr>
              <a:lnSpc>
                <a:spcPct val="100000"/>
              </a:lnSpc>
            </a:pPr>
            <a:r>
              <a:rPr lang="en-US" sz="2400" dirty="0">
                <a:latin typeface="Trebuchet MS"/>
              </a:rPr>
              <a:t>[… Add Takeaway]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86A9A0-F615-3171-3A4F-2C14001C6A0B}"/>
              </a:ext>
            </a:extLst>
          </p:cNvPr>
          <p:cNvSpPr txBox="1"/>
          <p:nvPr/>
        </p:nvSpPr>
        <p:spPr>
          <a:xfrm>
            <a:off x="156268" y="6439694"/>
            <a:ext cx="8550115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lvl="0">
              <a:defRPr sz="1050" i="1">
                <a:solidFill>
                  <a:srgbClr val="54565B"/>
                </a:solidFill>
              </a:defRPr>
            </a:lvl1pPr>
          </a:lstStyle>
          <a:p>
            <a:pPr>
              <a:defRPr/>
            </a:pPr>
            <a:r>
              <a:rPr lang="en-US" sz="800" i="1" dirty="0">
                <a:solidFill>
                  <a:srgbClr val="54565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Analysis at the Parent account level</a:t>
            </a:r>
          </a:p>
          <a:p>
            <a:pPr>
              <a:defRPr/>
            </a:pPr>
            <a:r>
              <a:rPr lang="en-US" sz="800" i="1" dirty="0">
                <a:solidFill>
                  <a:srgbClr val="54565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Source: 867 sales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41B07E59-AE0D-5C73-6D24-B825B54879A5}"/>
              </a:ext>
            </a:extLst>
          </p:cNvPr>
          <p:cNvSpPr txBox="1">
            <a:spLocks/>
          </p:cNvSpPr>
          <p:nvPr/>
        </p:nvSpPr>
        <p:spPr>
          <a:xfrm>
            <a:off x="11445073" y="6520644"/>
            <a:ext cx="315764" cy="16151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  <a:defRPr/>
            </a:pPr>
            <a:fld id="{1F581F51-E9B4-480E-BE98-87EF91CB5008}" type="slidenum">
              <a:rPr lang="en-US" altLang="en-US" sz="800" smtClean="0">
                <a:solidFill>
                  <a:srgbClr val="C6CAC6"/>
                </a:solidFill>
                <a:latin typeface="Trebuchet MS" panose="020B0703020202090204" pitchFamily="34" charset="0"/>
              </a:rPr>
              <a:pPr>
                <a:spcAft>
                  <a:spcPts val="600"/>
                </a:spcAft>
                <a:defRPr/>
              </a:pPr>
              <a:t>11</a:t>
            </a:fld>
            <a:endParaRPr lang="en-US" altLang="en-US" sz="800" dirty="0">
              <a:solidFill>
                <a:srgbClr val="C6CAC6"/>
              </a:solidFill>
              <a:latin typeface="Trebuchet MS" panose="020B070302020209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4952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9" grpId="0">
        <p:bldAsOne/>
      </p:bldGraphic>
      <p:bldGraphic spid="13" grpId="0">
        <p:bldAsOne/>
      </p:bldGraphic>
      <p:bldP spid="1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6A724DFA-225B-BC3A-8960-37D308FCDD5F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669462857"/>
              </p:ext>
            </p:extLst>
          </p:nvPr>
        </p:nvGraphicFramePr>
        <p:xfrm>
          <a:off x="1177925" y="4154488"/>
          <a:ext cx="10372725" cy="2003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BCB4C0-5159-C87B-76AD-5A1A76FB54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BEAA09E-D67E-864E-8466-C38E88600C4F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68995CD-BA6C-AEB2-21D9-1264D89BA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850" y="103035"/>
            <a:ext cx="10972800" cy="614363"/>
          </a:xfrm>
        </p:spPr>
        <p:txBody>
          <a:bodyPr vert="horz"/>
          <a:lstStyle/>
          <a:p>
            <a:pPr>
              <a:lnSpc>
                <a:spcPct val="100000"/>
              </a:lnSpc>
            </a:pPr>
            <a:r>
              <a:rPr lang="en-US" sz="2400" dirty="0">
                <a:latin typeface="Trebuchet MS"/>
              </a:rPr>
              <a:t>[… Add Takeaway]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3498DD-1DEA-658C-240C-080D601D7093}"/>
              </a:ext>
            </a:extLst>
          </p:cNvPr>
          <p:cNvSpPr txBox="1"/>
          <p:nvPr/>
        </p:nvSpPr>
        <p:spPr>
          <a:xfrm>
            <a:off x="6266688" y="943902"/>
            <a:ext cx="504273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rebuchet MS" panose="020B0703020202090204" pitchFamily="34" charset="0"/>
              </a:rPr>
              <a:t>R13W vs P13W</a:t>
            </a:r>
          </a:p>
          <a:p>
            <a:endParaRPr lang="en-US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28402A-B5B2-17E0-4C91-3C26A375FC8B}"/>
              </a:ext>
            </a:extLst>
          </p:cNvPr>
          <p:cNvSpPr txBox="1"/>
          <p:nvPr/>
        </p:nvSpPr>
        <p:spPr>
          <a:xfrm>
            <a:off x="614358" y="943902"/>
            <a:ext cx="48689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rebuchet MS" panose="020B0703020202090204" pitchFamily="34" charset="0"/>
              </a:rPr>
              <a:t>R4W vs P4W</a:t>
            </a:r>
          </a:p>
          <a:p>
            <a:r>
              <a:rPr lang="en-US" sz="1600" dirty="0">
                <a:latin typeface="Trebuchet MS" panose="020B0703020202090204" pitchFamily="34" charset="0"/>
              </a:rPr>
              <a:t> </a:t>
            </a:r>
          </a:p>
          <a:p>
            <a:r>
              <a:rPr lang="en-US" sz="1600" dirty="0">
                <a:latin typeface="Trebuchet MS" panose="020B0703020202090204" pitchFamily="34" charset="0"/>
              </a:rPr>
              <a:t>             </a:t>
            </a:r>
          </a:p>
        </p:txBody>
      </p:sp>
    </p:spTree>
    <p:extLst>
      <p:ext uri="{BB962C8B-B14F-4D97-AF65-F5344CB8AC3E}">
        <p14:creationId xmlns:p14="http://schemas.microsoft.com/office/powerpoint/2010/main" val="5513561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Creating Possible">
  <a:themeElements>
    <a:clrScheme name="Custom 19">
      <a:dk1>
        <a:srgbClr val="54565B"/>
      </a:dk1>
      <a:lt1>
        <a:srgbClr val="FFFFFF"/>
      </a:lt1>
      <a:dk2>
        <a:srgbClr val="C50E3C"/>
      </a:dk2>
      <a:lt2>
        <a:srgbClr val="C6CAC6"/>
      </a:lt2>
      <a:accent1>
        <a:srgbClr val="203661"/>
      </a:accent1>
      <a:accent2>
        <a:srgbClr val="3C587F"/>
      </a:accent2>
      <a:accent3>
        <a:srgbClr val="8DC1C5"/>
      </a:accent3>
      <a:accent4>
        <a:srgbClr val="688C38"/>
      </a:accent4>
      <a:accent5>
        <a:srgbClr val="AEB618"/>
      </a:accent5>
      <a:accent6>
        <a:srgbClr val="000000"/>
      </a:accent6>
      <a:hlink>
        <a:srgbClr val="3A6C8A"/>
      </a:hlink>
      <a:folHlink>
        <a:srgbClr val="8F7F9E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19050" cap="flat">
          <a:solidFill>
            <a:schemeClr val="accent1"/>
          </a:solidFill>
          <a:miter lim="400000"/>
        </a:ln>
        <a:effectLst/>
        <a:sp3d/>
      </a:spPr>
      <a:bodyPr rot="0" spcFirstLastPara="1" vert="horz" wrap="square" lIns="45719" tIns="45719" rIns="45719" bIns="45719" numCol="1" spcCol="38100" rtlCol="0" anchor="ctr">
        <a:noAutofit/>
      </a:bodyPr>
      <a:lstStyle>
        <a:defPPr marL="0" marR="0" indent="0" algn="ctr" defTabSz="914400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dirty="0"/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IR Template">
  <a:themeElements>
    <a:clrScheme name="Custom 18">
      <a:dk1>
        <a:srgbClr val="54565B"/>
      </a:dk1>
      <a:lt1>
        <a:srgbClr val="FFFFFF"/>
      </a:lt1>
      <a:dk2>
        <a:srgbClr val="C50E3C"/>
      </a:dk2>
      <a:lt2>
        <a:srgbClr val="C6CAC6"/>
      </a:lt2>
      <a:accent1>
        <a:srgbClr val="203661"/>
      </a:accent1>
      <a:accent2>
        <a:srgbClr val="3C587F"/>
      </a:accent2>
      <a:accent3>
        <a:srgbClr val="8DC1C5"/>
      </a:accent3>
      <a:accent4>
        <a:srgbClr val="688C38"/>
      </a:accent4>
      <a:accent5>
        <a:srgbClr val="000000"/>
      </a:accent5>
      <a:accent6>
        <a:srgbClr val="000000"/>
      </a:accent6>
      <a:hlink>
        <a:srgbClr val="3A6C8A"/>
      </a:hlink>
      <a:folHlink>
        <a:srgbClr val="8F7F9E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Creating Possible">
  <a:themeElements>
    <a:clrScheme name="Custom 19">
      <a:dk1>
        <a:srgbClr val="54565B"/>
      </a:dk1>
      <a:lt1>
        <a:srgbClr val="FFFFFF"/>
      </a:lt1>
      <a:dk2>
        <a:srgbClr val="C50E3C"/>
      </a:dk2>
      <a:lt2>
        <a:srgbClr val="C6CAC6"/>
      </a:lt2>
      <a:accent1>
        <a:srgbClr val="203661"/>
      </a:accent1>
      <a:accent2>
        <a:srgbClr val="3C587F"/>
      </a:accent2>
      <a:accent3>
        <a:srgbClr val="8DC1C5"/>
      </a:accent3>
      <a:accent4>
        <a:srgbClr val="688C38"/>
      </a:accent4>
      <a:accent5>
        <a:srgbClr val="AEB618"/>
      </a:accent5>
      <a:accent6>
        <a:srgbClr val="000000"/>
      </a:accent6>
      <a:hlink>
        <a:srgbClr val="3A6C8A"/>
      </a:hlink>
      <a:folHlink>
        <a:srgbClr val="8F7F9E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Creating Possible">
  <a:themeElements>
    <a:clrScheme name="Custom 19">
      <a:dk1>
        <a:srgbClr val="54565B"/>
      </a:dk1>
      <a:lt1>
        <a:srgbClr val="FFFFFF"/>
      </a:lt1>
      <a:dk2>
        <a:srgbClr val="C50E3C"/>
      </a:dk2>
      <a:lt2>
        <a:srgbClr val="C6CAC6"/>
      </a:lt2>
      <a:accent1>
        <a:srgbClr val="203661"/>
      </a:accent1>
      <a:accent2>
        <a:srgbClr val="3C587F"/>
      </a:accent2>
      <a:accent3>
        <a:srgbClr val="8DC1C5"/>
      </a:accent3>
      <a:accent4>
        <a:srgbClr val="688C38"/>
      </a:accent4>
      <a:accent5>
        <a:srgbClr val="AEB618"/>
      </a:accent5>
      <a:accent6>
        <a:srgbClr val="000000"/>
      </a:accent6>
      <a:hlink>
        <a:srgbClr val="3A6C8A"/>
      </a:hlink>
      <a:folHlink>
        <a:srgbClr val="8F7F9E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6971665CAA92F429A86984238E1F3CB" ma:contentTypeVersion="15" ma:contentTypeDescription="Create a new document." ma:contentTypeScope="" ma:versionID="9df47bbabb5bf612fc0300002e720efb">
  <xsd:schema xmlns:xsd="http://www.w3.org/2001/XMLSchema" xmlns:xs="http://www.w3.org/2001/XMLSchema" xmlns:p="http://schemas.microsoft.com/office/2006/metadata/properties" xmlns:ns2="1fbf8e00-2ab9-4f65-80f0-9bed5e1d40f1" xmlns:ns3="bbca4c36-4778-4934-a282-86759d060265" targetNamespace="http://schemas.microsoft.com/office/2006/metadata/properties" ma:root="true" ma:fieldsID="d76da360783592ea588db527632ea84f" ns2:_="" ns3:_="">
    <xsd:import namespace="1fbf8e00-2ab9-4f65-80f0-9bed5e1d40f1"/>
    <xsd:import namespace="bbca4c36-4778-4934-a282-86759d06026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bf8e00-2ab9-4f65-80f0-9bed5e1d40f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ca4c36-4778-4934-a282-86759d060265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83EA792-2B25-4630-9A46-AB0FB24D86C4}">
  <ds:schemaRefs>
    <ds:schemaRef ds:uri="c8c7427d-77a2-4fe6-9c4e-6dcf1a20cf39"/>
    <ds:schemaRef ds:uri="http://purl.org/dc/dcmitype/"/>
    <ds:schemaRef ds:uri="http://purl.org/dc/terms/"/>
    <ds:schemaRef ds:uri="http://schemas.microsoft.com/office/infopath/2007/PartnerControls"/>
    <ds:schemaRef ds:uri="ed9d3c0d-4928-4e38-868a-d71954f95214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4A360018-9535-4A41-9FCE-D8F36CEA2AB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fbf8e00-2ab9-4f65-80f0-9bed5e1d40f1"/>
    <ds:schemaRef ds:uri="bbca4c36-4778-4934-a282-86759d06026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E0A6E41-F5B9-4468-8C2E-7C2A7450C3C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17613</TotalTime>
  <Words>2705</Words>
  <Application>Microsoft Macintosh PowerPoint</Application>
  <PresentationFormat>Widescreen</PresentationFormat>
  <Paragraphs>801</Paragraphs>
  <Slides>12</Slides>
  <Notes>11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4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5" baseType="lpstr">
      <vt:lpstr>Apple Symbols</vt:lpstr>
      <vt:lpstr>Arial</vt:lpstr>
      <vt:lpstr>Arial,Sans-Serif</vt:lpstr>
      <vt:lpstr>Calibri</vt:lpstr>
      <vt:lpstr>Georgia</vt:lpstr>
      <vt:lpstr>Proxima Nova Regular</vt:lpstr>
      <vt:lpstr>Trebuchet MS</vt:lpstr>
      <vt:lpstr>Trebuchet MS Regular</vt:lpstr>
      <vt:lpstr>Creating Possible</vt:lpstr>
      <vt:lpstr>IR Template</vt:lpstr>
      <vt:lpstr>1_Creating Possible</vt:lpstr>
      <vt:lpstr>2_Creating Possible</vt:lpstr>
      <vt:lpstr>think-cell Slide</vt:lpstr>
      <vt:lpstr>Trodelvy Weekly Demand [… Add Takeaway]</vt:lpstr>
      <vt:lpstr>[… Add Takeaway]</vt:lpstr>
      <vt:lpstr>[… Add Takeaway]</vt:lpstr>
      <vt:lpstr>[… Add Takeaway]</vt:lpstr>
      <vt:lpstr>[… Add Takeaway]</vt:lpstr>
      <vt:lpstr>[… Add Takeaway]</vt:lpstr>
      <vt:lpstr>PowerPoint Presentation</vt:lpstr>
      <vt:lpstr>PowerPoint Presentation</vt:lpstr>
      <vt:lpstr>PowerPoint Presentation</vt:lpstr>
      <vt:lpstr>[… Add Takeaway]</vt:lpstr>
      <vt:lpstr>[… Add Takeaway]</vt:lpstr>
      <vt:lpstr>[… Add Takeaway]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Sean Lavigne</dc:creator>
  <cp:lastModifiedBy>sanga peerreddy</cp:lastModifiedBy>
  <cp:revision>477</cp:revision>
  <cp:lastPrinted>2020-02-21T21:57:10Z</cp:lastPrinted>
  <dcterms:created xsi:type="dcterms:W3CDTF">2018-05-31T15:44:29Z</dcterms:created>
  <dcterms:modified xsi:type="dcterms:W3CDTF">2025-02-13T05:51:02Z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0x010100F6971665CAA92F429A86984238E1F3CB</vt:lpwstr>
  </property>
  <property fmtid="{D5CDD505-2E9C-101B-9397-08002B2CF9AE}" pid="3" name="MSIP_Label_418c1083-8924-401d-97ae-40f5eed0fcd8_Enabled">
    <vt:lpwstr>true</vt:lpwstr>
  </property>
  <property fmtid="{D5CDD505-2E9C-101B-9397-08002B2CF9AE}" pid="4" name="MSIP_Label_418c1083-8924-401d-97ae-40f5eed0fcd8_SetDate">
    <vt:lpwstr>2022-05-04T19:56:08Z</vt:lpwstr>
  </property>
  <property fmtid="{D5CDD505-2E9C-101B-9397-08002B2CF9AE}" pid="5" name="MSIP_Label_418c1083-8924-401d-97ae-40f5eed0fcd8_Method">
    <vt:lpwstr>Standard</vt:lpwstr>
  </property>
  <property fmtid="{D5CDD505-2E9C-101B-9397-08002B2CF9AE}" pid="6" name="MSIP_Label_418c1083-8924-401d-97ae-40f5eed0fcd8_Name">
    <vt:lpwstr>418c1083-8924-401d-97ae-40f5eed0fcd8</vt:lpwstr>
  </property>
  <property fmtid="{D5CDD505-2E9C-101B-9397-08002B2CF9AE}" pid="7" name="MSIP_Label_418c1083-8924-401d-97ae-40f5eed0fcd8_SiteId">
    <vt:lpwstr>a5a8bcaa-3292-41e6-b735-5e8b21f4dbfd</vt:lpwstr>
  </property>
  <property fmtid="{D5CDD505-2E9C-101B-9397-08002B2CF9AE}" pid="8" name="MSIP_Label_418c1083-8924-401d-97ae-40f5eed0fcd8_ActionId">
    <vt:lpwstr>65ec2306-bbd3-4788-a0a0-601c0eb7d06b</vt:lpwstr>
  </property>
  <property fmtid="{D5CDD505-2E9C-101B-9397-08002B2CF9AE}" pid="9" name="MSIP_Label_418c1083-8924-401d-97ae-40f5eed0fcd8_ContentBits">
    <vt:lpwstr>0</vt:lpwstr>
  </property>
</Properties>
</file>