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19"/>
  </p:notesMasterIdLst>
  <p:sldIdLst>
    <p:sldId id="2147483609" r:id="rId5"/>
    <p:sldId id="2147483610" r:id="rId6"/>
    <p:sldId id="2147483631" r:id="rId7"/>
    <p:sldId id="2147483612" r:id="rId8"/>
    <p:sldId id="2147483632" r:id="rId9"/>
    <p:sldId id="2147483633" r:id="rId10"/>
    <p:sldId id="2147483634" r:id="rId11"/>
    <p:sldId id="2147483635" r:id="rId12"/>
    <p:sldId id="2147483636" r:id="rId13"/>
    <p:sldId id="2147483637" r:id="rId14"/>
    <p:sldId id="2147483638" r:id="rId15"/>
    <p:sldId id="2147483639" r:id="rId16"/>
    <p:sldId id="2147483640" r:id="rId17"/>
    <p:sldId id="2147483644" r:id="rId18"/>
  </p:sldIdLst>
  <p:sldSz cx="12192000" cy="6858000"/>
  <p:notesSz cx="7010400" cy="9296400"/>
  <p:embeddedFontLst>
    <p:embeddedFont>
      <p:font typeface="Arial Black" panose="020B0604020202020204" pitchFamily="34" charset="0"/>
      <p:bold r:id="rId20"/>
    </p:embeddedFont>
    <p:embeddedFont>
      <p:font typeface="Proxima Nova" panose="02000506030000020004" pitchFamily="2" charset="0"/>
      <p:regular r:id="rId21"/>
      <p:bold r:id="rId22"/>
      <p:italic r:id="rId23"/>
      <p:boldItalic r:id="rId24"/>
    </p:embeddedFont>
    <p:embeddedFont>
      <p:font typeface="Trebuchet MS" panose="020B070302020209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2"/>
    <p:restoredTop sz="94680"/>
  </p:normalViewPr>
  <p:slideViewPr>
    <p:cSldViewPr snapToGrid="0">
      <p:cViewPr varScale="1">
        <p:scale>
          <a:sx n="122" d="100"/>
          <a:sy n="122" d="100"/>
        </p:scale>
        <p:origin x="24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3"/>
            <c:bubble3D val="0"/>
            <c:extLst>
              <c:ext xmlns:c16="http://schemas.microsoft.com/office/drawing/2014/chart" uri="{C3380CC4-5D6E-409C-BE32-E72D297353CC}">
                <c16:uniqueId val="{00000000-215D-8740-A22A-40F262EEE48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19417293</c:v>
                </c:pt>
                <c:pt idx="1">
                  <c:v>19920815</c:v>
                </c:pt>
                <c:pt idx="2">
                  <c:v>19596904</c:v>
                </c:pt>
                <c:pt idx="3">
                  <c:v>19897084</c:v>
                </c:pt>
                <c:pt idx="4">
                  <c:v>13849363</c:v>
                </c:pt>
                <c:pt idx="5">
                  <c:v>20611831</c:v>
                </c:pt>
                <c:pt idx="6">
                  <c:v>19727147</c:v>
                </c:pt>
                <c:pt idx="7">
                  <c:v>19485551</c:v>
                </c:pt>
                <c:pt idx="8">
                  <c:v>18074613</c:v>
                </c:pt>
                <c:pt idx="9">
                  <c:v>13613603</c:v>
                </c:pt>
                <c:pt idx="10">
                  <c:v>16720609</c:v>
                </c:pt>
                <c:pt idx="11">
                  <c:v>19148818</c:v>
                </c:pt>
                <c:pt idx="12">
                  <c:v>17021752</c:v>
                </c:pt>
                <c:pt idx="13">
                  <c:v>18736772</c:v>
                </c:pt>
                <c:pt idx="14">
                  <c:v>19114972</c:v>
                </c:pt>
                <c:pt idx="15">
                  <c:v>18319265</c:v>
                </c:pt>
                <c:pt idx="16">
                  <c:v>16455524</c:v>
                </c:pt>
                <c:pt idx="17">
                  <c:v>14814738</c:v>
                </c:pt>
                <c:pt idx="18">
                  <c:v>15750485</c:v>
                </c:pt>
                <c:pt idx="19">
                  <c:v>15590225</c:v>
                </c:pt>
                <c:pt idx="20">
                  <c:v>14950406</c:v>
                </c:pt>
                <c:pt idx="21">
                  <c:v>15154068</c:v>
                </c:pt>
                <c:pt idx="22">
                  <c:v>14711808</c:v>
                </c:pt>
                <c:pt idx="23">
                  <c:v>15855258</c:v>
                </c:pt>
                <c:pt idx="24">
                  <c:v>15483408</c:v>
                </c:pt>
                <c:pt idx="25">
                  <c:v>15783406</c:v>
                </c:pt>
                <c:pt idx="26">
                  <c:v>15642951</c:v>
                </c:pt>
                <c:pt idx="27">
                  <c:v>16532354</c:v>
                </c:pt>
                <c:pt idx="28">
                  <c:v>15781766</c:v>
                </c:pt>
                <c:pt idx="29">
                  <c:v>15714194</c:v>
                </c:pt>
                <c:pt idx="30">
                  <c:v>15458545</c:v>
                </c:pt>
                <c:pt idx="31">
                  <c:v>13963023</c:v>
                </c:pt>
                <c:pt idx="32">
                  <c:v>15949355</c:v>
                </c:pt>
                <c:pt idx="33">
                  <c:v>15482386</c:v>
                </c:pt>
                <c:pt idx="34">
                  <c:v>15132952</c:v>
                </c:pt>
                <c:pt idx="35">
                  <c:v>15421867</c:v>
                </c:pt>
                <c:pt idx="36">
                  <c:v>13180791</c:v>
                </c:pt>
                <c:pt idx="37">
                  <c:v>15648258</c:v>
                </c:pt>
                <c:pt idx="38">
                  <c:v>15288835</c:v>
                </c:pt>
                <c:pt idx="39">
                  <c:v>15201513</c:v>
                </c:pt>
                <c:pt idx="40">
                  <c:v>15832589</c:v>
                </c:pt>
                <c:pt idx="41">
                  <c:v>15402874</c:v>
                </c:pt>
                <c:pt idx="42">
                  <c:v>15500893</c:v>
                </c:pt>
                <c:pt idx="43">
                  <c:v>15610418</c:v>
                </c:pt>
                <c:pt idx="44">
                  <c:v>16104738</c:v>
                </c:pt>
                <c:pt idx="45">
                  <c:v>14160296</c:v>
                </c:pt>
                <c:pt idx="46">
                  <c:v>16142423</c:v>
                </c:pt>
                <c:pt idx="47">
                  <c:v>16246369</c:v>
                </c:pt>
                <c:pt idx="48">
                  <c:v>15863833</c:v>
                </c:pt>
                <c:pt idx="49">
                  <c:v>16963715</c:v>
                </c:pt>
                <c:pt idx="50">
                  <c:v>15741222</c:v>
                </c:pt>
                <c:pt idx="51">
                  <c:v>15923908</c:v>
                </c:pt>
                <c:pt idx="52">
                  <c:v>16163478</c:v>
                </c:pt>
                <c:pt idx="53">
                  <c:v>16652912</c:v>
                </c:pt>
                <c:pt idx="54">
                  <c:v>16436213</c:v>
                </c:pt>
                <c:pt idx="55">
                  <c:v>16374039</c:v>
                </c:pt>
                <c:pt idx="56">
                  <c:v>16537800</c:v>
                </c:pt>
                <c:pt idx="57">
                  <c:v>12000575</c:v>
                </c:pt>
                <c:pt idx="58">
                  <c:v>17025583</c:v>
                </c:pt>
                <c:pt idx="59">
                  <c:v>16341715</c:v>
                </c:pt>
                <c:pt idx="60">
                  <c:v>16323969</c:v>
                </c:pt>
                <c:pt idx="61">
                  <c:v>9994091</c:v>
                </c:pt>
                <c:pt idx="62">
                  <c:v>12966976</c:v>
                </c:pt>
                <c:pt idx="63">
                  <c:v>15831770</c:v>
                </c:pt>
                <c:pt idx="64">
                  <c:v>16632348</c:v>
                </c:pt>
                <c:pt idx="65">
                  <c:v>14882040</c:v>
                </c:pt>
                <c:pt idx="66">
                  <c:v>16965375</c:v>
                </c:pt>
                <c:pt idx="67">
                  <c:v>16624599</c:v>
                </c:pt>
                <c:pt idx="68">
                  <c:v>15942349</c:v>
                </c:pt>
                <c:pt idx="69">
                  <c:v>15268059</c:v>
                </c:pt>
                <c:pt idx="70">
                  <c:v>17097877</c:v>
                </c:pt>
                <c:pt idx="71">
                  <c:v>16639377</c:v>
                </c:pt>
                <c:pt idx="72">
                  <c:v>16333183</c:v>
                </c:pt>
                <c:pt idx="73">
                  <c:v>15948078</c:v>
                </c:pt>
                <c:pt idx="74">
                  <c:v>15820379</c:v>
                </c:pt>
                <c:pt idx="75">
                  <c:v>16812583</c:v>
                </c:pt>
                <c:pt idx="76">
                  <c:v>16340491</c:v>
                </c:pt>
                <c:pt idx="77">
                  <c:v>15799384</c:v>
                </c:pt>
                <c:pt idx="78">
                  <c:v>15998120</c:v>
                </c:pt>
                <c:pt idx="79">
                  <c:v>16738707</c:v>
                </c:pt>
                <c:pt idx="80">
                  <c:v>16242371</c:v>
                </c:pt>
                <c:pt idx="81">
                  <c:v>16099628</c:v>
                </c:pt>
                <c:pt idx="82">
                  <c:v>15935108</c:v>
                </c:pt>
                <c:pt idx="83">
                  <c:v>14368287</c:v>
                </c:pt>
                <c:pt idx="84">
                  <c:v>16244930</c:v>
                </c:pt>
                <c:pt idx="85">
                  <c:v>15823183</c:v>
                </c:pt>
                <c:pt idx="86">
                  <c:v>15501834</c:v>
                </c:pt>
                <c:pt idx="87">
                  <c:v>15516988</c:v>
                </c:pt>
                <c:pt idx="88">
                  <c:v>14230757</c:v>
                </c:pt>
                <c:pt idx="89">
                  <c:v>15953570</c:v>
                </c:pt>
                <c:pt idx="90">
                  <c:v>15763591</c:v>
                </c:pt>
                <c:pt idx="91">
                  <c:v>15513509</c:v>
                </c:pt>
                <c:pt idx="92">
                  <c:v>16063025</c:v>
                </c:pt>
                <c:pt idx="93">
                  <c:v>15711553</c:v>
                </c:pt>
                <c:pt idx="94">
                  <c:v>15601921</c:v>
                </c:pt>
                <c:pt idx="95">
                  <c:v>15491217</c:v>
                </c:pt>
                <c:pt idx="96">
                  <c:v>15568791</c:v>
                </c:pt>
                <c:pt idx="97">
                  <c:v>14063210</c:v>
                </c:pt>
                <c:pt idx="98">
                  <c:v>15424580</c:v>
                </c:pt>
                <c:pt idx="99">
                  <c:v>15079978</c:v>
                </c:pt>
                <c:pt idx="100">
                  <c:v>14502382</c:v>
                </c:pt>
                <c:pt idx="101">
                  <c:v>13232525</c:v>
                </c:pt>
                <c:pt idx="102">
                  <c:v>11186647</c:v>
                </c:pt>
                <c:pt idx="103">
                  <c:v>8926246</c:v>
                </c:pt>
                <c:pt idx="104">
                  <c:v>5864582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C4-EC46-B6F7-C1D8CE7E4B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19393091</c:v>
                </c:pt>
                <c:pt idx="1">
                  <c:v>19895907</c:v>
                </c:pt>
                <c:pt idx="2">
                  <c:v>19572300</c:v>
                </c:pt>
                <c:pt idx="3">
                  <c:v>19872255</c:v>
                </c:pt>
                <c:pt idx="4">
                  <c:v>13832659</c:v>
                </c:pt>
                <c:pt idx="5">
                  <c:v>20585700</c:v>
                </c:pt>
                <c:pt idx="6">
                  <c:v>19701842</c:v>
                </c:pt>
                <c:pt idx="7">
                  <c:v>19460819</c:v>
                </c:pt>
                <c:pt idx="8">
                  <c:v>18051967</c:v>
                </c:pt>
                <c:pt idx="9">
                  <c:v>13597512</c:v>
                </c:pt>
                <c:pt idx="10">
                  <c:v>16699924</c:v>
                </c:pt>
                <c:pt idx="11">
                  <c:v>19125190</c:v>
                </c:pt>
                <c:pt idx="12">
                  <c:v>17000663</c:v>
                </c:pt>
                <c:pt idx="13">
                  <c:v>18713878</c:v>
                </c:pt>
                <c:pt idx="14">
                  <c:v>19089792</c:v>
                </c:pt>
                <c:pt idx="15">
                  <c:v>18294949</c:v>
                </c:pt>
                <c:pt idx="16">
                  <c:v>16434119</c:v>
                </c:pt>
                <c:pt idx="17">
                  <c:v>14795922</c:v>
                </c:pt>
                <c:pt idx="18">
                  <c:v>15730086</c:v>
                </c:pt>
                <c:pt idx="19">
                  <c:v>15568728</c:v>
                </c:pt>
                <c:pt idx="20">
                  <c:v>14930491</c:v>
                </c:pt>
                <c:pt idx="21">
                  <c:v>15133779</c:v>
                </c:pt>
                <c:pt idx="22">
                  <c:v>14692416</c:v>
                </c:pt>
                <c:pt idx="23">
                  <c:v>15834586</c:v>
                </c:pt>
                <c:pt idx="24">
                  <c:v>15462863</c:v>
                </c:pt>
                <c:pt idx="25">
                  <c:v>15762107</c:v>
                </c:pt>
                <c:pt idx="26">
                  <c:v>15621759</c:v>
                </c:pt>
                <c:pt idx="27">
                  <c:v>16510900</c:v>
                </c:pt>
                <c:pt idx="28">
                  <c:v>15761493</c:v>
                </c:pt>
                <c:pt idx="29">
                  <c:v>15692104</c:v>
                </c:pt>
                <c:pt idx="30">
                  <c:v>15437570</c:v>
                </c:pt>
                <c:pt idx="31">
                  <c:v>13944225</c:v>
                </c:pt>
                <c:pt idx="32">
                  <c:v>15928788</c:v>
                </c:pt>
                <c:pt idx="33">
                  <c:v>15461115</c:v>
                </c:pt>
                <c:pt idx="34">
                  <c:v>15111873</c:v>
                </c:pt>
                <c:pt idx="35">
                  <c:v>15400357</c:v>
                </c:pt>
                <c:pt idx="36">
                  <c:v>13163495</c:v>
                </c:pt>
                <c:pt idx="37">
                  <c:v>15627136</c:v>
                </c:pt>
                <c:pt idx="38">
                  <c:v>15266614</c:v>
                </c:pt>
                <c:pt idx="39">
                  <c:v>15179756</c:v>
                </c:pt>
                <c:pt idx="40">
                  <c:v>15809827</c:v>
                </c:pt>
                <c:pt idx="41">
                  <c:v>15381699</c:v>
                </c:pt>
                <c:pt idx="42">
                  <c:v>15479058</c:v>
                </c:pt>
                <c:pt idx="43">
                  <c:v>15588007</c:v>
                </c:pt>
                <c:pt idx="44">
                  <c:v>16081827</c:v>
                </c:pt>
                <c:pt idx="45">
                  <c:v>14140404</c:v>
                </c:pt>
                <c:pt idx="46">
                  <c:v>16118693</c:v>
                </c:pt>
                <c:pt idx="47">
                  <c:v>16222553</c:v>
                </c:pt>
                <c:pt idx="48">
                  <c:v>15840876</c:v>
                </c:pt>
                <c:pt idx="49">
                  <c:v>16937835</c:v>
                </c:pt>
                <c:pt idx="50">
                  <c:v>15717501</c:v>
                </c:pt>
                <c:pt idx="51">
                  <c:v>15900102</c:v>
                </c:pt>
                <c:pt idx="52">
                  <c:v>16139244</c:v>
                </c:pt>
                <c:pt idx="53">
                  <c:v>16628553</c:v>
                </c:pt>
                <c:pt idx="54">
                  <c:v>16412251</c:v>
                </c:pt>
                <c:pt idx="55">
                  <c:v>16349300</c:v>
                </c:pt>
                <c:pt idx="56">
                  <c:v>16513307</c:v>
                </c:pt>
                <c:pt idx="57">
                  <c:v>11982910</c:v>
                </c:pt>
                <c:pt idx="58">
                  <c:v>17000118</c:v>
                </c:pt>
                <c:pt idx="59">
                  <c:v>16315891</c:v>
                </c:pt>
                <c:pt idx="60">
                  <c:v>16299101</c:v>
                </c:pt>
                <c:pt idx="61">
                  <c:v>9979031</c:v>
                </c:pt>
                <c:pt idx="62">
                  <c:v>12947240</c:v>
                </c:pt>
                <c:pt idx="63">
                  <c:v>15806369</c:v>
                </c:pt>
                <c:pt idx="64">
                  <c:v>16605694</c:v>
                </c:pt>
                <c:pt idx="65">
                  <c:v>14858395</c:v>
                </c:pt>
                <c:pt idx="66">
                  <c:v>16937105</c:v>
                </c:pt>
                <c:pt idx="67">
                  <c:v>16597220</c:v>
                </c:pt>
                <c:pt idx="68">
                  <c:v>15915836</c:v>
                </c:pt>
                <c:pt idx="69">
                  <c:v>15241984</c:v>
                </c:pt>
                <c:pt idx="70">
                  <c:v>17068099</c:v>
                </c:pt>
                <c:pt idx="71">
                  <c:v>16610717</c:v>
                </c:pt>
                <c:pt idx="72">
                  <c:v>16304269</c:v>
                </c:pt>
                <c:pt idx="73">
                  <c:v>15919619</c:v>
                </c:pt>
                <c:pt idx="74">
                  <c:v>15792174</c:v>
                </c:pt>
                <c:pt idx="75">
                  <c:v>16783479</c:v>
                </c:pt>
                <c:pt idx="76">
                  <c:v>16310470</c:v>
                </c:pt>
                <c:pt idx="77">
                  <c:v>15769069</c:v>
                </c:pt>
                <c:pt idx="78">
                  <c:v>15967966</c:v>
                </c:pt>
                <c:pt idx="79">
                  <c:v>16707833</c:v>
                </c:pt>
                <c:pt idx="80">
                  <c:v>16210539</c:v>
                </c:pt>
                <c:pt idx="81">
                  <c:v>16068768</c:v>
                </c:pt>
                <c:pt idx="82">
                  <c:v>15904741</c:v>
                </c:pt>
                <c:pt idx="83">
                  <c:v>14340080</c:v>
                </c:pt>
                <c:pt idx="84">
                  <c:v>16212120</c:v>
                </c:pt>
                <c:pt idx="85">
                  <c:v>15790944</c:v>
                </c:pt>
                <c:pt idx="86">
                  <c:v>15469720</c:v>
                </c:pt>
                <c:pt idx="87">
                  <c:v>15483218</c:v>
                </c:pt>
                <c:pt idx="88">
                  <c:v>14200047</c:v>
                </c:pt>
                <c:pt idx="89">
                  <c:v>15917632</c:v>
                </c:pt>
                <c:pt idx="90">
                  <c:v>15728301</c:v>
                </c:pt>
                <c:pt idx="91">
                  <c:v>15463323</c:v>
                </c:pt>
                <c:pt idx="92">
                  <c:v>15960581</c:v>
                </c:pt>
                <c:pt idx="93">
                  <c:v>15593193</c:v>
                </c:pt>
                <c:pt idx="94">
                  <c:v>15467032</c:v>
                </c:pt>
                <c:pt idx="95">
                  <c:v>15337116</c:v>
                </c:pt>
                <c:pt idx="96">
                  <c:v>15383891</c:v>
                </c:pt>
                <c:pt idx="97">
                  <c:v>13783696</c:v>
                </c:pt>
                <c:pt idx="98">
                  <c:v>15079213</c:v>
                </c:pt>
                <c:pt idx="99">
                  <c:v>14610886</c:v>
                </c:pt>
                <c:pt idx="100">
                  <c:v>13770491</c:v>
                </c:pt>
                <c:pt idx="101">
                  <c:v>12105084</c:v>
                </c:pt>
                <c:pt idx="102">
                  <c:v>9109277</c:v>
                </c:pt>
                <c:pt idx="103">
                  <c:v>5591525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C4-EC46-B6F7-C1D8CE7E4B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2-215D-8740-A22A-40F262EEE48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19368488</c:v>
                </c:pt>
                <c:pt idx="1">
                  <c:v>19869882</c:v>
                </c:pt>
                <c:pt idx="2">
                  <c:v>19546460</c:v>
                </c:pt>
                <c:pt idx="3">
                  <c:v>19845691</c:v>
                </c:pt>
                <c:pt idx="4">
                  <c:v>13814934</c:v>
                </c:pt>
                <c:pt idx="5">
                  <c:v>20558596</c:v>
                </c:pt>
                <c:pt idx="6">
                  <c:v>19673861</c:v>
                </c:pt>
                <c:pt idx="7">
                  <c:v>19434229</c:v>
                </c:pt>
                <c:pt idx="8">
                  <c:v>18028132</c:v>
                </c:pt>
                <c:pt idx="9">
                  <c:v>13580428</c:v>
                </c:pt>
                <c:pt idx="10">
                  <c:v>16677075</c:v>
                </c:pt>
                <c:pt idx="11">
                  <c:v>19099643</c:v>
                </c:pt>
                <c:pt idx="12">
                  <c:v>16978475</c:v>
                </c:pt>
                <c:pt idx="13">
                  <c:v>18688794</c:v>
                </c:pt>
                <c:pt idx="14">
                  <c:v>19064085</c:v>
                </c:pt>
                <c:pt idx="15">
                  <c:v>18268360</c:v>
                </c:pt>
                <c:pt idx="16">
                  <c:v>16411192</c:v>
                </c:pt>
                <c:pt idx="17">
                  <c:v>14775439</c:v>
                </c:pt>
                <c:pt idx="18">
                  <c:v>15706872</c:v>
                </c:pt>
                <c:pt idx="19">
                  <c:v>15545552</c:v>
                </c:pt>
                <c:pt idx="20">
                  <c:v>14907759</c:v>
                </c:pt>
                <c:pt idx="21">
                  <c:v>15112187</c:v>
                </c:pt>
                <c:pt idx="22">
                  <c:v>14670676</c:v>
                </c:pt>
                <c:pt idx="23">
                  <c:v>15811445</c:v>
                </c:pt>
                <c:pt idx="24">
                  <c:v>15441479</c:v>
                </c:pt>
                <c:pt idx="25">
                  <c:v>15739665</c:v>
                </c:pt>
                <c:pt idx="26">
                  <c:v>15599247</c:v>
                </c:pt>
                <c:pt idx="27">
                  <c:v>16487213</c:v>
                </c:pt>
                <c:pt idx="28">
                  <c:v>15738572</c:v>
                </c:pt>
                <c:pt idx="29">
                  <c:v>15669186</c:v>
                </c:pt>
                <c:pt idx="30">
                  <c:v>15415519</c:v>
                </c:pt>
                <c:pt idx="31">
                  <c:v>13924611</c:v>
                </c:pt>
                <c:pt idx="32">
                  <c:v>15905345</c:v>
                </c:pt>
                <c:pt idx="33">
                  <c:v>15437797</c:v>
                </c:pt>
                <c:pt idx="34">
                  <c:v>15089567</c:v>
                </c:pt>
                <c:pt idx="35">
                  <c:v>15378690</c:v>
                </c:pt>
                <c:pt idx="36">
                  <c:v>13145519</c:v>
                </c:pt>
                <c:pt idx="37">
                  <c:v>15603536</c:v>
                </c:pt>
                <c:pt idx="38">
                  <c:v>15243966</c:v>
                </c:pt>
                <c:pt idx="39">
                  <c:v>15157501</c:v>
                </c:pt>
                <c:pt idx="40">
                  <c:v>15786534</c:v>
                </c:pt>
                <c:pt idx="41">
                  <c:v>15358657</c:v>
                </c:pt>
                <c:pt idx="42">
                  <c:v>15455695</c:v>
                </c:pt>
                <c:pt idx="43">
                  <c:v>15564344</c:v>
                </c:pt>
                <c:pt idx="44">
                  <c:v>16058562</c:v>
                </c:pt>
                <c:pt idx="45">
                  <c:v>14119445</c:v>
                </c:pt>
                <c:pt idx="46">
                  <c:v>16093676</c:v>
                </c:pt>
                <c:pt idx="47">
                  <c:v>16197513</c:v>
                </c:pt>
                <c:pt idx="48">
                  <c:v>15817151</c:v>
                </c:pt>
                <c:pt idx="49">
                  <c:v>16912532</c:v>
                </c:pt>
                <c:pt idx="50">
                  <c:v>15692992</c:v>
                </c:pt>
                <c:pt idx="51">
                  <c:v>15874896</c:v>
                </c:pt>
                <c:pt idx="52">
                  <c:v>16113125</c:v>
                </c:pt>
                <c:pt idx="53">
                  <c:v>16602287</c:v>
                </c:pt>
                <c:pt idx="54">
                  <c:v>16385544</c:v>
                </c:pt>
                <c:pt idx="55">
                  <c:v>16323083</c:v>
                </c:pt>
                <c:pt idx="56">
                  <c:v>16487224</c:v>
                </c:pt>
                <c:pt idx="57">
                  <c:v>11964185</c:v>
                </c:pt>
                <c:pt idx="58">
                  <c:v>16972726</c:v>
                </c:pt>
                <c:pt idx="59">
                  <c:v>16289787</c:v>
                </c:pt>
                <c:pt idx="60">
                  <c:v>16273076</c:v>
                </c:pt>
                <c:pt idx="61">
                  <c:v>9963561</c:v>
                </c:pt>
                <c:pt idx="62">
                  <c:v>12927184</c:v>
                </c:pt>
                <c:pt idx="63">
                  <c:v>15780404</c:v>
                </c:pt>
                <c:pt idx="64">
                  <c:v>16577476</c:v>
                </c:pt>
                <c:pt idx="65">
                  <c:v>14833469</c:v>
                </c:pt>
                <c:pt idx="66">
                  <c:v>16908858</c:v>
                </c:pt>
                <c:pt idx="67">
                  <c:v>16568476</c:v>
                </c:pt>
                <c:pt idx="68">
                  <c:v>15888489</c:v>
                </c:pt>
                <c:pt idx="69">
                  <c:v>15215868</c:v>
                </c:pt>
                <c:pt idx="70">
                  <c:v>17039490</c:v>
                </c:pt>
                <c:pt idx="71">
                  <c:v>16580418</c:v>
                </c:pt>
                <c:pt idx="72">
                  <c:v>16275425</c:v>
                </c:pt>
                <c:pt idx="73">
                  <c:v>15890636</c:v>
                </c:pt>
                <c:pt idx="74">
                  <c:v>15763274</c:v>
                </c:pt>
                <c:pt idx="75">
                  <c:v>16751620</c:v>
                </c:pt>
                <c:pt idx="76">
                  <c:v>16280724</c:v>
                </c:pt>
                <c:pt idx="77">
                  <c:v>15738359</c:v>
                </c:pt>
                <c:pt idx="78">
                  <c:v>15937225</c:v>
                </c:pt>
                <c:pt idx="79">
                  <c:v>16675599</c:v>
                </c:pt>
                <c:pt idx="80">
                  <c:v>16178623</c:v>
                </c:pt>
                <c:pt idx="81">
                  <c:v>16036865</c:v>
                </c:pt>
                <c:pt idx="82">
                  <c:v>15872442</c:v>
                </c:pt>
                <c:pt idx="83">
                  <c:v>14309450</c:v>
                </c:pt>
                <c:pt idx="84">
                  <c:v>16177227</c:v>
                </c:pt>
                <c:pt idx="85">
                  <c:v>15755477</c:v>
                </c:pt>
                <c:pt idx="86">
                  <c:v>15435036</c:v>
                </c:pt>
                <c:pt idx="87">
                  <c:v>15448087</c:v>
                </c:pt>
                <c:pt idx="88">
                  <c:v>14167200</c:v>
                </c:pt>
                <c:pt idx="89">
                  <c:v>15877951</c:v>
                </c:pt>
                <c:pt idx="90">
                  <c:v>15673388</c:v>
                </c:pt>
                <c:pt idx="91">
                  <c:v>15360836</c:v>
                </c:pt>
                <c:pt idx="92">
                  <c:v>15838925</c:v>
                </c:pt>
                <c:pt idx="93">
                  <c:v>15450201</c:v>
                </c:pt>
                <c:pt idx="94">
                  <c:v>15303598</c:v>
                </c:pt>
                <c:pt idx="95">
                  <c:v>15154251</c:v>
                </c:pt>
                <c:pt idx="96">
                  <c:v>15152084</c:v>
                </c:pt>
                <c:pt idx="97">
                  <c:v>13150196</c:v>
                </c:pt>
                <c:pt idx="98">
                  <c:v>14281539</c:v>
                </c:pt>
                <c:pt idx="99">
                  <c:v>13576048</c:v>
                </c:pt>
                <c:pt idx="100">
                  <c:v>12399051</c:v>
                </c:pt>
                <c:pt idx="101">
                  <c:v>9877797</c:v>
                </c:pt>
                <c:pt idx="102">
                  <c:v>5855467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C4-EC46-B6F7-C1D8CE7E4B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7">
                  <c:v>14814738</c:v>
                </c:pt>
                <c:pt idx="18">
                  <c:v>14814738</c:v>
                </c:pt>
                <c:pt idx="19">
                  <c:v>14814738</c:v>
                </c:pt>
                <c:pt idx="20">
                  <c:v>14814738</c:v>
                </c:pt>
                <c:pt idx="21">
                  <c:v>14814738</c:v>
                </c:pt>
                <c:pt idx="22">
                  <c:v>14814738</c:v>
                </c:pt>
                <c:pt idx="23">
                  <c:v>14814738</c:v>
                </c:pt>
                <c:pt idx="24">
                  <c:v>14814738</c:v>
                </c:pt>
                <c:pt idx="25">
                  <c:v>14814738</c:v>
                </c:pt>
                <c:pt idx="26">
                  <c:v>14814738</c:v>
                </c:pt>
                <c:pt idx="27">
                  <c:v>14814738</c:v>
                </c:pt>
                <c:pt idx="95">
                  <c:v>15491217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A3-EE48-B699-B2B3AD40F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,&quot;M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4434240160279841E-3"/>
          <c:y val="0.94211035917495956"/>
          <c:w val="0.98861285100528129"/>
          <c:h val="4.2829396884664028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Lbls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1AE-A84C-868B-A7D094C79AD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252460</c:v>
                </c:pt>
                <c:pt idx="1">
                  <c:v>319419</c:v>
                </c:pt>
                <c:pt idx="2">
                  <c:v>307123</c:v>
                </c:pt>
                <c:pt idx="3">
                  <c:v>305262</c:v>
                </c:pt>
                <c:pt idx="4">
                  <c:v>296196</c:v>
                </c:pt>
                <c:pt idx="5">
                  <c:v>255513</c:v>
                </c:pt>
                <c:pt idx="6">
                  <c:v>276530</c:v>
                </c:pt>
                <c:pt idx="7">
                  <c:v>306369</c:v>
                </c:pt>
                <c:pt idx="8">
                  <c:v>282785</c:v>
                </c:pt>
                <c:pt idx="9">
                  <c:v>301190</c:v>
                </c:pt>
                <c:pt idx="10">
                  <c:v>306447</c:v>
                </c:pt>
                <c:pt idx="11">
                  <c:v>301043</c:v>
                </c:pt>
                <c:pt idx="12">
                  <c:v>292360</c:v>
                </c:pt>
                <c:pt idx="13">
                  <c:v>287354</c:v>
                </c:pt>
                <c:pt idx="14">
                  <c:v>297761</c:v>
                </c:pt>
                <c:pt idx="15">
                  <c:v>296937</c:v>
                </c:pt>
                <c:pt idx="16">
                  <c:v>288923</c:v>
                </c:pt>
                <c:pt idx="17">
                  <c:v>289575</c:v>
                </c:pt>
                <c:pt idx="18">
                  <c:v>284606</c:v>
                </c:pt>
                <c:pt idx="19">
                  <c:v>294882</c:v>
                </c:pt>
                <c:pt idx="20">
                  <c:v>292890</c:v>
                </c:pt>
                <c:pt idx="21">
                  <c:v>294483</c:v>
                </c:pt>
                <c:pt idx="22">
                  <c:v>293603</c:v>
                </c:pt>
                <c:pt idx="23">
                  <c:v>296356</c:v>
                </c:pt>
                <c:pt idx="24">
                  <c:v>291587</c:v>
                </c:pt>
                <c:pt idx="25">
                  <c:v>293546</c:v>
                </c:pt>
                <c:pt idx="26">
                  <c:v>292355</c:v>
                </c:pt>
                <c:pt idx="27">
                  <c:v>277363</c:v>
                </c:pt>
                <c:pt idx="28">
                  <c:v>306031</c:v>
                </c:pt>
                <c:pt idx="29">
                  <c:v>305388</c:v>
                </c:pt>
                <c:pt idx="30">
                  <c:v>298119</c:v>
                </c:pt>
                <c:pt idx="31">
                  <c:v>303345</c:v>
                </c:pt>
                <c:pt idx="32">
                  <c:v>271763</c:v>
                </c:pt>
                <c:pt idx="33">
                  <c:v>312210</c:v>
                </c:pt>
                <c:pt idx="34">
                  <c:v>305391</c:v>
                </c:pt>
                <c:pt idx="35">
                  <c:v>306094</c:v>
                </c:pt>
                <c:pt idx="36">
                  <c:v>303511</c:v>
                </c:pt>
                <c:pt idx="37">
                  <c:v>303009</c:v>
                </c:pt>
                <c:pt idx="38">
                  <c:v>309129</c:v>
                </c:pt>
                <c:pt idx="39">
                  <c:v>307017</c:v>
                </c:pt>
                <c:pt idx="40">
                  <c:v>310892</c:v>
                </c:pt>
                <c:pt idx="41">
                  <c:v>292310</c:v>
                </c:pt>
                <c:pt idx="42">
                  <c:v>317924</c:v>
                </c:pt>
                <c:pt idx="43">
                  <c:v>316636</c:v>
                </c:pt>
                <c:pt idx="44">
                  <c:v>307910</c:v>
                </c:pt>
                <c:pt idx="45">
                  <c:v>319267</c:v>
                </c:pt>
                <c:pt idx="46">
                  <c:v>310993</c:v>
                </c:pt>
                <c:pt idx="47">
                  <c:v>319034</c:v>
                </c:pt>
                <c:pt idx="48">
                  <c:v>321144</c:v>
                </c:pt>
                <c:pt idx="49">
                  <c:v>319412</c:v>
                </c:pt>
                <c:pt idx="50">
                  <c:v>320619</c:v>
                </c:pt>
                <c:pt idx="51">
                  <c:v>321352</c:v>
                </c:pt>
                <c:pt idx="52">
                  <c:v>324004</c:v>
                </c:pt>
                <c:pt idx="53">
                  <c:v>265861</c:v>
                </c:pt>
                <c:pt idx="54">
                  <c:v>340279</c:v>
                </c:pt>
                <c:pt idx="55">
                  <c:v>327103</c:v>
                </c:pt>
                <c:pt idx="56">
                  <c:v>329456</c:v>
                </c:pt>
                <c:pt idx="57">
                  <c:v>247698</c:v>
                </c:pt>
                <c:pt idx="58">
                  <c:v>283497</c:v>
                </c:pt>
                <c:pt idx="59">
                  <c:v>320335</c:v>
                </c:pt>
                <c:pt idx="60">
                  <c:v>329241</c:v>
                </c:pt>
                <c:pt idx="61">
                  <c:v>301707</c:v>
                </c:pt>
                <c:pt idx="62">
                  <c:v>319753</c:v>
                </c:pt>
                <c:pt idx="63">
                  <c:v>320546</c:v>
                </c:pt>
                <c:pt idx="64">
                  <c:v>315327</c:v>
                </c:pt>
                <c:pt idx="65">
                  <c:v>306035</c:v>
                </c:pt>
                <c:pt idx="66">
                  <c:v>322286</c:v>
                </c:pt>
                <c:pt idx="67">
                  <c:v>321543</c:v>
                </c:pt>
                <c:pt idx="68">
                  <c:v>315541</c:v>
                </c:pt>
                <c:pt idx="69">
                  <c:v>309505</c:v>
                </c:pt>
                <c:pt idx="70">
                  <c:v>311152</c:v>
                </c:pt>
                <c:pt idx="71">
                  <c:v>313884</c:v>
                </c:pt>
                <c:pt idx="72">
                  <c:v>316770</c:v>
                </c:pt>
                <c:pt idx="73">
                  <c:v>308431</c:v>
                </c:pt>
                <c:pt idx="74">
                  <c:v>318484</c:v>
                </c:pt>
                <c:pt idx="75">
                  <c:v>316969</c:v>
                </c:pt>
                <c:pt idx="76">
                  <c:v>315110</c:v>
                </c:pt>
                <c:pt idx="77">
                  <c:v>315215</c:v>
                </c:pt>
                <c:pt idx="78">
                  <c:v>315230</c:v>
                </c:pt>
                <c:pt idx="79">
                  <c:v>296894</c:v>
                </c:pt>
                <c:pt idx="80">
                  <c:v>316999</c:v>
                </c:pt>
                <c:pt idx="81">
                  <c:v>313846</c:v>
                </c:pt>
                <c:pt idx="82">
                  <c:v>307310</c:v>
                </c:pt>
                <c:pt idx="83">
                  <c:v>312602</c:v>
                </c:pt>
                <c:pt idx="84">
                  <c:v>281259</c:v>
                </c:pt>
                <c:pt idx="85">
                  <c:v>325837</c:v>
                </c:pt>
                <c:pt idx="86">
                  <c:v>311886</c:v>
                </c:pt>
                <c:pt idx="87">
                  <c:v>311562</c:v>
                </c:pt>
                <c:pt idx="88">
                  <c:v>309055</c:v>
                </c:pt>
                <c:pt idx="89">
                  <c:v>312619</c:v>
                </c:pt>
                <c:pt idx="90">
                  <c:v>313614</c:v>
                </c:pt>
                <c:pt idx="91">
                  <c:v>313288</c:v>
                </c:pt>
                <c:pt idx="92">
                  <c:v>316729</c:v>
                </c:pt>
                <c:pt idx="93">
                  <c:v>299811</c:v>
                </c:pt>
                <c:pt idx="94">
                  <c:v>326199</c:v>
                </c:pt>
                <c:pt idx="95">
                  <c:v>320838</c:v>
                </c:pt>
                <c:pt idx="96">
                  <c:v>318945</c:v>
                </c:pt>
                <c:pt idx="97">
                  <c:v>324776</c:v>
                </c:pt>
                <c:pt idx="98">
                  <c:v>325333</c:v>
                </c:pt>
                <c:pt idx="99">
                  <c:v>324495</c:v>
                </c:pt>
                <c:pt idx="100">
                  <c:v>326864</c:v>
                </c:pt>
                <c:pt idx="101">
                  <c:v>327209</c:v>
                </c:pt>
                <c:pt idx="102">
                  <c:v>330900</c:v>
                </c:pt>
                <c:pt idx="103">
                  <c:v>319458</c:v>
                </c:pt>
                <c:pt idx="10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AE-A84C-868B-A7D094C79A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252460</c:v>
                </c:pt>
                <c:pt idx="1">
                  <c:v>319419</c:v>
                </c:pt>
                <c:pt idx="2">
                  <c:v>307123</c:v>
                </c:pt>
                <c:pt idx="3">
                  <c:v>305262</c:v>
                </c:pt>
                <c:pt idx="4">
                  <c:v>296196</c:v>
                </c:pt>
                <c:pt idx="5">
                  <c:v>255513</c:v>
                </c:pt>
                <c:pt idx="6">
                  <c:v>276530</c:v>
                </c:pt>
                <c:pt idx="7">
                  <c:v>306369</c:v>
                </c:pt>
                <c:pt idx="8">
                  <c:v>282785</c:v>
                </c:pt>
                <c:pt idx="9">
                  <c:v>301190</c:v>
                </c:pt>
                <c:pt idx="10">
                  <c:v>306447</c:v>
                </c:pt>
                <c:pt idx="11">
                  <c:v>301043</c:v>
                </c:pt>
                <c:pt idx="12">
                  <c:v>292360</c:v>
                </c:pt>
                <c:pt idx="13">
                  <c:v>287354</c:v>
                </c:pt>
                <c:pt idx="14">
                  <c:v>297761</c:v>
                </c:pt>
                <c:pt idx="15">
                  <c:v>296937</c:v>
                </c:pt>
                <c:pt idx="16">
                  <c:v>288923</c:v>
                </c:pt>
                <c:pt idx="17">
                  <c:v>289575</c:v>
                </c:pt>
                <c:pt idx="18">
                  <c:v>284606</c:v>
                </c:pt>
                <c:pt idx="19">
                  <c:v>294882</c:v>
                </c:pt>
                <c:pt idx="20">
                  <c:v>292890</c:v>
                </c:pt>
                <c:pt idx="21">
                  <c:v>294483</c:v>
                </c:pt>
                <c:pt idx="22">
                  <c:v>293603</c:v>
                </c:pt>
                <c:pt idx="23">
                  <c:v>296356</c:v>
                </c:pt>
                <c:pt idx="24">
                  <c:v>291587</c:v>
                </c:pt>
                <c:pt idx="25">
                  <c:v>293546</c:v>
                </c:pt>
                <c:pt idx="26">
                  <c:v>292355</c:v>
                </c:pt>
                <c:pt idx="27">
                  <c:v>277363</c:v>
                </c:pt>
                <c:pt idx="28">
                  <c:v>306031</c:v>
                </c:pt>
                <c:pt idx="29">
                  <c:v>305388</c:v>
                </c:pt>
                <c:pt idx="30">
                  <c:v>298119</c:v>
                </c:pt>
                <c:pt idx="31">
                  <c:v>303345</c:v>
                </c:pt>
                <c:pt idx="32">
                  <c:v>271763</c:v>
                </c:pt>
                <c:pt idx="33">
                  <c:v>312210</c:v>
                </c:pt>
                <c:pt idx="34">
                  <c:v>305391</c:v>
                </c:pt>
                <c:pt idx="35">
                  <c:v>306094</c:v>
                </c:pt>
                <c:pt idx="36">
                  <c:v>303511</c:v>
                </c:pt>
                <c:pt idx="37">
                  <c:v>303009</c:v>
                </c:pt>
                <c:pt idx="38">
                  <c:v>309129</c:v>
                </c:pt>
                <c:pt idx="39">
                  <c:v>307017</c:v>
                </c:pt>
                <c:pt idx="40">
                  <c:v>310892</c:v>
                </c:pt>
                <c:pt idx="41">
                  <c:v>292310</c:v>
                </c:pt>
                <c:pt idx="42">
                  <c:v>317924</c:v>
                </c:pt>
                <c:pt idx="43">
                  <c:v>316636</c:v>
                </c:pt>
                <c:pt idx="44">
                  <c:v>307910</c:v>
                </c:pt>
                <c:pt idx="45">
                  <c:v>319267</c:v>
                </c:pt>
                <c:pt idx="46">
                  <c:v>310993</c:v>
                </c:pt>
                <c:pt idx="47">
                  <c:v>319034</c:v>
                </c:pt>
                <c:pt idx="48">
                  <c:v>321144</c:v>
                </c:pt>
                <c:pt idx="49">
                  <c:v>319412</c:v>
                </c:pt>
                <c:pt idx="50">
                  <c:v>320619</c:v>
                </c:pt>
                <c:pt idx="51">
                  <c:v>321352</c:v>
                </c:pt>
                <c:pt idx="52">
                  <c:v>324004</c:v>
                </c:pt>
                <c:pt idx="53">
                  <c:v>265861</c:v>
                </c:pt>
                <c:pt idx="54">
                  <c:v>340279</c:v>
                </c:pt>
                <c:pt idx="55">
                  <c:v>327103</c:v>
                </c:pt>
                <c:pt idx="56">
                  <c:v>329456</c:v>
                </c:pt>
                <c:pt idx="57">
                  <c:v>247698</c:v>
                </c:pt>
                <c:pt idx="58">
                  <c:v>283497</c:v>
                </c:pt>
                <c:pt idx="59">
                  <c:v>320335</c:v>
                </c:pt>
                <c:pt idx="60">
                  <c:v>329241</c:v>
                </c:pt>
                <c:pt idx="61">
                  <c:v>301707</c:v>
                </c:pt>
                <c:pt idx="62">
                  <c:v>319753</c:v>
                </c:pt>
                <c:pt idx="63">
                  <c:v>320546</c:v>
                </c:pt>
                <c:pt idx="64">
                  <c:v>315327</c:v>
                </c:pt>
                <c:pt idx="65">
                  <c:v>306035</c:v>
                </c:pt>
                <c:pt idx="66">
                  <c:v>322286</c:v>
                </c:pt>
                <c:pt idx="67">
                  <c:v>321543</c:v>
                </c:pt>
                <c:pt idx="68">
                  <c:v>315541</c:v>
                </c:pt>
                <c:pt idx="69">
                  <c:v>309505</c:v>
                </c:pt>
                <c:pt idx="70">
                  <c:v>311152</c:v>
                </c:pt>
                <c:pt idx="71">
                  <c:v>313884</c:v>
                </c:pt>
                <c:pt idx="72">
                  <c:v>316770</c:v>
                </c:pt>
                <c:pt idx="73">
                  <c:v>308431</c:v>
                </c:pt>
                <c:pt idx="74">
                  <c:v>318484</c:v>
                </c:pt>
                <c:pt idx="75">
                  <c:v>316969</c:v>
                </c:pt>
                <c:pt idx="76">
                  <c:v>315110</c:v>
                </c:pt>
                <c:pt idx="77">
                  <c:v>315215</c:v>
                </c:pt>
                <c:pt idx="78">
                  <c:v>315230</c:v>
                </c:pt>
                <c:pt idx="79">
                  <c:v>296894</c:v>
                </c:pt>
                <c:pt idx="80">
                  <c:v>316999</c:v>
                </c:pt>
                <c:pt idx="81">
                  <c:v>313846</c:v>
                </c:pt>
                <c:pt idx="82">
                  <c:v>307310</c:v>
                </c:pt>
                <c:pt idx="83">
                  <c:v>312602</c:v>
                </c:pt>
                <c:pt idx="84">
                  <c:v>281259</c:v>
                </c:pt>
                <c:pt idx="85">
                  <c:v>325837</c:v>
                </c:pt>
                <c:pt idx="86">
                  <c:v>311886</c:v>
                </c:pt>
                <c:pt idx="87">
                  <c:v>311562</c:v>
                </c:pt>
                <c:pt idx="88">
                  <c:v>309055</c:v>
                </c:pt>
                <c:pt idx="89">
                  <c:v>312619</c:v>
                </c:pt>
                <c:pt idx="90">
                  <c:v>313614</c:v>
                </c:pt>
                <c:pt idx="91">
                  <c:v>313254</c:v>
                </c:pt>
                <c:pt idx="92">
                  <c:v>316596</c:v>
                </c:pt>
                <c:pt idx="93">
                  <c:v>299689</c:v>
                </c:pt>
                <c:pt idx="94">
                  <c:v>326085</c:v>
                </c:pt>
                <c:pt idx="95">
                  <c:v>320702</c:v>
                </c:pt>
                <c:pt idx="96">
                  <c:v>318783</c:v>
                </c:pt>
                <c:pt idx="97">
                  <c:v>324647</c:v>
                </c:pt>
                <c:pt idx="98">
                  <c:v>324843</c:v>
                </c:pt>
                <c:pt idx="99">
                  <c:v>324321</c:v>
                </c:pt>
                <c:pt idx="100">
                  <c:v>326621</c:v>
                </c:pt>
                <c:pt idx="101">
                  <c:v>326939</c:v>
                </c:pt>
                <c:pt idx="102">
                  <c:v>320707</c:v>
                </c:pt>
                <c:pt idx="103">
                  <c:v>221832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AE-A84C-868B-A7D094C79A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3-D1AE-A84C-868B-A7D094C79AD7}"/>
              </c:ext>
            </c:extLst>
          </c:dPt>
          <c:dPt>
            <c:idx val="72"/>
            <c:bubble3D val="0"/>
            <c:extLst>
              <c:ext xmlns:c16="http://schemas.microsoft.com/office/drawing/2014/chart" uri="{C3380CC4-5D6E-409C-BE32-E72D297353CC}">
                <c16:uniqueId val="{00000004-D1AE-A84C-868B-A7D094C79AD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252460</c:v>
                </c:pt>
                <c:pt idx="1">
                  <c:v>319419</c:v>
                </c:pt>
                <c:pt idx="2">
                  <c:v>307123</c:v>
                </c:pt>
                <c:pt idx="3">
                  <c:v>305262</c:v>
                </c:pt>
                <c:pt idx="4">
                  <c:v>296196</c:v>
                </c:pt>
                <c:pt idx="5">
                  <c:v>255513</c:v>
                </c:pt>
                <c:pt idx="6">
                  <c:v>276530</c:v>
                </c:pt>
                <c:pt idx="7">
                  <c:v>306369</c:v>
                </c:pt>
                <c:pt idx="8">
                  <c:v>282785</c:v>
                </c:pt>
                <c:pt idx="9">
                  <c:v>301190</c:v>
                </c:pt>
                <c:pt idx="10">
                  <c:v>306447</c:v>
                </c:pt>
                <c:pt idx="11">
                  <c:v>301043</c:v>
                </c:pt>
                <c:pt idx="12">
                  <c:v>292360</c:v>
                </c:pt>
                <c:pt idx="13">
                  <c:v>287354</c:v>
                </c:pt>
                <c:pt idx="14">
                  <c:v>297761</c:v>
                </c:pt>
                <c:pt idx="15">
                  <c:v>296937</c:v>
                </c:pt>
                <c:pt idx="16">
                  <c:v>288923</c:v>
                </c:pt>
                <c:pt idx="17">
                  <c:v>289575</c:v>
                </c:pt>
                <c:pt idx="18">
                  <c:v>284606</c:v>
                </c:pt>
                <c:pt idx="19">
                  <c:v>294882</c:v>
                </c:pt>
                <c:pt idx="20">
                  <c:v>292890</c:v>
                </c:pt>
                <c:pt idx="21">
                  <c:v>294483</c:v>
                </c:pt>
                <c:pt idx="22">
                  <c:v>293603</c:v>
                </c:pt>
                <c:pt idx="23">
                  <c:v>296356</c:v>
                </c:pt>
                <c:pt idx="24">
                  <c:v>291587</c:v>
                </c:pt>
                <c:pt idx="25">
                  <c:v>293546</c:v>
                </c:pt>
                <c:pt idx="26">
                  <c:v>292355</c:v>
                </c:pt>
                <c:pt idx="27">
                  <c:v>277363</c:v>
                </c:pt>
                <c:pt idx="28">
                  <c:v>306031</c:v>
                </c:pt>
                <c:pt idx="29">
                  <c:v>305388</c:v>
                </c:pt>
                <c:pt idx="30">
                  <c:v>298119</c:v>
                </c:pt>
                <c:pt idx="31">
                  <c:v>303345</c:v>
                </c:pt>
                <c:pt idx="32">
                  <c:v>271763</c:v>
                </c:pt>
                <c:pt idx="33">
                  <c:v>312210</c:v>
                </c:pt>
                <c:pt idx="34">
                  <c:v>305391</c:v>
                </c:pt>
                <c:pt idx="35">
                  <c:v>306094</c:v>
                </c:pt>
                <c:pt idx="36">
                  <c:v>303511</c:v>
                </c:pt>
                <c:pt idx="37">
                  <c:v>303009</c:v>
                </c:pt>
                <c:pt idx="38">
                  <c:v>309129</c:v>
                </c:pt>
                <c:pt idx="39">
                  <c:v>307017</c:v>
                </c:pt>
                <c:pt idx="40">
                  <c:v>310892</c:v>
                </c:pt>
                <c:pt idx="41">
                  <c:v>292310</c:v>
                </c:pt>
                <c:pt idx="42">
                  <c:v>317924</c:v>
                </c:pt>
                <c:pt idx="43">
                  <c:v>316636</c:v>
                </c:pt>
                <c:pt idx="44">
                  <c:v>307910</c:v>
                </c:pt>
                <c:pt idx="45">
                  <c:v>319267</c:v>
                </c:pt>
                <c:pt idx="46">
                  <c:v>310993</c:v>
                </c:pt>
                <c:pt idx="47">
                  <c:v>319034</c:v>
                </c:pt>
                <c:pt idx="48">
                  <c:v>321144</c:v>
                </c:pt>
                <c:pt idx="49">
                  <c:v>319412</c:v>
                </c:pt>
                <c:pt idx="50">
                  <c:v>320619</c:v>
                </c:pt>
                <c:pt idx="51">
                  <c:v>321352</c:v>
                </c:pt>
                <c:pt idx="52">
                  <c:v>324004</c:v>
                </c:pt>
                <c:pt idx="53">
                  <c:v>265861</c:v>
                </c:pt>
                <c:pt idx="54">
                  <c:v>340279</c:v>
                </c:pt>
                <c:pt idx="55">
                  <c:v>327103</c:v>
                </c:pt>
                <c:pt idx="56">
                  <c:v>329456</c:v>
                </c:pt>
                <c:pt idx="57">
                  <c:v>247698</c:v>
                </c:pt>
                <c:pt idx="58">
                  <c:v>283497</c:v>
                </c:pt>
                <c:pt idx="59">
                  <c:v>320335</c:v>
                </c:pt>
                <c:pt idx="60">
                  <c:v>329241</c:v>
                </c:pt>
                <c:pt idx="61">
                  <c:v>301707</c:v>
                </c:pt>
                <c:pt idx="62">
                  <c:v>319753</c:v>
                </c:pt>
                <c:pt idx="63">
                  <c:v>320546</c:v>
                </c:pt>
                <c:pt idx="64">
                  <c:v>315327</c:v>
                </c:pt>
                <c:pt idx="65">
                  <c:v>306035</c:v>
                </c:pt>
                <c:pt idx="66">
                  <c:v>322286</c:v>
                </c:pt>
                <c:pt idx="67">
                  <c:v>321543</c:v>
                </c:pt>
                <c:pt idx="68">
                  <c:v>315541</c:v>
                </c:pt>
                <c:pt idx="69">
                  <c:v>309505</c:v>
                </c:pt>
                <c:pt idx="70">
                  <c:v>311152</c:v>
                </c:pt>
                <c:pt idx="71">
                  <c:v>313884</c:v>
                </c:pt>
                <c:pt idx="72">
                  <c:v>316770</c:v>
                </c:pt>
                <c:pt idx="73">
                  <c:v>308431</c:v>
                </c:pt>
                <c:pt idx="74">
                  <c:v>318484</c:v>
                </c:pt>
                <c:pt idx="75">
                  <c:v>316969</c:v>
                </c:pt>
                <c:pt idx="76">
                  <c:v>315110</c:v>
                </c:pt>
                <c:pt idx="77">
                  <c:v>315215</c:v>
                </c:pt>
                <c:pt idx="78">
                  <c:v>315230</c:v>
                </c:pt>
                <c:pt idx="79">
                  <c:v>296894</c:v>
                </c:pt>
                <c:pt idx="80">
                  <c:v>316999</c:v>
                </c:pt>
                <c:pt idx="81">
                  <c:v>313846</c:v>
                </c:pt>
                <c:pt idx="82">
                  <c:v>307310</c:v>
                </c:pt>
                <c:pt idx="83">
                  <c:v>312602</c:v>
                </c:pt>
                <c:pt idx="84">
                  <c:v>281259</c:v>
                </c:pt>
                <c:pt idx="85">
                  <c:v>325837</c:v>
                </c:pt>
                <c:pt idx="86">
                  <c:v>311886</c:v>
                </c:pt>
                <c:pt idx="87">
                  <c:v>311562</c:v>
                </c:pt>
                <c:pt idx="88">
                  <c:v>309055</c:v>
                </c:pt>
                <c:pt idx="89">
                  <c:v>312619</c:v>
                </c:pt>
                <c:pt idx="90">
                  <c:v>313604</c:v>
                </c:pt>
                <c:pt idx="91">
                  <c:v>313244</c:v>
                </c:pt>
                <c:pt idx="92">
                  <c:v>316588</c:v>
                </c:pt>
                <c:pt idx="93">
                  <c:v>299679</c:v>
                </c:pt>
                <c:pt idx="94">
                  <c:v>326083</c:v>
                </c:pt>
                <c:pt idx="95">
                  <c:v>320708</c:v>
                </c:pt>
                <c:pt idx="96">
                  <c:v>318786</c:v>
                </c:pt>
                <c:pt idx="97">
                  <c:v>324665</c:v>
                </c:pt>
                <c:pt idx="98">
                  <c:v>324822</c:v>
                </c:pt>
                <c:pt idx="99">
                  <c:v>324260</c:v>
                </c:pt>
                <c:pt idx="100">
                  <c:v>326629</c:v>
                </c:pt>
                <c:pt idx="101">
                  <c:v>317854</c:v>
                </c:pt>
                <c:pt idx="102">
                  <c:v>224079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1AE-A84C-868B-A7D094C79A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0">
                  <c:v>252460</c:v>
                </c:pt>
                <c:pt idx="1">
                  <c:v>252460</c:v>
                </c:pt>
                <c:pt idx="2">
                  <c:v>252460</c:v>
                </c:pt>
                <c:pt idx="3">
                  <c:v>252460</c:v>
                </c:pt>
                <c:pt idx="4">
                  <c:v>252460</c:v>
                </c:pt>
                <c:pt idx="5">
                  <c:v>252460</c:v>
                </c:pt>
                <c:pt idx="6">
                  <c:v>252460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E6-AA47-AF9A-33228BCA0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54565B">
                  <a:lumMod val="65000"/>
                  <a:lumOff val="35000"/>
                </a:srgb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  <c:spPr>
        <a:scene3d>
          <a:camera prst="orthographicFront"/>
          <a:lightRig rig="threePt" dir="t"/>
        </a:scene3d>
        <a:sp3d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7.8404398314669398E-3"/>
          <c:y val="0.94170670433700465"/>
          <c:w val="0.99215952105764338"/>
          <c:h val="4.3128039146263723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ADCs MX Claims Weekly Trend - Latest 3 Batches (Last 2 Years)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9148076602504387E-2"/>
          <c:y val="0.10658017179670723"/>
          <c:w val="0.92896921975662128"/>
          <c:h val="0.715171001352103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pPr>
              <a:noFill/>
              <a:ln>
                <a:noFill/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4759</c:v>
                </c:pt>
                <c:pt idx="91">
                  <c:v>4230</c:v>
                </c:pt>
                <c:pt idx="92">
                  <c:v>4671</c:v>
                </c:pt>
                <c:pt idx="93">
                  <c:v>4796</c:v>
                </c:pt>
                <c:pt idx="94">
                  <c:v>4439</c:v>
                </c:pt>
                <c:pt idx="95">
                  <c:v>4665</c:v>
                </c:pt>
                <c:pt idx="96">
                  <c:v>4788</c:v>
                </c:pt>
                <c:pt idx="97">
                  <c:v>4280</c:v>
                </c:pt>
                <c:pt idx="98">
                  <c:v>4775</c:v>
                </c:pt>
                <c:pt idx="99">
                  <c:v>4755</c:v>
                </c:pt>
                <c:pt idx="100">
                  <c:v>4147</c:v>
                </c:pt>
                <c:pt idx="101">
                  <c:v>3595</c:v>
                </c:pt>
                <c:pt idx="102">
                  <c:v>2380</c:v>
                </c:pt>
                <c:pt idx="103">
                  <c:v>1466</c:v>
                </c:pt>
                <c:pt idx="104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71-124A-AF70-DAF258EEFB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dPt>
            <c:idx val="100"/>
            <c:bubble3D val="0"/>
            <c:extLst>
              <c:ext xmlns:c16="http://schemas.microsoft.com/office/drawing/2014/chart" uri="{C3380CC4-5D6E-409C-BE32-E72D297353CC}">
                <c16:uniqueId val="{00000000-2408-1849-BD0B-91645738B91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4759</c:v>
                </c:pt>
                <c:pt idx="91">
                  <c:v>4228</c:v>
                </c:pt>
                <c:pt idx="92">
                  <c:v>4668</c:v>
                </c:pt>
                <c:pt idx="93">
                  <c:v>4782</c:v>
                </c:pt>
                <c:pt idx="94">
                  <c:v>4425</c:v>
                </c:pt>
                <c:pt idx="95">
                  <c:v>4649</c:v>
                </c:pt>
                <c:pt idx="96">
                  <c:v>4763</c:v>
                </c:pt>
                <c:pt idx="97">
                  <c:v>4178</c:v>
                </c:pt>
                <c:pt idx="98">
                  <c:v>4669</c:v>
                </c:pt>
                <c:pt idx="99">
                  <c:v>4629</c:v>
                </c:pt>
                <c:pt idx="100">
                  <c:v>4016</c:v>
                </c:pt>
                <c:pt idx="101">
                  <c:v>3432</c:v>
                </c:pt>
                <c:pt idx="102">
                  <c:v>2069</c:v>
                </c:pt>
                <c:pt idx="103">
                  <c:v>838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71-124A-AF70-DAF258EEFB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01-2408-1849-BD0B-91645738B91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4758</c:v>
                </c:pt>
                <c:pt idx="91">
                  <c:v>4220</c:v>
                </c:pt>
                <c:pt idx="92">
                  <c:v>4656</c:v>
                </c:pt>
                <c:pt idx="93">
                  <c:v>4763</c:v>
                </c:pt>
                <c:pt idx="94">
                  <c:v>4409</c:v>
                </c:pt>
                <c:pt idx="95">
                  <c:v>4640</c:v>
                </c:pt>
                <c:pt idx="96">
                  <c:v>4741</c:v>
                </c:pt>
                <c:pt idx="97">
                  <c:v>3439</c:v>
                </c:pt>
                <c:pt idx="98">
                  <c:v>3809</c:v>
                </c:pt>
                <c:pt idx="99">
                  <c:v>3693</c:v>
                </c:pt>
                <c:pt idx="100">
                  <c:v>3180</c:v>
                </c:pt>
                <c:pt idx="101">
                  <c:v>2854</c:v>
                </c:pt>
                <c:pt idx="102">
                  <c:v>1377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71-124A-AF70-DAF258EEFB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3-0713-AD46-8C08-A44CFB9AEDFC}"/>
              </c:ext>
            </c:extLst>
          </c:dPt>
          <c:dPt>
            <c:idx val="96"/>
            <c:bubble3D val="0"/>
            <c:extLst>
              <c:ext xmlns:c16="http://schemas.microsoft.com/office/drawing/2014/chart" uri="{C3380CC4-5D6E-409C-BE32-E72D297353CC}">
                <c16:uniqueId val="{00000004-0713-AD46-8C08-A44CFB9AEDF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3500</c:v>
                </c:pt>
                <c:pt idx="19">
                  <c:v>3500</c:v>
                </c:pt>
                <c:pt idx="20">
                  <c:v>3500</c:v>
                </c:pt>
                <c:pt idx="21">
                  <c:v>3500</c:v>
                </c:pt>
                <c:pt idx="22">
                  <c:v>3500</c:v>
                </c:pt>
                <c:pt idx="23">
                  <c:v>3500</c:v>
                </c:pt>
                <c:pt idx="24">
                  <c:v>3500</c:v>
                </c:pt>
                <c:pt idx="96">
                  <c:v>4788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13-AD46-8C08-A44CFB9AED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0185747946581885E-2"/>
          <c:y val="0.9451993924659946"/>
          <c:w val="0.96981425205341809"/>
          <c:h val="4.0543989151499212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CDK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10387</c:v>
                </c:pt>
                <c:pt idx="91">
                  <c:v>10336</c:v>
                </c:pt>
                <c:pt idx="92">
                  <c:v>10013</c:v>
                </c:pt>
                <c:pt idx="93">
                  <c:v>10268</c:v>
                </c:pt>
                <c:pt idx="94">
                  <c:v>10246</c:v>
                </c:pt>
                <c:pt idx="95">
                  <c:v>10575</c:v>
                </c:pt>
                <c:pt idx="96">
                  <c:v>10544</c:v>
                </c:pt>
                <c:pt idx="97">
                  <c:v>9571</c:v>
                </c:pt>
                <c:pt idx="98">
                  <c:v>10977</c:v>
                </c:pt>
                <c:pt idx="99">
                  <c:v>10589</c:v>
                </c:pt>
                <c:pt idx="100">
                  <c:v>10364</c:v>
                </c:pt>
                <c:pt idx="101">
                  <c:v>10817</c:v>
                </c:pt>
                <c:pt idx="102">
                  <c:v>10673</c:v>
                </c:pt>
                <c:pt idx="103">
                  <c:v>10695</c:v>
                </c:pt>
                <c:pt idx="104">
                  <c:v>10310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2D-BA43-970F-F403796D7D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10387</c:v>
                </c:pt>
                <c:pt idx="91">
                  <c:v>10336</c:v>
                </c:pt>
                <c:pt idx="92">
                  <c:v>10010</c:v>
                </c:pt>
                <c:pt idx="93">
                  <c:v>10267</c:v>
                </c:pt>
                <c:pt idx="94">
                  <c:v>10240</c:v>
                </c:pt>
                <c:pt idx="95">
                  <c:v>10571</c:v>
                </c:pt>
                <c:pt idx="96">
                  <c:v>10541</c:v>
                </c:pt>
                <c:pt idx="97">
                  <c:v>9568</c:v>
                </c:pt>
                <c:pt idx="98">
                  <c:v>10970</c:v>
                </c:pt>
                <c:pt idx="99">
                  <c:v>10585</c:v>
                </c:pt>
                <c:pt idx="100">
                  <c:v>10367</c:v>
                </c:pt>
                <c:pt idx="101">
                  <c:v>10827</c:v>
                </c:pt>
                <c:pt idx="102">
                  <c:v>10703</c:v>
                </c:pt>
                <c:pt idx="103">
                  <c:v>10307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2D-BA43-970F-F403796D7D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00-812A-534A-B05E-443E66B764C4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00-9D1D-3048-B1F0-885778992A4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10386</c:v>
                </c:pt>
                <c:pt idx="91">
                  <c:v>10336</c:v>
                </c:pt>
                <c:pt idx="92">
                  <c:v>10010</c:v>
                </c:pt>
                <c:pt idx="93">
                  <c:v>10267</c:v>
                </c:pt>
                <c:pt idx="94">
                  <c:v>10238</c:v>
                </c:pt>
                <c:pt idx="95">
                  <c:v>10572</c:v>
                </c:pt>
                <c:pt idx="96">
                  <c:v>10539</c:v>
                </c:pt>
                <c:pt idx="97">
                  <c:v>9567</c:v>
                </c:pt>
                <c:pt idx="98">
                  <c:v>10968</c:v>
                </c:pt>
                <c:pt idx="99">
                  <c:v>10587</c:v>
                </c:pt>
                <c:pt idx="100">
                  <c:v>10375</c:v>
                </c:pt>
                <c:pt idx="101">
                  <c:v>10876</c:v>
                </c:pt>
                <c:pt idx="102">
                  <c:v>10393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2D-BA43-970F-F403796D7DA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7420</c:v>
                </c:pt>
                <c:pt idx="19">
                  <c:v>7420</c:v>
                </c:pt>
                <c:pt idx="20">
                  <c:v>7420</c:v>
                </c:pt>
                <c:pt idx="21">
                  <c:v>7420</c:v>
                </c:pt>
                <c:pt idx="22">
                  <c:v>7420</c:v>
                </c:pt>
                <c:pt idx="23">
                  <c:v>7420</c:v>
                </c:pt>
                <c:pt idx="24">
                  <c:v>7420</c:v>
                </c:pt>
                <c:pt idx="25">
                  <c:v>7420</c:v>
                </c:pt>
                <c:pt idx="26">
                  <c:v>7420</c:v>
                </c:pt>
                <c:pt idx="27">
                  <c:v>7420</c:v>
                </c:pt>
                <c:pt idx="28">
                  <c:v>7420</c:v>
                </c:pt>
                <c:pt idx="75">
                  <c:v>9523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07-4042-88F0-A56C584AA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5.3335643783963625E-2"/>
          <c:y val="0.94435551465587397"/>
          <c:w val="0.9466643562160364"/>
          <c:h val="4.1168328448421949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Oral Chemo Drugs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4570</c:v>
                </c:pt>
                <c:pt idx="92">
                  <c:v>4694</c:v>
                </c:pt>
                <c:pt idx="93">
                  <c:v>4716</c:v>
                </c:pt>
                <c:pt idx="94">
                  <c:v>4546</c:v>
                </c:pt>
                <c:pt idx="95">
                  <c:v>4676</c:v>
                </c:pt>
                <c:pt idx="96">
                  <c:v>4557</c:v>
                </c:pt>
                <c:pt idx="97">
                  <c:v>4130</c:v>
                </c:pt>
                <c:pt idx="98">
                  <c:v>4750</c:v>
                </c:pt>
                <c:pt idx="99">
                  <c:v>4433</c:v>
                </c:pt>
                <c:pt idx="100">
                  <c:v>4660</c:v>
                </c:pt>
                <c:pt idx="101">
                  <c:v>4503</c:v>
                </c:pt>
                <c:pt idx="102">
                  <c:v>4650</c:v>
                </c:pt>
                <c:pt idx="103">
                  <c:v>4637</c:v>
                </c:pt>
                <c:pt idx="104">
                  <c:v>4320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37-4C45-BAE6-FAAECAC47E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4570</c:v>
                </c:pt>
                <c:pt idx="92">
                  <c:v>4688</c:v>
                </c:pt>
                <c:pt idx="93">
                  <c:v>4712</c:v>
                </c:pt>
                <c:pt idx="94">
                  <c:v>4544</c:v>
                </c:pt>
                <c:pt idx="95">
                  <c:v>4667</c:v>
                </c:pt>
                <c:pt idx="96">
                  <c:v>4556</c:v>
                </c:pt>
                <c:pt idx="97">
                  <c:v>4125</c:v>
                </c:pt>
                <c:pt idx="98">
                  <c:v>4735</c:v>
                </c:pt>
                <c:pt idx="99">
                  <c:v>4431</c:v>
                </c:pt>
                <c:pt idx="100">
                  <c:v>4653</c:v>
                </c:pt>
                <c:pt idx="101">
                  <c:v>4506</c:v>
                </c:pt>
                <c:pt idx="102">
                  <c:v>4647</c:v>
                </c:pt>
                <c:pt idx="103">
                  <c:v>4472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37-4C45-BAE6-FAAECAC47E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1-D03D-F24D-8BE6-22B3BD1765FC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00-D03D-F24D-8BE6-22B3BD1765F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4571</c:v>
                </c:pt>
                <c:pt idx="92">
                  <c:v>4688</c:v>
                </c:pt>
                <c:pt idx="93">
                  <c:v>4712</c:v>
                </c:pt>
                <c:pt idx="94">
                  <c:v>4544</c:v>
                </c:pt>
                <c:pt idx="95">
                  <c:v>4668</c:v>
                </c:pt>
                <c:pt idx="96">
                  <c:v>4556</c:v>
                </c:pt>
                <c:pt idx="97">
                  <c:v>4123</c:v>
                </c:pt>
                <c:pt idx="98">
                  <c:v>4734</c:v>
                </c:pt>
                <c:pt idx="99">
                  <c:v>4435</c:v>
                </c:pt>
                <c:pt idx="100">
                  <c:v>4653</c:v>
                </c:pt>
                <c:pt idx="101">
                  <c:v>4530</c:v>
                </c:pt>
                <c:pt idx="102">
                  <c:v>4508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37-4C45-BAE6-FAAECAC47E1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4860</c:v>
                </c:pt>
                <c:pt idx="19">
                  <c:v>4860</c:v>
                </c:pt>
                <c:pt idx="20">
                  <c:v>4860</c:v>
                </c:pt>
                <c:pt idx="21">
                  <c:v>4860</c:v>
                </c:pt>
                <c:pt idx="22">
                  <c:v>4860</c:v>
                </c:pt>
                <c:pt idx="23">
                  <c:v>4860</c:v>
                </c:pt>
                <c:pt idx="75">
                  <c:v>5219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A6-2543-B66C-8A98EBD660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3795527714208129E-2"/>
          <c:y val="0.94175952437763466"/>
          <c:w val="0.96620447228579187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Hormonal Drugs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109058</c:v>
                </c:pt>
                <c:pt idx="91">
                  <c:v>109787</c:v>
                </c:pt>
                <c:pt idx="92">
                  <c:v>108699</c:v>
                </c:pt>
                <c:pt idx="93">
                  <c:v>110460</c:v>
                </c:pt>
                <c:pt idx="94">
                  <c:v>110291</c:v>
                </c:pt>
                <c:pt idx="95">
                  <c:v>109729</c:v>
                </c:pt>
                <c:pt idx="96">
                  <c:v>110967</c:v>
                </c:pt>
                <c:pt idx="97">
                  <c:v>108063</c:v>
                </c:pt>
                <c:pt idx="98">
                  <c:v>114464</c:v>
                </c:pt>
                <c:pt idx="99">
                  <c:v>112839</c:v>
                </c:pt>
                <c:pt idx="100">
                  <c:v>111661</c:v>
                </c:pt>
                <c:pt idx="101">
                  <c:v>112695</c:v>
                </c:pt>
                <c:pt idx="102">
                  <c:v>113141</c:v>
                </c:pt>
                <c:pt idx="103">
                  <c:v>107066</c:v>
                </c:pt>
                <c:pt idx="104">
                  <c:v>70715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B6-CF40-9868-9CDFB6AECA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109058</c:v>
                </c:pt>
                <c:pt idx="91">
                  <c:v>109776</c:v>
                </c:pt>
                <c:pt idx="92">
                  <c:v>108659</c:v>
                </c:pt>
                <c:pt idx="93">
                  <c:v>110410</c:v>
                </c:pt>
                <c:pt idx="94">
                  <c:v>110253</c:v>
                </c:pt>
                <c:pt idx="95">
                  <c:v>109673</c:v>
                </c:pt>
                <c:pt idx="96">
                  <c:v>110912</c:v>
                </c:pt>
                <c:pt idx="97">
                  <c:v>108004</c:v>
                </c:pt>
                <c:pt idx="98">
                  <c:v>114416</c:v>
                </c:pt>
                <c:pt idx="99">
                  <c:v>112767</c:v>
                </c:pt>
                <c:pt idx="100">
                  <c:v>111618</c:v>
                </c:pt>
                <c:pt idx="101">
                  <c:v>112615</c:v>
                </c:pt>
                <c:pt idx="102">
                  <c:v>108750</c:v>
                </c:pt>
                <c:pt idx="103">
                  <c:v>70518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B6-CF40-9868-9CDFB6AECA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1-5BE9-1248-ADA1-F9C1F840E3E0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00-5BE9-1248-ADA1-F9C1F840E3E0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109055</c:v>
                </c:pt>
                <c:pt idx="91">
                  <c:v>109781</c:v>
                </c:pt>
                <c:pt idx="92">
                  <c:v>108651</c:v>
                </c:pt>
                <c:pt idx="93">
                  <c:v>110399</c:v>
                </c:pt>
                <c:pt idx="94">
                  <c:v>110245</c:v>
                </c:pt>
                <c:pt idx="95">
                  <c:v>109678</c:v>
                </c:pt>
                <c:pt idx="96">
                  <c:v>110918</c:v>
                </c:pt>
                <c:pt idx="97">
                  <c:v>108004</c:v>
                </c:pt>
                <c:pt idx="98">
                  <c:v>114421</c:v>
                </c:pt>
                <c:pt idx="99">
                  <c:v>112758</c:v>
                </c:pt>
                <c:pt idx="100">
                  <c:v>111581</c:v>
                </c:pt>
                <c:pt idx="101">
                  <c:v>108173</c:v>
                </c:pt>
                <c:pt idx="102">
                  <c:v>71514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B6-CF40-9868-9CDFB6AECAA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116621</c:v>
                </c:pt>
                <c:pt idx="19">
                  <c:v>116621</c:v>
                </c:pt>
                <c:pt idx="20">
                  <c:v>116621</c:v>
                </c:pt>
                <c:pt idx="21">
                  <c:v>116621</c:v>
                </c:pt>
                <c:pt idx="22">
                  <c:v>116621</c:v>
                </c:pt>
                <c:pt idx="23">
                  <c:v>116621</c:v>
                </c:pt>
                <c:pt idx="24">
                  <c:v>116621</c:v>
                </c:pt>
                <c:pt idx="25">
                  <c:v>116621</c:v>
                </c:pt>
                <c:pt idx="75">
                  <c:v>108874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C8-BA40-A055-77B344129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6537089732595307E-2"/>
          <c:y val="0.94175952437763466"/>
          <c:w val="0.97346291026740472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Targeted Therapy Drugs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07ED-1A49-928E-45EEDB85B3F5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13490</c:v>
                </c:pt>
                <c:pt idx="82">
                  <c:v>13630</c:v>
                </c:pt>
                <c:pt idx="83">
                  <c:v>12457</c:v>
                </c:pt>
                <c:pt idx="84">
                  <c:v>14444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14183</c:v>
                </c:pt>
                <c:pt idx="91">
                  <c:v>12696</c:v>
                </c:pt>
                <c:pt idx="92">
                  <c:v>13722</c:v>
                </c:pt>
                <c:pt idx="93">
                  <c:v>14346</c:v>
                </c:pt>
                <c:pt idx="94">
                  <c:v>13059</c:v>
                </c:pt>
                <c:pt idx="95">
                  <c:v>13679</c:v>
                </c:pt>
                <c:pt idx="96">
                  <c:v>13678</c:v>
                </c:pt>
                <c:pt idx="97">
                  <c:v>12455</c:v>
                </c:pt>
                <c:pt idx="98">
                  <c:v>13887</c:v>
                </c:pt>
                <c:pt idx="99">
                  <c:v>13639</c:v>
                </c:pt>
                <c:pt idx="100">
                  <c:v>11869</c:v>
                </c:pt>
                <c:pt idx="101">
                  <c:v>10457</c:v>
                </c:pt>
                <c:pt idx="102">
                  <c:v>6818</c:v>
                </c:pt>
                <c:pt idx="103">
                  <c:v>4338</c:v>
                </c:pt>
                <c:pt idx="104">
                  <c:v>2779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F8-5842-8D38-BBDE239122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13490</c:v>
                </c:pt>
                <c:pt idx="82">
                  <c:v>13630</c:v>
                </c:pt>
                <c:pt idx="83">
                  <c:v>12457</c:v>
                </c:pt>
                <c:pt idx="84">
                  <c:v>14444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14182</c:v>
                </c:pt>
                <c:pt idx="91">
                  <c:v>12694</c:v>
                </c:pt>
                <c:pt idx="92">
                  <c:v>13709</c:v>
                </c:pt>
                <c:pt idx="93">
                  <c:v>14315</c:v>
                </c:pt>
                <c:pt idx="94">
                  <c:v>13020</c:v>
                </c:pt>
                <c:pt idx="95">
                  <c:v>13635</c:v>
                </c:pt>
                <c:pt idx="96">
                  <c:v>13624</c:v>
                </c:pt>
                <c:pt idx="97">
                  <c:v>12201</c:v>
                </c:pt>
                <c:pt idx="98">
                  <c:v>13630</c:v>
                </c:pt>
                <c:pt idx="99">
                  <c:v>13325</c:v>
                </c:pt>
                <c:pt idx="100">
                  <c:v>11468</c:v>
                </c:pt>
                <c:pt idx="101">
                  <c:v>9974</c:v>
                </c:pt>
                <c:pt idx="102">
                  <c:v>5788</c:v>
                </c:pt>
                <c:pt idx="103">
                  <c:v>2519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F8-5842-8D38-BBDE239122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0-07ED-1A49-928E-45EEDB85B3F5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13487</c:v>
                </c:pt>
                <c:pt idx="82">
                  <c:v>13630</c:v>
                </c:pt>
                <c:pt idx="83">
                  <c:v>12457</c:v>
                </c:pt>
                <c:pt idx="84">
                  <c:v>14441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14179</c:v>
                </c:pt>
                <c:pt idx="91">
                  <c:v>12670</c:v>
                </c:pt>
                <c:pt idx="92">
                  <c:v>13683</c:v>
                </c:pt>
                <c:pt idx="93">
                  <c:v>14258</c:v>
                </c:pt>
                <c:pt idx="94">
                  <c:v>12987</c:v>
                </c:pt>
                <c:pt idx="95">
                  <c:v>13586</c:v>
                </c:pt>
                <c:pt idx="96">
                  <c:v>13559</c:v>
                </c:pt>
                <c:pt idx="97">
                  <c:v>10161</c:v>
                </c:pt>
                <c:pt idx="98">
                  <c:v>11135</c:v>
                </c:pt>
                <c:pt idx="99">
                  <c:v>10737</c:v>
                </c:pt>
                <c:pt idx="100">
                  <c:v>9157</c:v>
                </c:pt>
                <c:pt idx="101">
                  <c:v>8214</c:v>
                </c:pt>
                <c:pt idx="102">
                  <c:v>3903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F8-5842-8D38-BBDE239122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11695</c:v>
                </c:pt>
                <c:pt idx="19">
                  <c:v>11695</c:v>
                </c:pt>
                <c:pt idx="20">
                  <c:v>11695</c:v>
                </c:pt>
                <c:pt idx="21">
                  <c:v>11695</c:v>
                </c:pt>
                <c:pt idx="22">
                  <c:v>11695</c:v>
                </c:pt>
                <c:pt idx="23">
                  <c:v>11695</c:v>
                </c:pt>
                <c:pt idx="96">
                  <c:v>13678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A4-0F4F-B5A8-89CD81138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2123265726186198E-2"/>
          <c:y val="0.94175952437763466"/>
          <c:w val="0.97787673427381383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Chemo Drugs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95328</c:v>
                </c:pt>
                <c:pt idx="8">
                  <c:v>83556</c:v>
                </c:pt>
                <c:pt idx="9">
                  <c:v>82946</c:v>
                </c:pt>
                <c:pt idx="10">
                  <c:v>89767</c:v>
                </c:pt>
                <c:pt idx="11">
                  <c:v>98064</c:v>
                </c:pt>
                <c:pt idx="12">
                  <c:v>81904</c:v>
                </c:pt>
                <c:pt idx="13">
                  <c:v>89349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72739</c:v>
                </c:pt>
                <c:pt idx="18">
                  <c:v>71866</c:v>
                </c:pt>
                <c:pt idx="19">
                  <c:v>78871</c:v>
                </c:pt>
                <c:pt idx="20">
                  <c:v>73663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76883</c:v>
                </c:pt>
                <c:pt idx="26">
                  <c:v>75114</c:v>
                </c:pt>
                <c:pt idx="27">
                  <c:v>80609</c:v>
                </c:pt>
                <c:pt idx="28">
                  <c:v>78936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83510</c:v>
                </c:pt>
                <c:pt idx="33">
                  <c:v>74665</c:v>
                </c:pt>
                <c:pt idx="34">
                  <c:v>73435</c:v>
                </c:pt>
                <c:pt idx="35">
                  <c:v>72663</c:v>
                </c:pt>
                <c:pt idx="36">
                  <c:v>71036</c:v>
                </c:pt>
                <c:pt idx="37">
                  <c:v>79667</c:v>
                </c:pt>
                <c:pt idx="38">
                  <c:v>72752</c:v>
                </c:pt>
                <c:pt idx="39">
                  <c:v>73274</c:v>
                </c:pt>
                <c:pt idx="40">
                  <c:v>73843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73177</c:v>
                </c:pt>
                <c:pt idx="45">
                  <c:v>72077</c:v>
                </c:pt>
                <c:pt idx="46">
                  <c:v>78975</c:v>
                </c:pt>
                <c:pt idx="47">
                  <c:v>72879</c:v>
                </c:pt>
                <c:pt idx="48">
                  <c:v>73017</c:v>
                </c:pt>
                <c:pt idx="49">
                  <c:v>78595</c:v>
                </c:pt>
                <c:pt idx="50">
                  <c:v>75757</c:v>
                </c:pt>
                <c:pt idx="51">
                  <c:v>74923</c:v>
                </c:pt>
                <c:pt idx="52">
                  <c:v>75893</c:v>
                </c:pt>
                <c:pt idx="53">
                  <c:v>75927</c:v>
                </c:pt>
                <c:pt idx="54">
                  <c:v>80340</c:v>
                </c:pt>
                <c:pt idx="55">
                  <c:v>78406</c:v>
                </c:pt>
                <c:pt idx="56">
                  <c:v>77768</c:v>
                </c:pt>
                <c:pt idx="57">
                  <c:v>50501</c:v>
                </c:pt>
                <c:pt idx="58">
                  <c:v>95319</c:v>
                </c:pt>
                <c:pt idx="59">
                  <c:v>71655</c:v>
                </c:pt>
                <c:pt idx="60">
                  <c:v>78903</c:v>
                </c:pt>
                <c:pt idx="61">
                  <c:v>48105</c:v>
                </c:pt>
                <c:pt idx="62">
                  <c:v>73773</c:v>
                </c:pt>
                <c:pt idx="63">
                  <c:v>76930</c:v>
                </c:pt>
                <c:pt idx="64">
                  <c:v>76960</c:v>
                </c:pt>
                <c:pt idx="65">
                  <c:v>66966</c:v>
                </c:pt>
                <c:pt idx="66">
                  <c:v>77294</c:v>
                </c:pt>
                <c:pt idx="67">
                  <c:v>76943</c:v>
                </c:pt>
                <c:pt idx="68">
                  <c:v>77207</c:v>
                </c:pt>
                <c:pt idx="69">
                  <c:v>72565</c:v>
                </c:pt>
                <c:pt idx="70">
                  <c:v>76864</c:v>
                </c:pt>
                <c:pt idx="71">
                  <c:v>77532</c:v>
                </c:pt>
                <c:pt idx="72">
                  <c:v>79203</c:v>
                </c:pt>
                <c:pt idx="73">
                  <c:v>73799</c:v>
                </c:pt>
                <c:pt idx="74">
                  <c:v>74966</c:v>
                </c:pt>
                <c:pt idx="75">
                  <c:v>78974</c:v>
                </c:pt>
                <c:pt idx="76">
                  <c:v>79333</c:v>
                </c:pt>
                <c:pt idx="77">
                  <c:v>74295</c:v>
                </c:pt>
                <c:pt idx="78">
                  <c:v>75638</c:v>
                </c:pt>
                <c:pt idx="79">
                  <c:v>76131</c:v>
                </c:pt>
                <c:pt idx="80">
                  <c:v>78893</c:v>
                </c:pt>
                <c:pt idx="81">
                  <c:v>75749</c:v>
                </c:pt>
                <c:pt idx="82">
                  <c:v>76911</c:v>
                </c:pt>
                <c:pt idx="83">
                  <c:v>68107</c:v>
                </c:pt>
                <c:pt idx="84">
                  <c:v>82145</c:v>
                </c:pt>
                <c:pt idx="85">
                  <c:v>74550</c:v>
                </c:pt>
                <c:pt idx="86">
                  <c:v>75748</c:v>
                </c:pt>
                <c:pt idx="87">
                  <c:v>72821</c:v>
                </c:pt>
                <c:pt idx="88">
                  <c:v>70806</c:v>
                </c:pt>
                <c:pt idx="89">
                  <c:v>80932</c:v>
                </c:pt>
                <c:pt idx="90">
                  <c:v>74700</c:v>
                </c:pt>
                <c:pt idx="91">
                  <c:v>74920</c:v>
                </c:pt>
                <c:pt idx="92">
                  <c:v>74382</c:v>
                </c:pt>
                <c:pt idx="93">
                  <c:v>79401</c:v>
                </c:pt>
                <c:pt idx="94">
                  <c:v>75215</c:v>
                </c:pt>
                <c:pt idx="95">
                  <c:v>74985</c:v>
                </c:pt>
                <c:pt idx="96">
                  <c:v>73785</c:v>
                </c:pt>
                <c:pt idx="97">
                  <c:v>70566</c:v>
                </c:pt>
                <c:pt idx="98">
                  <c:v>76300</c:v>
                </c:pt>
                <c:pt idx="99">
                  <c:v>69994</c:v>
                </c:pt>
                <c:pt idx="100">
                  <c:v>70459</c:v>
                </c:pt>
                <c:pt idx="101">
                  <c:v>55699</c:v>
                </c:pt>
                <c:pt idx="102">
                  <c:v>37735</c:v>
                </c:pt>
                <c:pt idx="103">
                  <c:v>23475</c:v>
                </c:pt>
                <c:pt idx="104">
                  <c:v>15524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02-AA48-B059-C5DC47C35D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3F76-D549-A2E0-06D044FB95FF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95327</c:v>
                </c:pt>
                <c:pt idx="8">
                  <c:v>83556</c:v>
                </c:pt>
                <c:pt idx="9">
                  <c:v>82946</c:v>
                </c:pt>
                <c:pt idx="10">
                  <c:v>89766</c:v>
                </c:pt>
                <c:pt idx="11">
                  <c:v>98064</c:v>
                </c:pt>
                <c:pt idx="12">
                  <c:v>81904</c:v>
                </c:pt>
                <c:pt idx="13">
                  <c:v>89348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72738</c:v>
                </c:pt>
                <c:pt idx="18">
                  <c:v>71866</c:v>
                </c:pt>
                <c:pt idx="19">
                  <c:v>78871</c:v>
                </c:pt>
                <c:pt idx="20">
                  <c:v>73662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76883</c:v>
                </c:pt>
                <c:pt idx="26">
                  <c:v>75114</c:v>
                </c:pt>
                <c:pt idx="27">
                  <c:v>80609</c:v>
                </c:pt>
                <c:pt idx="28">
                  <c:v>78936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83509</c:v>
                </c:pt>
                <c:pt idx="33">
                  <c:v>74665</c:v>
                </c:pt>
                <c:pt idx="34">
                  <c:v>73434</c:v>
                </c:pt>
                <c:pt idx="35">
                  <c:v>72663</c:v>
                </c:pt>
                <c:pt idx="36">
                  <c:v>71036</c:v>
                </c:pt>
                <c:pt idx="37">
                  <c:v>79667</c:v>
                </c:pt>
                <c:pt idx="38">
                  <c:v>72751</c:v>
                </c:pt>
                <c:pt idx="39">
                  <c:v>73274</c:v>
                </c:pt>
                <c:pt idx="40">
                  <c:v>73842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73176</c:v>
                </c:pt>
                <c:pt idx="45">
                  <c:v>72076</c:v>
                </c:pt>
                <c:pt idx="46">
                  <c:v>78974</c:v>
                </c:pt>
                <c:pt idx="47">
                  <c:v>72879</c:v>
                </c:pt>
                <c:pt idx="48">
                  <c:v>73017</c:v>
                </c:pt>
                <c:pt idx="49">
                  <c:v>78595</c:v>
                </c:pt>
                <c:pt idx="50">
                  <c:v>75756</c:v>
                </c:pt>
                <c:pt idx="51">
                  <c:v>74919</c:v>
                </c:pt>
                <c:pt idx="52">
                  <c:v>75892</c:v>
                </c:pt>
                <c:pt idx="53">
                  <c:v>75927</c:v>
                </c:pt>
                <c:pt idx="54">
                  <c:v>80338</c:v>
                </c:pt>
                <c:pt idx="55">
                  <c:v>78406</c:v>
                </c:pt>
                <c:pt idx="56">
                  <c:v>77768</c:v>
                </c:pt>
                <c:pt idx="57">
                  <c:v>50499</c:v>
                </c:pt>
                <c:pt idx="58">
                  <c:v>95319</c:v>
                </c:pt>
                <c:pt idx="59">
                  <c:v>71654</c:v>
                </c:pt>
                <c:pt idx="60">
                  <c:v>78901</c:v>
                </c:pt>
                <c:pt idx="61">
                  <c:v>48105</c:v>
                </c:pt>
                <c:pt idx="62">
                  <c:v>73772</c:v>
                </c:pt>
                <c:pt idx="63">
                  <c:v>76929</c:v>
                </c:pt>
                <c:pt idx="64">
                  <c:v>76960</c:v>
                </c:pt>
                <c:pt idx="65">
                  <c:v>66966</c:v>
                </c:pt>
                <c:pt idx="66">
                  <c:v>77293</c:v>
                </c:pt>
                <c:pt idx="67">
                  <c:v>76943</c:v>
                </c:pt>
                <c:pt idx="68">
                  <c:v>77207</c:v>
                </c:pt>
                <c:pt idx="69">
                  <c:v>72564</c:v>
                </c:pt>
                <c:pt idx="70">
                  <c:v>76864</c:v>
                </c:pt>
                <c:pt idx="71">
                  <c:v>77532</c:v>
                </c:pt>
                <c:pt idx="72">
                  <c:v>79202</c:v>
                </c:pt>
                <c:pt idx="73">
                  <c:v>73799</c:v>
                </c:pt>
                <c:pt idx="74">
                  <c:v>74966</c:v>
                </c:pt>
                <c:pt idx="75">
                  <c:v>78973</c:v>
                </c:pt>
                <c:pt idx="76">
                  <c:v>79333</c:v>
                </c:pt>
                <c:pt idx="77">
                  <c:v>74295</c:v>
                </c:pt>
                <c:pt idx="78">
                  <c:v>75637</c:v>
                </c:pt>
                <c:pt idx="79">
                  <c:v>76131</c:v>
                </c:pt>
                <c:pt idx="80">
                  <c:v>78891</c:v>
                </c:pt>
                <c:pt idx="81">
                  <c:v>75749</c:v>
                </c:pt>
                <c:pt idx="82">
                  <c:v>76911</c:v>
                </c:pt>
                <c:pt idx="83">
                  <c:v>68104</c:v>
                </c:pt>
                <c:pt idx="84">
                  <c:v>82142</c:v>
                </c:pt>
                <c:pt idx="85">
                  <c:v>74548</c:v>
                </c:pt>
                <c:pt idx="86">
                  <c:v>75746</c:v>
                </c:pt>
                <c:pt idx="87">
                  <c:v>72817</c:v>
                </c:pt>
                <c:pt idx="88">
                  <c:v>70800</c:v>
                </c:pt>
                <c:pt idx="89">
                  <c:v>80922</c:v>
                </c:pt>
                <c:pt idx="90">
                  <c:v>74692</c:v>
                </c:pt>
                <c:pt idx="91">
                  <c:v>74895</c:v>
                </c:pt>
                <c:pt idx="92">
                  <c:v>74209</c:v>
                </c:pt>
                <c:pt idx="93">
                  <c:v>79107</c:v>
                </c:pt>
                <c:pt idx="94">
                  <c:v>74984</c:v>
                </c:pt>
                <c:pt idx="95">
                  <c:v>74554</c:v>
                </c:pt>
                <c:pt idx="96">
                  <c:v>73439</c:v>
                </c:pt>
                <c:pt idx="97">
                  <c:v>69057</c:v>
                </c:pt>
                <c:pt idx="98">
                  <c:v>74556</c:v>
                </c:pt>
                <c:pt idx="99">
                  <c:v>67947</c:v>
                </c:pt>
                <c:pt idx="100">
                  <c:v>67927</c:v>
                </c:pt>
                <c:pt idx="101">
                  <c:v>53110</c:v>
                </c:pt>
                <c:pt idx="102">
                  <c:v>32617</c:v>
                </c:pt>
                <c:pt idx="103">
                  <c:v>14439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02-AA48-B059-C5DC47C35D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00-3F76-D549-A2E0-06D044FB95FF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95327</c:v>
                </c:pt>
                <c:pt idx="8">
                  <c:v>83556</c:v>
                </c:pt>
                <c:pt idx="9">
                  <c:v>82946</c:v>
                </c:pt>
                <c:pt idx="10">
                  <c:v>89766</c:v>
                </c:pt>
                <c:pt idx="11">
                  <c:v>98064</c:v>
                </c:pt>
                <c:pt idx="12">
                  <c:v>81904</c:v>
                </c:pt>
                <c:pt idx="13">
                  <c:v>89348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72738</c:v>
                </c:pt>
                <c:pt idx="18">
                  <c:v>71866</c:v>
                </c:pt>
                <c:pt idx="19">
                  <c:v>78871</c:v>
                </c:pt>
                <c:pt idx="20">
                  <c:v>73662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76881</c:v>
                </c:pt>
                <c:pt idx="26">
                  <c:v>75114</c:v>
                </c:pt>
                <c:pt idx="27">
                  <c:v>80609</c:v>
                </c:pt>
                <c:pt idx="28">
                  <c:v>78934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83507</c:v>
                </c:pt>
                <c:pt idx="33">
                  <c:v>74665</c:v>
                </c:pt>
                <c:pt idx="34">
                  <c:v>73434</c:v>
                </c:pt>
                <c:pt idx="35">
                  <c:v>72661</c:v>
                </c:pt>
                <c:pt idx="36">
                  <c:v>71036</c:v>
                </c:pt>
                <c:pt idx="37">
                  <c:v>79667</c:v>
                </c:pt>
                <c:pt idx="38">
                  <c:v>72751</c:v>
                </c:pt>
                <c:pt idx="39">
                  <c:v>73273</c:v>
                </c:pt>
                <c:pt idx="40">
                  <c:v>73842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73176</c:v>
                </c:pt>
                <c:pt idx="45">
                  <c:v>72076</c:v>
                </c:pt>
                <c:pt idx="46">
                  <c:v>78974</c:v>
                </c:pt>
                <c:pt idx="47">
                  <c:v>72879</c:v>
                </c:pt>
                <c:pt idx="48">
                  <c:v>73015</c:v>
                </c:pt>
                <c:pt idx="49">
                  <c:v>78595</c:v>
                </c:pt>
                <c:pt idx="50">
                  <c:v>75756</c:v>
                </c:pt>
                <c:pt idx="51">
                  <c:v>74917</c:v>
                </c:pt>
                <c:pt idx="52">
                  <c:v>75892</c:v>
                </c:pt>
                <c:pt idx="53">
                  <c:v>75922</c:v>
                </c:pt>
                <c:pt idx="54">
                  <c:v>80338</c:v>
                </c:pt>
                <c:pt idx="55">
                  <c:v>78405</c:v>
                </c:pt>
                <c:pt idx="56">
                  <c:v>77767</c:v>
                </c:pt>
                <c:pt idx="57">
                  <c:v>50498</c:v>
                </c:pt>
                <c:pt idx="58">
                  <c:v>95318</c:v>
                </c:pt>
                <c:pt idx="59">
                  <c:v>71654</c:v>
                </c:pt>
                <c:pt idx="60">
                  <c:v>78901</c:v>
                </c:pt>
                <c:pt idx="61">
                  <c:v>48105</c:v>
                </c:pt>
                <c:pt idx="62">
                  <c:v>73772</c:v>
                </c:pt>
                <c:pt idx="63">
                  <c:v>76929</c:v>
                </c:pt>
                <c:pt idx="64">
                  <c:v>76960</c:v>
                </c:pt>
                <c:pt idx="65">
                  <c:v>66966</c:v>
                </c:pt>
                <c:pt idx="66">
                  <c:v>77293</c:v>
                </c:pt>
                <c:pt idx="67">
                  <c:v>76943</c:v>
                </c:pt>
                <c:pt idx="68">
                  <c:v>77207</c:v>
                </c:pt>
                <c:pt idx="69">
                  <c:v>72564</c:v>
                </c:pt>
                <c:pt idx="70">
                  <c:v>76864</c:v>
                </c:pt>
                <c:pt idx="71">
                  <c:v>77532</c:v>
                </c:pt>
                <c:pt idx="72">
                  <c:v>79202</c:v>
                </c:pt>
                <c:pt idx="73">
                  <c:v>73797</c:v>
                </c:pt>
                <c:pt idx="74">
                  <c:v>74966</c:v>
                </c:pt>
                <c:pt idx="75">
                  <c:v>78973</c:v>
                </c:pt>
                <c:pt idx="76">
                  <c:v>79331</c:v>
                </c:pt>
                <c:pt idx="77">
                  <c:v>74295</c:v>
                </c:pt>
                <c:pt idx="78">
                  <c:v>75637</c:v>
                </c:pt>
                <c:pt idx="79">
                  <c:v>76131</c:v>
                </c:pt>
                <c:pt idx="80">
                  <c:v>78889</c:v>
                </c:pt>
                <c:pt idx="81">
                  <c:v>75747</c:v>
                </c:pt>
                <c:pt idx="82">
                  <c:v>76911</c:v>
                </c:pt>
                <c:pt idx="83">
                  <c:v>68103</c:v>
                </c:pt>
                <c:pt idx="84">
                  <c:v>82139</c:v>
                </c:pt>
                <c:pt idx="85">
                  <c:v>74548</c:v>
                </c:pt>
                <c:pt idx="86">
                  <c:v>75741</c:v>
                </c:pt>
                <c:pt idx="87">
                  <c:v>72815</c:v>
                </c:pt>
                <c:pt idx="88">
                  <c:v>70799</c:v>
                </c:pt>
                <c:pt idx="89">
                  <c:v>80918</c:v>
                </c:pt>
                <c:pt idx="90">
                  <c:v>74659</c:v>
                </c:pt>
                <c:pt idx="91">
                  <c:v>74712</c:v>
                </c:pt>
                <c:pt idx="92">
                  <c:v>74020</c:v>
                </c:pt>
                <c:pt idx="93">
                  <c:v>78747</c:v>
                </c:pt>
                <c:pt idx="94">
                  <c:v>74573</c:v>
                </c:pt>
                <c:pt idx="95">
                  <c:v>74175</c:v>
                </c:pt>
                <c:pt idx="96">
                  <c:v>73032</c:v>
                </c:pt>
                <c:pt idx="97">
                  <c:v>57170</c:v>
                </c:pt>
                <c:pt idx="98">
                  <c:v>61200</c:v>
                </c:pt>
                <c:pt idx="99">
                  <c:v>54627</c:v>
                </c:pt>
                <c:pt idx="100">
                  <c:v>53671</c:v>
                </c:pt>
                <c:pt idx="101">
                  <c:v>43179</c:v>
                </c:pt>
                <c:pt idx="102">
                  <c:v>23274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02-AA48-B059-C5DC47C35D2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71866</c:v>
                </c:pt>
                <c:pt idx="96">
                  <c:v>73785</c:v>
                </c:pt>
                <c:pt idx="97">
                  <c:v>73785</c:v>
                </c:pt>
                <c:pt idx="98">
                  <c:v>73785</c:v>
                </c:pt>
                <c:pt idx="99">
                  <c:v>73785</c:v>
                </c:pt>
                <c:pt idx="100">
                  <c:v>73785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51-5A44-84D9-BED3FD271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1.8970477277563888E-2"/>
          <c:y val="0.94175952437763466"/>
          <c:w val="0.98102952272243615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Trodelvy</a:t>
            </a:r>
            <a:r>
              <a:rPr lang="en-IN" sz="1200" dirty="0"/>
              <a:t>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9E33-6E4A-A03A-FBE9B5448C39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1394</c:v>
                </c:pt>
                <c:pt idx="93">
                  <c:v>1383</c:v>
                </c:pt>
                <c:pt idx="94">
                  <c:v>1415</c:v>
                </c:pt>
                <c:pt idx="95">
                  <c:v>1411</c:v>
                </c:pt>
                <c:pt idx="96">
                  <c:v>1425</c:v>
                </c:pt>
                <c:pt idx="97">
                  <c:v>1340</c:v>
                </c:pt>
                <c:pt idx="98">
                  <c:v>1373</c:v>
                </c:pt>
                <c:pt idx="99">
                  <c:v>1386</c:v>
                </c:pt>
                <c:pt idx="100">
                  <c:v>1303</c:v>
                </c:pt>
                <c:pt idx="101">
                  <c:v>1072</c:v>
                </c:pt>
                <c:pt idx="102">
                  <c:v>703</c:v>
                </c:pt>
                <c:pt idx="103">
                  <c:v>481</c:v>
                </c:pt>
                <c:pt idx="104">
                  <c:v>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A2-1C4E-9910-D0713273BE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1392</c:v>
                </c:pt>
                <c:pt idx="93">
                  <c:v>1377</c:v>
                </c:pt>
                <c:pt idx="94">
                  <c:v>1408</c:v>
                </c:pt>
                <c:pt idx="95">
                  <c:v>1404</c:v>
                </c:pt>
                <c:pt idx="96">
                  <c:v>1414</c:v>
                </c:pt>
                <c:pt idx="97">
                  <c:v>1297</c:v>
                </c:pt>
                <c:pt idx="98">
                  <c:v>1336</c:v>
                </c:pt>
                <c:pt idx="99">
                  <c:v>1340</c:v>
                </c:pt>
                <c:pt idx="100">
                  <c:v>1265</c:v>
                </c:pt>
                <c:pt idx="101">
                  <c:v>1027</c:v>
                </c:pt>
                <c:pt idx="102">
                  <c:v>620</c:v>
                </c:pt>
                <c:pt idx="103">
                  <c:v>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A2-1C4E-9910-D0713273BE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0-9E33-6E4A-A03A-FBE9B5448C39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1383</c:v>
                </c:pt>
                <c:pt idx="91">
                  <c:v>1375</c:v>
                </c:pt>
                <c:pt idx="92">
                  <c:v>1389</c:v>
                </c:pt>
                <c:pt idx="93">
                  <c:v>1375</c:v>
                </c:pt>
                <c:pt idx="94">
                  <c:v>1403</c:v>
                </c:pt>
                <c:pt idx="95">
                  <c:v>1402</c:v>
                </c:pt>
                <c:pt idx="96">
                  <c:v>1404</c:v>
                </c:pt>
                <c:pt idx="97">
                  <c:v>1076</c:v>
                </c:pt>
                <c:pt idx="98">
                  <c:v>1077</c:v>
                </c:pt>
                <c:pt idx="99">
                  <c:v>1078</c:v>
                </c:pt>
                <c:pt idx="100">
                  <c:v>1024</c:v>
                </c:pt>
                <c:pt idx="101">
                  <c:v>859</c:v>
                </c:pt>
                <c:pt idx="102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A2-1C4E-9910-D0713273BE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1337</c:v>
                </c:pt>
                <c:pt idx="96">
                  <c:v>1425</c:v>
                </c:pt>
                <c:pt idx="97">
                  <c:v>1425</c:v>
                </c:pt>
                <c:pt idx="98">
                  <c:v>1425</c:v>
                </c:pt>
                <c:pt idx="99">
                  <c:v>1425</c:v>
                </c:pt>
                <c:pt idx="100">
                  <c:v>1425</c:v>
                </c:pt>
                <c:pt idx="101">
                  <c:v>1425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B3-9244-82AF-46891D29E1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8358428311417803E-2"/>
          <c:y val="0.94175952437763466"/>
          <c:w val="0.97164157168858223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Enhertu</a:t>
            </a:r>
            <a:r>
              <a:rPr lang="en-IN" sz="1200" dirty="0"/>
              <a:t>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F3A4-F746-ADE0-70F9381E64B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2794</c:v>
                </c:pt>
                <c:pt idx="92">
                  <c:v>3226</c:v>
                </c:pt>
                <c:pt idx="93">
                  <c:v>3351</c:v>
                </c:pt>
                <c:pt idx="94">
                  <c:v>2938</c:v>
                </c:pt>
                <c:pt idx="95">
                  <c:v>3188</c:v>
                </c:pt>
                <c:pt idx="96">
                  <c:v>3285</c:v>
                </c:pt>
                <c:pt idx="97">
                  <c:v>2863</c:v>
                </c:pt>
                <c:pt idx="98">
                  <c:v>3307</c:v>
                </c:pt>
                <c:pt idx="99">
                  <c:v>3303</c:v>
                </c:pt>
                <c:pt idx="100">
                  <c:v>2776</c:v>
                </c:pt>
                <c:pt idx="101">
                  <c:v>2437</c:v>
                </c:pt>
                <c:pt idx="102">
                  <c:v>1643</c:v>
                </c:pt>
                <c:pt idx="103">
                  <c:v>969</c:v>
                </c:pt>
                <c:pt idx="104">
                  <c:v>626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3C-DE4A-AC0F-051F28EF08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2792</c:v>
                </c:pt>
                <c:pt idx="92">
                  <c:v>3225</c:v>
                </c:pt>
                <c:pt idx="93">
                  <c:v>3343</c:v>
                </c:pt>
                <c:pt idx="94">
                  <c:v>2931</c:v>
                </c:pt>
                <c:pt idx="95">
                  <c:v>3179</c:v>
                </c:pt>
                <c:pt idx="96">
                  <c:v>3271</c:v>
                </c:pt>
                <c:pt idx="97">
                  <c:v>2807</c:v>
                </c:pt>
                <c:pt idx="98">
                  <c:v>3241</c:v>
                </c:pt>
                <c:pt idx="99">
                  <c:v>3225</c:v>
                </c:pt>
                <c:pt idx="100">
                  <c:v>2687</c:v>
                </c:pt>
                <c:pt idx="101">
                  <c:v>2322</c:v>
                </c:pt>
                <c:pt idx="102">
                  <c:v>1415</c:v>
                </c:pt>
                <c:pt idx="103">
                  <c:v>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3C-DE4A-AC0F-051F28EF08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0-F3A4-F746-ADE0-70F9381E64B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2789</c:v>
                </c:pt>
                <c:pt idx="92">
                  <c:v>3216</c:v>
                </c:pt>
                <c:pt idx="93">
                  <c:v>3326</c:v>
                </c:pt>
                <c:pt idx="94">
                  <c:v>2921</c:v>
                </c:pt>
                <c:pt idx="95">
                  <c:v>3172</c:v>
                </c:pt>
                <c:pt idx="96">
                  <c:v>3259</c:v>
                </c:pt>
                <c:pt idx="97">
                  <c:v>2296</c:v>
                </c:pt>
                <c:pt idx="98">
                  <c:v>2652</c:v>
                </c:pt>
                <c:pt idx="99">
                  <c:v>2565</c:v>
                </c:pt>
                <c:pt idx="100">
                  <c:v>2105</c:v>
                </c:pt>
                <c:pt idx="101">
                  <c:v>1927</c:v>
                </c:pt>
                <c:pt idx="102">
                  <c:v>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73C-DE4A-AC0F-051F28EF08F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2163</c:v>
                </c:pt>
                <c:pt idx="87">
                  <c:v>3285</c:v>
                </c:pt>
                <c:pt idx="88">
                  <c:v>3285</c:v>
                </c:pt>
                <c:pt idx="89">
                  <c:v>3285</c:v>
                </c:pt>
                <c:pt idx="90">
                  <c:v>3285</c:v>
                </c:pt>
                <c:pt idx="91">
                  <c:v>3285</c:v>
                </c:pt>
                <c:pt idx="92">
                  <c:v>3285</c:v>
                </c:pt>
                <c:pt idx="93">
                  <c:v>3285</c:v>
                </c:pt>
                <c:pt idx="94">
                  <c:v>3285</c:v>
                </c:pt>
                <c:pt idx="95">
                  <c:v>3285</c:v>
                </c:pt>
                <c:pt idx="96">
                  <c:v>3285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E-AA48-A66E-B301DC185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2824218445466588E-2"/>
          <c:y val="0.94175952437763466"/>
          <c:w val="0.97717578155453344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Datroway</a:t>
            </a:r>
            <a:r>
              <a:rPr lang="en-IN" sz="1200" dirty="0"/>
              <a:t>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01-52B5-D244-85BC-2074741A142F}"/>
              </c:ext>
            </c:extLst>
          </c:dPt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86</c:v>
                </c:pt>
                <c:pt idx="28">
                  <c:v>66</c:v>
                </c:pt>
                <c:pt idx="29">
                  <c:v>78</c:v>
                </c:pt>
                <c:pt idx="30">
                  <c:v>77</c:v>
                </c:pt>
                <c:pt idx="31">
                  <c:v>95</c:v>
                </c:pt>
                <c:pt idx="32">
                  <c:v>66</c:v>
                </c:pt>
                <c:pt idx="33">
                  <c:v>68</c:v>
                </c:pt>
                <c:pt idx="34">
                  <c:v>86</c:v>
                </c:pt>
                <c:pt idx="35">
                  <c:v>34</c:v>
                </c:pt>
                <c:pt idx="36">
                  <c:v>16</c:v>
                </c:pt>
                <c:pt idx="37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C-7147-A484-2A70AF8A8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86</c:v>
                </c:pt>
                <c:pt idx="28">
                  <c:v>66</c:v>
                </c:pt>
                <c:pt idx="29">
                  <c:v>78</c:v>
                </c:pt>
                <c:pt idx="30">
                  <c:v>74</c:v>
                </c:pt>
                <c:pt idx="31">
                  <c:v>92</c:v>
                </c:pt>
                <c:pt idx="32">
                  <c:v>64</c:v>
                </c:pt>
                <c:pt idx="33">
                  <c:v>64</c:v>
                </c:pt>
                <c:pt idx="34">
                  <c:v>83</c:v>
                </c:pt>
                <c:pt idx="35">
                  <c:v>34</c:v>
                </c:pt>
                <c:pt idx="36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C-7147-A484-2A70AF8A8D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0-52B5-D244-85BC-2074741A142F}"/>
              </c:ext>
            </c:extLst>
          </c:dPt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Sheet1!$D$2:$D$39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85</c:v>
                </c:pt>
                <c:pt idx="28">
                  <c:v>66</c:v>
                </c:pt>
                <c:pt idx="29">
                  <c:v>78</c:v>
                </c:pt>
                <c:pt idx="30">
                  <c:v>67</c:v>
                </c:pt>
                <c:pt idx="31">
                  <c:v>80</c:v>
                </c:pt>
                <c:pt idx="32">
                  <c:v>50</c:v>
                </c:pt>
                <c:pt idx="33">
                  <c:v>51</c:v>
                </c:pt>
                <c:pt idx="34">
                  <c:v>68</c:v>
                </c:pt>
                <c:pt idx="35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AC-7147-A484-2A70AF8A8D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</c:spPr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Sheet1!$E$2:$E$39</c:f>
              <c:numCache>
                <c:formatCode>General</c:formatCode>
                <c:ptCount val="38"/>
                <c:pt idx="25">
                  <c:v>78</c:v>
                </c:pt>
                <c:pt idx="26">
                  <c:v>78</c:v>
                </c:pt>
                <c:pt idx="27">
                  <c:v>78</c:v>
                </c:pt>
                <c:pt idx="28">
                  <c:v>78</c:v>
                </c:pt>
                <c:pt idx="29">
                  <c:v>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9E-A44A-8684-5792449F9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1680000"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8798487105573721E-2"/>
          <c:y val="0.94175952437763466"/>
          <c:w val="0.97120151289442624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Weekly Trend of TRODELVY MX Claims with Outliers (IQR Method)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Claims</c:v>
                </c:pt>
              </c:strCache>
            </c:strRef>
          </c:tx>
          <c:spPr>
            <a:ln w="25400">
              <a:solidFill>
                <a:srgbClr val="1F77B4"/>
              </a:solidFill>
            </a:ln>
          </c:spPr>
          <c:marker>
            <c:symbol val="none"/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8E95-BE40-9903-7A8792BEE5D5}"/>
              </c:ext>
            </c:extLst>
          </c:dPt>
          <c:dPt>
            <c:idx val="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95-BE40-9903-7A8792BEE5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8E95-BE40-9903-7A8792BEE5D5}"/>
              </c:ext>
            </c:extLst>
          </c:dPt>
          <c:dPt>
            <c:idx val="3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E95-BE40-9903-7A8792BEE5D5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8E95-BE40-9903-7A8792BEE5D5}"/>
              </c:ext>
            </c:extLst>
          </c:dPt>
          <c:dPt>
            <c:idx val="5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E95-BE40-9903-7A8792BEE5D5}"/>
              </c:ext>
            </c:extLst>
          </c:dPt>
          <c:dPt>
            <c:idx val="6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8E95-BE40-9903-7A8792BEE5D5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7-8E95-BE40-9903-7A8792BEE5D5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8-8E95-BE40-9903-7A8792BEE5D5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9-8E95-BE40-9903-7A8792BEE5D5}"/>
              </c:ext>
            </c:extLst>
          </c:dPt>
          <c:dPt>
            <c:idx val="10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8E95-BE40-9903-7A8792BEE5D5}"/>
              </c:ext>
            </c:extLst>
          </c:dPt>
          <c:dPt>
            <c:idx val="1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E95-BE40-9903-7A8792BEE5D5}"/>
              </c:ext>
            </c:extLst>
          </c:dPt>
          <c:dPt>
            <c:idx val="12"/>
            <c:bubble3D val="0"/>
            <c:extLst>
              <c:ext xmlns:c16="http://schemas.microsoft.com/office/drawing/2014/chart" uri="{C3380CC4-5D6E-409C-BE32-E72D297353CC}">
                <c16:uniqueId val="{0000000C-8E95-BE40-9903-7A8792BEE5D5}"/>
              </c:ext>
            </c:extLst>
          </c:dPt>
          <c:dPt>
            <c:idx val="13"/>
            <c:bubble3D val="0"/>
            <c:extLst>
              <c:ext xmlns:c16="http://schemas.microsoft.com/office/drawing/2014/chart" uri="{C3380CC4-5D6E-409C-BE32-E72D297353CC}">
                <c16:uniqueId val="{0000000D-8E95-BE40-9903-7A8792BEE5D5}"/>
              </c:ext>
            </c:extLst>
          </c:dPt>
          <c:dPt>
            <c:idx val="14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8E95-BE40-9903-7A8792BEE5D5}"/>
              </c:ext>
            </c:extLst>
          </c:dPt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F-8E95-BE40-9903-7A8792BEE5D5}"/>
              </c:ext>
            </c:extLst>
          </c:dPt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10-8E95-BE40-9903-7A8792BEE5D5}"/>
              </c:ext>
            </c:extLst>
          </c:dPt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11-8E95-BE40-9903-7A8792BEE5D5}"/>
              </c:ext>
            </c:extLst>
          </c:dPt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12-8E95-BE40-9903-7A8792BEE5D5}"/>
              </c:ext>
            </c:extLst>
          </c:dPt>
          <c:dPt>
            <c:idx val="19"/>
            <c:bubble3D val="0"/>
            <c:extLst>
              <c:ext xmlns:c16="http://schemas.microsoft.com/office/drawing/2014/chart" uri="{C3380CC4-5D6E-409C-BE32-E72D297353CC}">
                <c16:uniqueId val="{00000013-8E95-BE40-9903-7A8792BEE5D5}"/>
              </c:ext>
            </c:extLst>
          </c:dPt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14-8E95-BE40-9903-7A8792BEE5D5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5-8E95-BE40-9903-7A8792BEE5D5}"/>
              </c:ext>
            </c:extLst>
          </c:dPt>
          <c:dPt>
            <c:idx val="22"/>
            <c:bubble3D val="0"/>
            <c:extLst>
              <c:ext xmlns:c16="http://schemas.microsoft.com/office/drawing/2014/chart" uri="{C3380CC4-5D6E-409C-BE32-E72D297353CC}">
                <c16:uniqueId val="{00000016-8E95-BE40-9903-7A8792BEE5D5}"/>
              </c:ext>
            </c:extLst>
          </c:dPt>
          <c:dPt>
            <c:idx val="23"/>
            <c:bubble3D val="0"/>
            <c:extLst>
              <c:ext xmlns:c16="http://schemas.microsoft.com/office/drawing/2014/chart" uri="{C3380CC4-5D6E-409C-BE32-E72D297353CC}">
                <c16:uniqueId val="{00000017-8E95-BE40-9903-7A8792BEE5D5}"/>
              </c:ext>
            </c:extLst>
          </c:dPt>
          <c:dPt>
            <c:idx val="24"/>
            <c:bubble3D val="0"/>
            <c:extLst>
              <c:ext xmlns:c16="http://schemas.microsoft.com/office/drawing/2014/chart" uri="{C3380CC4-5D6E-409C-BE32-E72D297353CC}">
                <c16:uniqueId val="{00000018-8E95-BE40-9903-7A8792BEE5D5}"/>
              </c:ext>
            </c:extLst>
          </c:dPt>
          <c:dPt>
            <c:idx val="25"/>
            <c:bubble3D val="0"/>
            <c:extLst>
              <c:ext xmlns:c16="http://schemas.microsoft.com/office/drawing/2014/chart" uri="{C3380CC4-5D6E-409C-BE32-E72D297353CC}">
                <c16:uniqueId val="{00000019-8E95-BE40-9903-7A8792BEE5D5}"/>
              </c:ext>
            </c:extLst>
          </c:dPt>
          <c:dPt>
            <c:idx val="26"/>
            <c:bubble3D val="0"/>
            <c:extLst>
              <c:ext xmlns:c16="http://schemas.microsoft.com/office/drawing/2014/chart" uri="{C3380CC4-5D6E-409C-BE32-E72D297353CC}">
                <c16:uniqueId val="{0000001A-8E95-BE40-9903-7A8792BEE5D5}"/>
              </c:ext>
            </c:extLst>
          </c:dPt>
          <c:dPt>
            <c:idx val="27"/>
            <c:bubble3D val="0"/>
            <c:extLst>
              <c:ext xmlns:c16="http://schemas.microsoft.com/office/drawing/2014/chart" uri="{C3380CC4-5D6E-409C-BE32-E72D297353CC}">
                <c16:uniqueId val="{0000001B-8E95-BE40-9903-7A8792BEE5D5}"/>
              </c:ext>
            </c:extLst>
          </c:dPt>
          <c:dPt>
            <c:idx val="28"/>
            <c:bubble3D val="0"/>
            <c:extLst>
              <c:ext xmlns:c16="http://schemas.microsoft.com/office/drawing/2014/chart" uri="{C3380CC4-5D6E-409C-BE32-E72D297353CC}">
                <c16:uniqueId val="{0000001C-8E95-BE40-9903-7A8792BEE5D5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1D-8E95-BE40-9903-7A8792BEE5D5}"/>
              </c:ext>
            </c:extLst>
          </c:dPt>
          <c:dPt>
            <c:idx val="30"/>
            <c:bubble3D val="0"/>
            <c:extLst>
              <c:ext xmlns:c16="http://schemas.microsoft.com/office/drawing/2014/chart" uri="{C3380CC4-5D6E-409C-BE32-E72D297353CC}">
                <c16:uniqueId val="{0000001E-8E95-BE40-9903-7A8792BEE5D5}"/>
              </c:ext>
            </c:extLst>
          </c:dPt>
          <c:dPt>
            <c:idx val="31"/>
            <c:bubble3D val="0"/>
            <c:extLst>
              <c:ext xmlns:c16="http://schemas.microsoft.com/office/drawing/2014/chart" uri="{C3380CC4-5D6E-409C-BE32-E72D297353CC}">
                <c16:uniqueId val="{0000001F-8E95-BE40-9903-7A8792BEE5D5}"/>
              </c:ext>
            </c:extLst>
          </c:dPt>
          <c:dPt>
            <c:idx val="32"/>
            <c:bubble3D val="0"/>
            <c:extLst>
              <c:ext xmlns:c16="http://schemas.microsoft.com/office/drawing/2014/chart" uri="{C3380CC4-5D6E-409C-BE32-E72D297353CC}">
                <c16:uniqueId val="{00000020-8E95-BE40-9903-7A8792BEE5D5}"/>
              </c:ext>
            </c:extLst>
          </c:dPt>
          <c:dPt>
            <c:idx val="33"/>
            <c:bubble3D val="0"/>
            <c:extLst>
              <c:ext xmlns:c16="http://schemas.microsoft.com/office/drawing/2014/chart" uri="{C3380CC4-5D6E-409C-BE32-E72D297353CC}">
                <c16:uniqueId val="{00000021-8E95-BE40-9903-7A8792BEE5D5}"/>
              </c:ext>
            </c:extLst>
          </c:dPt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22-8E95-BE40-9903-7A8792BEE5D5}"/>
              </c:ext>
            </c:extLst>
          </c:dPt>
          <c:dPt>
            <c:idx val="35"/>
            <c:bubble3D val="0"/>
            <c:extLst>
              <c:ext xmlns:c16="http://schemas.microsoft.com/office/drawing/2014/chart" uri="{C3380CC4-5D6E-409C-BE32-E72D297353CC}">
                <c16:uniqueId val="{00000023-8E95-BE40-9903-7A8792BEE5D5}"/>
              </c:ext>
            </c:extLst>
          </c:dPt>
          <c:dPt>
            <c:idx val="36"/>
            <c:bubble3D val="0"/>
            <c:extLst>
              <c:ext xmlns:c16="http://schemas.microsoft.com/office/drawing/2014/chart" uri="{C3380CC4-5D6E-409C-BE32-E72D297353CC}">
                <c16:uniqueId val="{00000024-8E95-BE40-9903-7A8792BEE5D5}"/>
              </c:ext>
            </c:extLst>
          </c:dPt>
          <c:dPt>
            <c:idx val="37"/>
            <c:bubble3D val="0"/>
            <c:extLst>
              <c:ext xmlns:c16="http://schemas.microsoft.com/office/drawing/2014/chart" uri="{C3380CC4-5D6E-409C-BE32-E72D297353CC}">
                <c16:uniqueId val="{00000025-8E95-BE40-9903-7A8792BEE5D5}"/>
              </c:ext>
            </c:extLst>
          </c:dPt>
          <c:dPt>
            <c:idx val="38"/>
            <c:bubble3D val="0"/>
            <c:extLst>
              <c:ext xmlns:c16="http://schemas.microsoft.com/office/drawing/2014/chart" uri="{C3380CC4-5D6E-409C-BE32-E72D297353CC}">
                <c16:uniqueId val="{00000026-8E95-BE40-9903-7A8792BEE5D5}"/>
              </c:ext>
            </c:extLst>
          </c:dPt>
          <c:dPt>
            <c:idx val="39"/>
            <c:bubble3D val="0"/>
            <c:extLst>
              <c:ext xmlns:c16="http://schemas.microsoft.com/office/drawing/2014/chart" uri="{C3380CC4-5D6E-409C-BE32-E72D297353CC}">
                <c16:uniqueId val="{00000027-8E95-BE40-9903-7A8792BEE5D5}"/>
              </c:ext>
            </c:extLst>
          </c:dPt>
          <c:dPt>
            <c:idx val="40"/>
            <c:bubble3D val="0"/>
            <c:extLst>
              <c:ext xmlns:c16="http://schemas.microsoft.com/office/drawing/2014/chart" uri="{C3380CC4-5D6E-409C-BE32-E72D297353CC}">
                <c16:uniqueId val="{00000028-8E95-BE40-9903-7A8792BEE5D5}"/>
              </c:ext>
            </c:extLst>
          </c:dPt>
          <c:dPt>
            <c:idx val="41"/>
            <c:bubble3D val="0"/>
            <c:extLst>
              <c:ext xmlns:c16="http://schemas.microsoft.com/office/drawing/2014/chart" uri="{C3380CC4-5D6E-409C-BE32-E72D297353CC}">
                <c16:uniqueId val="{00000029-8E95-BE40-9903-7A8792BEE5D5}"/>
              </c:ext>
            </c:extLst>
          </c:dPt>
          <c:dPt>
            <c:idx val="42"/>
            <c:bubble3D val="0"/>
            <c:extLst>
              <c:ext xmlns:c16="http://schemas.microsoft.com/office/drawing/2014/chart" uri="{C3380CC4-5D6E-409C-BE32-E72D297353CC}">
                <c16:uniqueId val="{0000002A-8E95-BE40-9903-7A8792BEE5D5}"/>
              </c:ext>
            </c:extLst>
          </c:dPt>
          <c:dPt>
            <c:idx val="43"/>
            <c:bubble3D val="0"/>
            <c:extLst>
              <c:ext xmlns:c16="http://schemas.microsoft.com/office/drawing/2014/chart" uri="{C3380CC4-5D6E-409C-BE32-E72D297353CC}">
                <c16:uniqueId val="{0000002B-8E95-BE40-9903-7A8792BEE5D5}"/>
              </c:ext>
            </c:extLst>
          </c:dPt>
          <c:dPt>
            <c:idx val="44"/>
            <c:bubble3D val="0"/>
            <c:extLst>
              <c:ext xmlns:c16="http://schemas.microsoft.com/office/drawing/2014/chart" uri="{C3380CC4-5D6E-409C-BE32-E72D297353CC}">
                <c16:uniqueId val="{0000002C-8E95-BE40-9903-7A8792BEE5D5}"/>
              </c:ext>
            </c:extLst>
          </c:dPt>
          <c:dPt>
            <c:idx val="45"/>
            <c:bubble3D val="0"/>
            <c:extLst>
              <c:ext xmlns:c16="http://schemas.microsoft.com/office/drawing/2014/chart" uri="{C3380CC4-5D6E-409C-BE32-E72D297353CC}">
                <c16:uniqueId val="{0000002D-8E95-BE40-9903-7A8792BEE5D5}"/>
              </c:ext>
            </c:extLst>
          </c:dPt>
          <c:dPt>
            <c:idx val="46"/>
            <c:bubble3D val="0"/>
            <c:extLst>
              <c:ext xmlns:c16="http://schemas.microsoft.com/office/drawing/2014/chart" uri="{C3380CC4-5D6E-409C-BE32-E72D297353CC}">
                <c16:uniqueId val="{0000002E-8E95-BE40-9903-7A8792BEE5D5}"/>
              </c:ext>
            </c:extLst>
          </c:dPt>
          <c:dPt>
            <c:idx val="47"/>
            <c:bubble3D val="0"/>
            <c:extLst>
              <c:ext xmlns:c16="http://schemas.microsoft.com/office/drawing/2014/chart" uri="{C3380CC4-5D6E-409C-BE32-E72D297353CC}">
                <c16:uniqueId val="{0000002F-8E95-BE40-9903-7A8792BEE5D5}"/>
              </c:ext>
            </c:extLst>
          </c:dPt>
          <c:dPt>
            <c:idx val="48"/>
            <c:bubble3D val="0"/>
            <c:extLst>
              <c:ext xmlns:c16="http://schemas.microsoft.com/office/drawing/2014/chart" uri="{C3380CC4-5D6E-409C-BE32-E72D297353CC}">
                <c16:uniqueId val="{00000030-8E95-BE40-9903-7A8792BEE5D5}"/>
              </c:ext>
            </c:extLst>
          </c:dPt>
          <c:dPt>
            <c:idx val="49"/>
            <c:bubble3D val="0"/>
            <c:extLst>
              <c:ext xmlns:c16="http://schemas.microsoft.com/office/drawing/2014/chart" uri="{C3380CC4-5D6E-409C-BE32-E72D297353CC}">
                <c16:uniqueId val="{00000031-8E95-BE40-9903-7A8792BEE5D5}"/>
              </c:ext>
            </c:extLst>
          </c:dPt>
          <c:dPt>
            <c:idx val="50"/>
            <c:bubble3D val="0"/>
            <c:extLst>
              <c:ext xmlns:c16="http://schemas.microsoft.com/office/drawing/2014/chart" uri="{C3380CC4-5D6E-409C-BE32-E72D297353CC}">
                <c16:uniqueId val="{00000032-8E95-BE40-9903-7A8792BEE5D5}"/>
              </c:ext>
            </c:extLst>
          </c:dPt>
          <c:dPt>
            <c:idx val="51"/>
            <c:bubble3D val="0"/>
            <c:extLst>
              <c:ext xmlns:c16="http://schemas.microsoft.com/office/drawing/2014/chart" uri="{C3380CC4-5D6E-409C-BE32-E72D297353CC}">
                <c16:uniqueId val="{00000033-8E95-BE40-9903-7A8792BEE5D5}"/>
              </c:ext>
            </c:extLst>
          </c:dPt>
          <c:dPt>
            <c:idx val="52"/>
            <c:bubble3D val="0"/>
            <c:extLst>
              <c:ext xmlns:c16="http://schemas.microsoft.com/office/drawing/2014/chart" uri="{C3380CC4-5D6E-409C-BE32-E72D297353CC}">
                <c16:uniqueId val="{00000034-8E95-BE40-9903-7A8792BEE5D5}"/>
              </c:ext>
            </c:extLst>
          </c:dPt>
          <c:dPt>
            <c:idx val="53"/>
            <c:bubble3D val="0"/>
            <c:extLst>
              <c:ext xmlns:c16="http://schemas.microsoft.com/office/drawing/2014/chart" uri="{C3380CC4-5D6E-409C-BE32-E72D297353CC}">
                <c16:uniqueId val="{00000035-8E95-BE40-9903-7A8792BEE5D5}"/>
              </c:ext>
            </c:extLst>
          </c:dPt>
          <c:dPt>
            <c:idx val="54"/>
            <c:bubble3D val="0"/>
            <c:extLst>
              <c:ext xmlns:c16="http://schemas.microsoft.com/office/drawing/2014/chart" uri="{C3380CC4-5D6E-409C-BE32-E72D297353CC}">
                <c16:uniqueId val="{00000036-8E95-BE40-9903-7A8792BEE5D5}"/>
              </c:ext>
            </c:extLst>
          </c:dPt>
          <c:dPt>
            <c:idx val="55"/>
            <c:bubble3D val="0"/>
            <c:extLst>
              <c:ext xmlns:c16="http://schemas.microsoft.com/office/drawing/2014/chart" uri="{C3380CC4-5D6E-409C-BE32-E72D297353CC}">
                <c16:uniqueId val="{00000037-8E95-BE40-9903-7A8792BEE5D5}"/>
              </c:ext>
            </c:extLst>
          </c:dPt>
          <c:dPt>
            <c:idx val="56"/>
            <c:bubble3D val="0"/>
            <c:extLst>
              <c:ext xmlns:c16="http://schemas.microsoft.com/office/drawing/2014/chart" uri="{C3380CC4-5D6E-409C-BE32-E72D297353CC}">
                <c16:uniqueId val="{00000038-8E95-BE40-9903-7A8792BEE5D5}"/>
              </c:ext>
            </c:extLst>
          </c:dPt>
          <c:dPt>
            <c:idx val="57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8E95-BE40-9903-7A8792BEE5D5}"/>
              </c:ext>
            </c:extLst>
          </c:dPt>
          <c:dPt>
            <c:idx val="58"/>
            <c:bubble3D val="0"/>
            <c:extLst>
              <c:ext xmlns:c16="http://schemas.microsoft.com/office/drawing/2014/chart" uri="{C3380CC4-5D6E-409C-BE32-E72D297353CC}">
                <c16:uniqueId val="{0000003A-8E95-BE40-9903-7A8792BEE5D5}"/>
              </c:ext>
            </c:extLst>
          </c:dPt>
          <c:dPt>
            <c:idx val="59"/>
            <c:bubble3D val="0"/>
            <c:extLst>
              <c:ext xmlns:c16="http://schemas.microsoft.com/office/drawing/2014/chart" uri="{C3380CC4-5D6E-409C-BE32-E72D297353CC}">
                <c16:uniqueId val="{0000003B-8E95-BE40-9903-7A8792BEE5D5}"/>
              </c:ext>
            </c:extLst>
          </c:dPt>
          <c:dPt>
            <c:idx val="60"/>
            <c:bubble3D val="0"/>
            <c:extLst>
              <c:ext xmlns:c16="http://schemas.microsoft.com/office/drawing/2014/chart" uri="{C3380CC4-5D6E-409C-BE32-E72D297353CC}">
                <c16:uniqueId val="{0000003C-8E95-BE40-9903-7A8792BEE5D5}"/>
              </c:ext>
            </c:extLst>
          </c:dPt>
          <c:dPt>
            <c:idx val="6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8E95-BE40-9903-7A8792BEE5D5}"/>
              </c:ext>
            </c:extLst>
          </c:dPt>
          <c:dPt>
            <c:idx val="62"/>
            <c:bubble3D val="0"/>
            <c:extLst>
              <c:ext xmlns:c16="http://schemas.microsoft.com/office/drawing/2014/chart" uri="{C3380CC4-5D6E-409C-BE32-E72D297353CC}">
                <c16:uniqueId val="{0000003E-8E95-BE40-9903-7A8792BEE5D5}"/>
              </c:ext>
            </c:extLst>
          </c:dPt>
          <c:dPt>
            <c:idx val="63"/>
            <c:bubble3D val="0"/>
            <c:extLst>
              <c:ext xmlns:c16="http://schemas.microsoft.com/office/drawing/2014/chart" uri="{C3380CC4-5D6E-409C-BE32-E72D297353CC}">
                <c16:uniqueId val="{0000003F-8E95-BE40-9903-7A8792BEE5D5}"/>
              </c:ext>
            </c:extLst>
          </c:dPt>
          <c:dPt>
            <c:idx val="64"/>
            <c:bubble3D val="0"/>
            <c:extLst>
              <c:ext xmlns:c16="http://schemas.microsoft.com/office/drawing/2014/chart" uri="{C3380CC4-5D6E-409C-BE32-E72D297353CC}">
                <c16:uniqueId val="{00000040-8E95-BE40-9903-7A8792BEE5D5}"/>
              </c:ext>
            </c:extLst>
          </c:dPt>
          <c:dPt>
            <c:idx val="65"/>
            <c:bubble3D val="0"/>
            <c:extLst>
              <c:ext xmlns:c16="http://schemas.microsoft.com/office/drawing/2014/chart" uri="{C3380CC4-5D6E-409C-BE32-E72D297353CC}">
                <c16:uniqueId val="{00000041-8E95-BE40-9903-7A8792BEE5D5}"/>
              </c:ext>
            </c:extLst>
          </c:dPt>
          <c:dPt>
            <c:idx val="66"/>
            <c:bubble3D val="0"/>
            <c:extLst>
              <c:ext xmlns:c16="http://schemas.microsoft.com/office/drawing/2014/chart" uri="{C3380CC4-5D6E-409C-BE32-E72D297353CC}">
                <c16:uniqueId val="{00000042-8E95-BE40-9903-7A8792BEE5D5}"/>
              </c:ext>
            </c:extLst>
          </c:dPt>
          <c:dPt>
            <c:idx val="67"/>
            <c:bubble3D val="0"/>
            <c:extLst>
              <c:ext xmlns:c16="http://schemas.microsoft.com/office/drawing/2014/chart" uri="{C3380CC4-5D6E-409C-BE32-E72D297353CC}">
                <c16:uniqueId val="{00000043-8E95-BE40-9903-7A8792BEE5D5}"/>
              </c:ext>
            </c:extLst>
          </c:dPt>
          <c:dPt>
            <c:idx val="68"/>
            <c:bubble3D val="0"/>
            <c:extLst>
              <c:ext xmlns:c16="http://schemas.microsoft.com/office/drawing/2014/chart" uri="{C3380CC4-5D6E-409C-BE32-E72D297353CC}">
                <c16:uniqueId val="{00000044-8E95-BE40-9903-7A8792BEE5D5}"/>
              </c:ext>
            </c:extLst>
          </c:dPt>
          <c:dPt>
            <c:idx val="69"/>
            <c:bubble3D val="0"/>
            <c:extLst>
              <c:ext xmlns:c16="http://schemas.microsoft.com/office/drawing/2014/chart" uri="{C3380CC4-5D6E-409C-BE32-E72D297353CC}">
                <c16:uniqueId val="{00000045-8E95-BE40-9903-7A8792BEE5D5}"/>
              </c:ext>
            </c:extLst>
          </c:dPt>
          <c:dPt>
            <c:idx val="70"/>
            <c:bubble3D val="0"/>
            <c:extLst>
              <c:ext xmlns:c16="http://schemas.microsoft.com/office/drawing/2014/chart" uri="{C3380CC4-5D6E-409C-BE32-E72D297353CC}">
                <c16:uniqueId val="{00000046-8E95-BE40-9903-7A8792BEE5D5}"/>
              </c:ext>
            </c:extLst>
          </c:dPt>
          <c:dPt>
            <c:idx val="71"/>
            <c:bubble3D val="0"/>
            <c:extLst>
              <c:ext xmlns:c16="http://schemas.microsoft.com/office/drawing/2014/chart" uri="{C3380CC4-5D6E-409C-BE32-E72D297353CC}">
                <c16:uniqueId val="{00000047-8E95-BE40-9903-7A8792BEE5D5}"/>
              </c:ext>
            </c:extLst>
          </c:dPt>
          <c:dPt>
            <c:idx val="72"/>
            <c:bubble3D val="0"/>
            <c:extLst>
              <c:ext xmlns:c16="http://schemas.microsoft.com/office/drawing/2014/chart" uri="{C3380CC4-5D6E-409C-BE32-E72D297353CC}">
                <c16:uniqueId val="{00000048-8E95-BE40-9903-7A8792BEE5D5}"/>
              </c:ext>
            </c:extLst>
          </c:dPt>
          <c:dPt>
            <c:idx val="73"/>
            <c:bubble3D val="0"/>
            <c:extLst>
              <c:ext xmlns:c16="http://schemas.microsoft.com/office/drawing/2014/chart" uri="{C3380CC4-5D6E-409C-BE32-E72D297353CC}">
                <c16:uniqueId val="{00000049-8E95-BE40-9903-7A8792BEE5D5}"/>
              </c:ext>
            </c:extLst>
          </c:dPt>
          <c:dPt>
            <c:idx val="74"/>
            <c:bubble3D val="0"/>
            <c:extLst>
              <c:ext xmlns:c16="http://schemas.microsoft.com/office/drawing/2014/chart" uri="{C3380CC4-5D6E-409C-BE32-E72D297353CC}">
                <c16:uniqueId val="{0000004A-8E95-BE40-9903-7A8792BEE5D5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4B-8E95-BE40-9903-7A8792BEE5D5}"/>
              </c:ext>
            </c:extLst>
          </c:dPt>
          <c:dPt>
            <c:idx val="76"/>
            <c:bubble3D val="0"/>
            <c:extLst>
              <c:ext xmlns:c16="http://schemas.microsoft.com/office/drawing/2014/chart" uri="{C3380CC4-5D6E-409C-BE32-E72D297353CC}">
                <c16:uniqueId val="{0000004C-8E95-BE40-9903-7A8792BEE5D5}"/>
              </c:ext>
            </c:extLst>
          </c:dPt>
          <c:dPt>
            <c:idx val="77"/>
            <c:bubble3D val="0"/>
            <c:extLst>
              <c:ext xmlns:c16="http://schemas.microsoft.com/office/drawing/2014/chart" uri="{C3380CC4-5D6E-409C-BE32-E72D297353CC}">
                <c16:uniqueId val="{0000004D-8E95-BE40-9903-7A8792BEE5D5}"/>
              </c:ext>
            </c:extLst>
          </c:dPt>
          <c:dPt>
            <c:idx val="78"/>
            <c:bubble3D val="0"/>
            <c:extLst>
              <c:ext xmlns:c16="http://schemas.microsoft.com/office/drawing/2014/chart" uri="{C3380CC4-5D6E-409C-BE32-E72D297353CC}">
                <c16:uniqueId val="{0000004E-8E95-BE40-9903-7A8792BEE5D5}"/>
              </c:ext>
            </c:extLst>
          </c:dPt>
          <c:dPt>
            <c:idx val="79"/>
            <c:bubble3D val="0"/>
            <c:extLst>
              <c:ext xmlns:c16="http://schemas.microsoft.com/office/drawing/2014/chart" uri="{C3380CC4-5D6E-409C-BE32-E72D297353CC}">
                <c16:uniqueId val="{0000004F-8E95-BE40-9903-7A8792BEE5D5}"/>
              </c:ext>
            </c:extLst>
          </c:dPt>
          <c:dPt>
            <c:idx val="80"/>
            <c:bubble3D val="0"/>
            <c:extLst>
              <c:ext xmlns:c16="http://schemas.microsoft.com/office/drawing/2014/chart" uri="{C3380CC4-5D6E-409C-BE32-E72D297353CC}">
                <c16:uniqueId val="{00000050-8E95-BE40-9903-7A8792BEE5D5}"/>
              </c:ext>
            </c:extLst>
          </c:dPt>
          <c:dPt>
            <c:idx val="81"/>
            <c:bubble3D val="0"/>
            <c:extLst>
              <c:ext xmlns:c16="http://schemas.microsoft.com/office/drawing/2014/chart" uri="{C3380CC4-5D6E-409C-BE32-E72D297353CC}">
                <c16:uniqueId val="{00000051-8E95-BE40-9903-7A8792BEE5D5}"/>
              </c:ext>
            </c:extLst>
          </c:dPt>
          <c:dPt>
            <c:idx val="82"/>
            <c:bubble3D val="0"/>
            <c:extLst>
              <c:ext xmlns:c16="http://schemas.microsoft.com/office/drawing/2014/chart" uri="{C3380CC4-5D6E-409C-BE32-E72D297353CC}">
                <c16:uniqueId val="{00000052-8E95-BE40-9903-7A8792BEE5D5}"/>
              </c:ext>
            </c:extLst>
          </c:dPt>
          <c:dPt>
            <c:idx val="83"/>
            <c:bubble3D val="0"/>
            <c:extLst>
              <c:ext xmlns:c16="http://schemas.microsoft.com/office/drawing/2014/chart" uri="{C3380CC4-5D6E-409C-BE32-E72D297353CC}">
                <c16:uniqueId val="{00000053-8E95-BE40-9903-7A8792BEE5D5}"/>
              </c:ext>
            </c:extLst>
          </c:dPt>
          <c:dPt>
            <c:idx val="84"/>
            <c:bubble3D val="0"/>
            <c:extLst>
              <c:ext xmlns:c16="http://schemas.microsoft.com/office/drawing/2014/chart" uri="{C3380CC4-5D6E-409C-BE32-E72D297353CC}">
                <c16:uniqueId val="{00000054-8E95-BE40-9903-7A8792BEE5D5}"/>
              </c:ext>
            </c:extLst>
          </c:dPt>
          <c:dPt>
            <c:idx val="85"/>
            <c:bubble3D val="0"/>
            <c:extLst>
              <c:ext xmlns:c16="http://schemas.microsoft.com/office/drawing/2014/chart" uri="{C3380CC4-5D6E-409C-BE32-E72D297353CC}">
                <c16:uniqueId val="{00000055-8E95-BE40-9903-7A8792BEE5D5}"/>
              </c:ext>
            </c:extLst>
          </c:dPt>
          <c:dPt>
            <c:idx val="86"/>
            <c:bubble3D val="0"/>
            <c:extLst>
              <c:ext xmlns:c16="http://schemas.microsoft.com/office/drawing/2014/chart" uri="{C3380CC4-5D6E-409C-BE32-E72D297353CC}">
                <c16:uniqueId val="{00000056-8E95-BE40-9903-7A8792BEE5D5}"/>
              </c:ext>
            </c:extLst>
          </c:dPt>
          <c:dPt>
            <c:idx val="87"/>
            <c:bubble3D val="0"/>
            <c:extLst>
              <c:ext xmlns:c16="http://schemas.microsoft.com/office/drawing/2014/chart" uri="{C3380CC4-5D6E-409C-BE32-E72D297353CC}">
                <c16:uniqueId val="{00000057-8E95-BE40-9903-7A8792BEE5D5}"/>
              </c:ext>
            </c:extLst>
          </c:dPt>
          <c:dPt>
            <c:idx val="88"/>
            <c:bubble3D val="0"/>
            <c:extLst>
              <c:ext xmlns:c16="http://schemas.microsoft.com/office/drawing/2014/chart" uri="{C3380CC4-5D6E-409C-BE32-E72D297353CC}">
                <c16:uniqueId val="{00000058-8E95-BE40-9903-7A8792BEE5D5}"/>
              </c:ext>
            </c:extLst>
          </c:dPt>
          <c:dPt>
            <c:idx val="89"/>
            <c:bubble3D val="0"/>
            <c:extLst>
              <c:ext xmlns:c16="http://schemas.microsoft.com/office/drawing/2014/chart" uri="{C3380CC4-5D6E-409C-BE32-E72D297353CC}">
                <c16:uniqueId val="{00000059-8E95-BE40-9903-7A8792BEE5D5}"/>
              </c:ext>
            </c:extLst>
          </c:dPt>
          <c:dPt>
            <c:idx val="90"/>
            <c:bubble3D val="0"/>
            <c:extLst>
              <c:ext xmlns:c16="http://schemas.microsoft.com/office/drawing/2014/chart" uri="{C3380CC4-5D6E-409C-BE32-E72D297353CC}">
                <c16:uniqueId val="{0000005A-8E95-BE40-9903-7A8792BEE5D5}"/>
              </c:ext>
            </c:extLst>
          </c:dPt>
          <c:dPt>
            <c:idx val="91"/>
            <c:bubble3D val="0"/>
            <c:extLst>
              <c:ext xmlns:c16="http://schemas.microsoft.com/office/drawing/2014/chart" uri="{C3380CC4-5D6E-409C-BE32-E72D297353CC}">
                <c16:uniqueId val="{0000005B-8E95-BE40-9903-7A8792BEE5D5}"/>
              </c:ext>
            </c:extLst>
          </c:dPt>
          <c:dPt>
            <c:idx val="92"/>
            <c:bubble3D val="0"/>
            <c:extLst>
              <c:ext xmlns:c16="http://schemas.microsoft.com/office/drawing/2014/chart" uri="{C3380CC4-5D6E-409C-BE32-E72D297353CC}">
                <c16:uniqueId val="{0000005C-8E95-BE40-9903-7A8792BEE5D5}"/>
              </c:ext>
            </c:extLst>
          </c:dPt>
          <c:dPt>
            <c:idx val="93"/>
            <c:bubble3D val="0"/>
            <c:extLst>
              <c:ext xmlns:c16="http://schemas.microsoft.com/office/drawing/2014/chart" uri="{C3380CC4-5D6E-409C-BE32-E72D297353CC}">
                <c16:uniqueId val="{0000005D-8E95-BE40-9903-7A8792BEE5D5}"/>
              </c:ext>
            </c:extLst>
          </c:dPt>
          <c:dPt>
            <c:idx val="94"/>
            <c:bubble3D val="0"/>
            <c:extLst>
              <c:ext xmlns:c16="http://schemas.microsoft.com/office/drawing/2014/chart" uri="{C3380CC4-5D6E-409C-BE32-E72D297353CC}">
                <c16:uniqueId val="{0000005E-8E95-BE40-9903-7A8792BEE5D5}"/>
              </c:ext>
            </c:extLst>
          </c:dPt>
          <c:dPt>
            <c:idx val="95"/>
            <c:bubble3D val="0"/>
            <c:extLst>
              <c:ext xmlns:c16="http://schemas.microsoft.com/office/drawing/2014/chart" uri="{C3380CC4-5D6E-409C-BE32-E72D297353CC}">
                <c16:uniqueId val="{0000005F-8E95-BE40-9903-7A8792BEE5D5}"/>
              </c:ext>
            </c:extLst>
          </c:dPt>
          <c:dPt>
            <c:idx val="96"/>
            <c:bubble3D val="0"/>
            <c:extLst>
              <c:ext xmlns:c16="http://schemas.microsoft.com/office/drawing/2014/chart" uri="{C3380CC4-5D6E-409C-BE32-E72D297353CC}">
                <c16:uniqueId val="{00000060-8E95-BE40-9903-7A8792BEE5D5}"/>
              </c:ext>
            </c:extLst>
          </c:dPt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Sheet1!$B$2:$B$98</c:f>
              <c:numCache>
                <c:formatCode>General</c:formatCode>
                <c:ptCount val="97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1394</c:v>
                </c:pt>
                <c:pt idx="93">
                  <c:v>1383</c:v>
                </c:pt>
                <c:pt idx="94">
                  <c:v>1415</c:v>
                </c:pt>
                <c:pt idx="95">
                  <c:v>1411</c:v>
                </c:pt>
                <c:pt idx="96">
                  <c:v>1425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1-8E95-BE40-9903-7A8792BEE5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19050">
              <a:solidFill>
                <a:srgbClr val="2CA02C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Sheet1!$C$2:$C$98</c:f>
              <c:numCache>
                <c:formatCode>General</c:formatCode>
                <c:ptCount val="97"/>
                <c:pt idx="0">
                  <c:v>1430</c:v>
                </c:pt>
                <c:pt idx="1">
                  <c:v>1430</c:v>
                </c:pt>
                <c:pt idx="2">
                  <c:v>1430</c:v>
                </c:pt>
                <c:pt idx="3">
                  <c:v>1430</c:v>
                </c:pt>
                <c:pt idx="4">
                  <c:v>1430</c:v>
                </c:pt>
                <c:pt idx="5">
                  <c:v>1430</c:v>
                </c:pt>
                <c:pt idx="6">
                  <c:v>1430</c:v>
                </c:pt>
                <c:pt idx="7">
                  <c:v>1430</c:v>
                </c:pt>
                <c:pt idx="8">
                  <c:v>1430</c:v>
                </c:pt>
                <c:pt idx="9">
                  <c:v>1430</c:v>
                </c:pt>
                <c:pt idx="10">
                  <c:v>1430</c:v>
                </c:pt>
                <c:pt idx="11">
                  <c:v>1430</c:v>
                </c:pt>
                <c:pt idx="12">
                  <c:v>1430</c:v>
                </c:pt>
                <c:pt idx="13">
                  <c:v>1430</c:v>
                </c:pt>
                <c:pt idx="14">
                  <c:v>1430</c:v>
                </c:pt>
                <c:pt idx="15">
                  <c:v>1430</c:v>
                </c:pt>
                <c:pt idx="16">
                  <c:v>1430</c:v>
                </c:pt>
                <c:pt idx="17">
                  <c:v>1430</c:v>
                </c:pt>
                <c:pt idx="18">
                  <c:v>1430</c:v>
                </c:pt>
                <c:pt idx="19">
                  <c:v>1430</c:v>
                </c:pt>
                <c:pt idx="20">
                  <c:v>1430</c:v>
                </c:pt>
                <c:pt idx="21">
                  <c:v>1430</c:v>
                </c:pt>
                <c:pt idx="22">
                  <c:v>1430</c:v>
                </c:pt>
                <c:pt idx="23">
                  <c:v>1430</c:v>
                </c:pt>
                <c:pt idx="24">
                  <c:v>1430</c:v>
                </c:pt>
                <c:pt idx="25">
                  <c:v>1430</c:v>
                </c:pt>
                <c:pt idx="26">
                  <c:v>1430</c:v>
                </c:pt>
                <c:pt idx="27">
                  <c:v>1430</c:v>
                </c:pt>
                <c:pt idx="28">
                  <c:v>1430</c:v>
                </c:pt>
                <c:pt idx="29">
                  <c:v>1430</c:v>
                </c:pt>
                <c:pt idx="30">
                  <c:v>1430</c:v>
                </c:pt>
                <c:pt idx="31">
                  <c:v>1430</c:v>
                </c:pt>
                <c:pt idx="32">
                  <c:v>1430</c:v>
                </c:pt>
                <c:pt idx="33">
                  <c:v>1430</c:v>
                </c:pt>
                <c:pt idx="34">
                  <c:v>1430</c:v>
                </c:pt>
                <c:pt idx="35">
                  <c:v>1430</c:v>
                </c:pt>
                <c:pt idx="36">
                  <c:v>1430</c:v>
                </c:pt>
                <c:pt idx="37">
                  <c:v>1430</c:v>
                </c:pt>
                <c:pt idx="38">
                  <c:v>1430</c:v>
                </c:pt>
                <c:pt idx="39">
                  <c:v>1430</c:v>
                </c:pt>
                <c:pt idx="40">
                  <c:v>1430</c:v>
                </c:pt>
                <c:pt idx="41">
                  <c:v>1430</c:v>
                </c:pt>
                <c:pt idx="42">
                  <c:v>1430</c:v>
                </c:pt>
                <c:pt idx="43">
                  <c:v>1430</c:v>
                </c:pt>
                <c:pt idx="44">
                  <c:v>1430</c:v>
                </c:pt>
                <c:pt idx="45">
                  <c:v>1430</c:v>
                </c:pt>
                <c:pt idx="46">
                  <c:v>1430</c:v>
                </c:pt>
                <c:pt idx="47">
                  <c:v>1430</c:v>
                </c:pt>
                <c:pt idx="48">
                  <c:v>1430</c:v>
                </c:pt>
                <c:pt idx="49">
                  <c:v>1430</c:v>
                </c:pt>
                <c:pt idx="50">
                  <c:v>1430</c:v>
                </c:pt>
                <c:pt idx="51">
                  <c:v>1430</c:v>
                </c:pt>
                <c:pt idx="52">
                  <c:v>1430</c:v>
                </c:pt>
                <c:pt idx="53">
                  <c:v>1430</c:v>
                </c:pt>
                <c:pt idx="54">
                  <c:v>1430</c:v>
                </c:pt>
                <c:pt idx="55">
                  <c:v>1430</c:v>
                </c:pt>
                <c:pt idx="56">
                  <c:v>1430</c:v>
                </c:pt>
                <c:pt idx="57">
                  <c:v>1430</c:v>
                </c:pt>
                <c:pt idx="58">
                  <c:v>1430</c:v>
                </c:pt>
                <c:pt idx="59">
                  <c:v>1430</c:v>
                </c:pt>
                <c:pt idx="60">
                  <c:v>1430</c:v>
                </c:pt>
                <c:pt idx="61">
                  <c:v>1430</c:v>
                </c:pt>
                <c:pt idx="62">
                  <c:v>1430</c:v>
                </c:pt>
                <c:pt idx="63">
                  <c:v>1430</c:v>
                </c:pt>
                <c:pt idx="64">
                  <c:v>1430</c:v>
                </c:pt>
                <c:pt idx="65">
                  <c:v>1430</c:v>
                </c:pt>
                <c:pt idx="66">
                  <c:v>1430</c:v>
                </c:pt>
                <c:pt idx="67">
                  <c:v>1430</c:v>
                </c:pt>
                <c:pt idx="68">
                  <c:v>1430</c:v>
                </c:pt>
                <c:pt idx="69">
                  <c:v>1430</c:v>
                </c:pt>
                <c:pt idx="70">
                  <c:v>1430</c:v>
                </c:pt>
                <c:pt idx="71">
                  <c:v>1430</c:v>
                </c:pt>
                <c:pt idx="72">
                  <c:v>1430</c:v>
                </c:pt>
                <c:pt idx="73">
                  <c:v>1430</c:v>
                </c:pt>
                <c:pt idx="74">
                  <c:v>1430</c:v>
                </c:pt>
                <c:pt idx="75">
                  <c:v>1430</c:v>
                </c:pt>
                <c:pt idx="76">
                  <c:v>1430</c:v>
                </c:pt>
                <c:pt idx="77">
                  <c:v>1430</c:v>
                </c:pt>
                <c:pt idx="78">
                  <c:v>1430</c:v>
                </c:pt>
                <c:pt idx="79">
                  <c:v>1430</c:v>
                </c:pt>
                <c:pt idx="80">
                  <c:v>1430</c:v>
                </c:pt>
                <c:pt idx="81">
                  <c:v>1430</c:v>
                </c:pt>
                <c:pt idx="82">
                  <c:v>1430</c:v>
                </c:pt>
                <c:pt idx="83">
                  <c:v>1430</c:v>
                </c:pt>
                <c:pt idx="84">
                  <c:v>1430</c:v>
                </c:pt>
                <c:pt idx="85">
                  <c:v>1430</c:v>
                </c:pt>
                <c:pt idx="86">
                  <c:v>1430</c:v>
                </c:pt>
                <c:pt idx="87">
                  <c:v>1430</c:v>
                </c:pt>
                <c:pt idx="88">
                  <c:v>1430</c:v>
                </c:pt>
                <c:pt idx="89">
                  <c:v>1430</c:v>
                </c:pt>
                <c:pt idx="90">
                  <c:v>1430</c:v>
                </c:pt>
                <c:pt idx="91">
                  <c:v>1430</c:v>
                </c:pt>
                <c:pt idx="92">
                  <c:v>1430</c:v>
                </c:pt>
                <c:pt idx="93">
                  <c:v>1430</c:v>
                </c:pt>
                <c:pt idx="94">
                  <c:v>1430</c:v>
                </c:pt>
                <c:pt idx="95">
                  <c:v>1430</c:v>
                </c:pt>
                <c:pt idx="96">
                  <c:v>1430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2-8E95-BE40-9903-7A8792BEE5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Sheet1!$D$2:$D$98</c:f>
              <c:numCache>
                <c:formatCode>General</c:formatCode>
                <c:ptCount val="97"/>
                <c:pt idx="0">
                  <c:v>1751</c:v>
                </c:pt>
                <c:pt idx="1">
                  <c:v>1751</c:v>
                </c:pt>
                <c:pt idx="2">
                  <c:v>1751</c:v>
                </c:pt>
                <c:pt idx="3">
                  <c:v>1751</c:v>
                </c:pt>
                <c:pt idx="4">
                  <c:v>1751</c:v>
                </c:pt>
                <c:pt idx="5">
                  <c:v>1751</c:v>
                </c:pt>
                <c:pt idx="6">
                  <c:v>1751</c:v>
                </c:pt>
                <c:pt idx="7">
                  <c:v>1751</c:v>
                </c:pt>
                <c:pt idx="8">
                  <c:v>1751</c:v>
                </c:pt>
                <c:pt idx="9">
                  <c:v>1751</c:v>
                </c:pt>
                <c:pt idx="10">
                  <c:v>1751</c:v>
                </c:pt>
                <c:pt idx="11">
                  <c:v>1751</c:v>
                </c:pt>
                <c:pt idx="12">
                  <c:v>1751</c:v>
                </c:pt>
                <c:pt idx="13">
                  <c:v>1751</c:v>
                </c:pt>
                <c:pt idx="14">
                  <c:v>1751</c:v>
                </c:pt>
                <c:pt idx="15">
                  <c:v>1751</c:v>
                </c:pt>
                <c:pt idx="16">
                  <c:v>1751</c:v>
                </c:pt>
                <c:pt idx="17">
                  <c:v>1751</c:v>
                </c:pt>
                <c:pt idx="18">
                  <c:v>1751</c:v>
                </c:pt>
                <c:pt idx="19">
                  <c:v>1751</c:v>
                </c:pt>
                <c:pt idx="20">
                  <c:v>1751</c:v>
                </c:pt>
                <c:pt idx="21">
                  <c:v>1751</c:v>
                </c:pt>
                <c:pt idx="22">
                  <c:v>1751</c:v>
                </c:pt>
                <c:pt idx="23">
                  <c:v>1751</c:v>
                </c:pt>
                <c:pt idx="24">
                  <c:v>1751</c:v>
                </c:pt>
                <c:pt idx="25">
                  <c:v>1751</c:v>
                </c:pt>
                <c:pt idx="26">
                  <c:v>1751</c:v>
                </c:pt>
                <c:pt idx="27">
                  <c:v>1751</c:v>
                </c:pt>
                <c:pt idx="28">
                  <c:v>1751</c:v>
                </c:pt>
                <c:pt idx="29">
                  <c:v>1751</c:v>
                </c:pt>
                <c:pt idx="30">
                  <c:v>1751</c:v>
                </c:pt>
                <c:pt idx="31">
                  <c:v>1751</c:v>
                </c:pt>
                <c:pt idx="32">
                  <c:v>1751</c:v>
                </c:pt>
                <c:pt idx="33">
                  <c:v>1751</c:v>
                </c:pt>
                <c:pt idx="34">
                  <c:v>1751</c:v>
                </c:pt>
                <c:pt idx="35">
                  <c:v>1751</c:v>
                </c:pt>
                <c:pt idx="36">
                  <c:v>1751</c:v>
                </c:pt>
                <c:pt idx="37">
                  <c:v>1751</c:v>
                </c:pt>
                <c:pt idx="38">
                  <c:v>1751</c:v>
                </c:pt>
                <c:pt idx="39">
                  <c:v>1751</c:v>
                </c:pt>
                <c:pt idx="40">
                  <c:v>1751</c:v>
                </c:pt>
                <c:pt idx="41">
                  <c:v>1751</c:v>
                </c:pt>
                <c:pt idx="42">
                  <c:v>1751</c:v>
                </c:pt>
                <c:pt idx="43">
                  <c:v>1751</c:v>
                </c:pt>
                <c:pt idx="44">
                  <c:v>1751</c:v>
                </c:pt>
                <c:pt idx="45">
                  <c:v>1751</c:v>
                </c:pt>
                <c:pt idx="46">
                  <c:v>1751</c:v>
                </c:pt>
                <c:pt idx="47">
                  <c:v>1751</c:v>
                </c:pt>
                <c:pt idx="48">
                  <c:v>1751</c:v>
                </c:pt>
                <c:pt idx="49">
                  <c:v>1751</c:v>
                </c:pt>
                <c:pt idx="50">
                  <c:v>1751</c:v>
                </c:pt>
                <c:pt idx="51">
                  <c:v>1751</c:v>
                </c:pt>
                <c:pt idx="52">
                  <c:v>1751</c:v>
                </c:pt>
                <c:pt idx="53">
                  <c:v>1751</c:v>
                </c:pt>
                <c:pt idx="54">
                  <c:v>1751</c:v>
                </c:pt>
                <c:pt idx="55">
                  <c:v>1751</c:v>
                </c:pt>
                <c:pt idx="56">
                  <c:v>1751</c:v>
                </c:pt>
                <c:pt idx="57">
                  <c:v>1751</c:v>
                </c:pt>
                <c:pt idx="58">
                  <c:v>1751</c:v>
                </c:pt>
                <c:pt idx="59">
                  <c:v>1751</c:v>
                </c:pt>
                <c:pt idx="60">
                  <c:v>1751</c:v>
                </c:pt>
                <c:pt idx="61">
                  <c:v>1751</c:v>
                </c:pt>
                <c:pt idx="62">
                  <c:v>1751</c:v>
                </c:pt>
                <c:pt idx="63">
                  <c:v>1751</c:v>
                </c:pt>
                <c:pt idx="64">
                  <c:v>1751</c:v>
                </c:pt>
                <c:pt idx="65">
                  <c:v>1751</c:v>
                </c:pt>
                <c:pt idx="66">
                  <c:v>1751</c:v>
                </c:pt>
                <c:pt idx="67">
                  <c:v>1751</c:v>
                </c:pt>
                <c:pt idx="68">
                  <c:v>1751</c:v>
                </c:pt>
                <c:pt idx="69">
                  <c:v>1751</c:v>
                </c:pt>
                <c:pt idx="70">
                  <c:v>1751</c:v>
                </c:pt>
                <c:pt idx="71">
                  <c:v>1751</c:v>
                </c:pt>
                <c:pt idx="72">
                  <c:v>1751</c:v>
                </c:pt>
                <c:pt idx="73">
                  <c:v>1751</c:v>
                </c:pt>
                <c:pt idx="74">
                  <c:v>1751</c:v>
                </c:pt>
                <c:pt idx="75">
                  <c:v>1751</c:v>
                </c:pt>
                <c:pt idx="76">
                  <c:v>1751</c:v>
                </c:pt>
                <c:pt idx="77">
                  <c:v>1751</c:v>
                </c:pt>
                <c:pt idx="78">
                  <c:v>1751</c:v>
                </c:pt>
                <c:pt idx="79">
                  <c:v>1751</c:v>
                </c:pt>
                <c:pt idx="80">
                  <c:v>1751</c:v>
                </c:pt>
                <c:pt idx="81">
                  <c:v>1751</c:v>
                </c:pt>
                <c:pt idx="82">
                  <c:v>1751</c:v>
                </c:pt>
                <c:pt idx="83">
                  <c:v>1751</c:v>
                </c:pt>
                <c:pt idx="84">
                  <c:v>1751</c:v>
                </c:pt>
                <c:pt idx="85">
                  <c:v>1751</c:v>
                </c:pt>
                <c:pt idx="86">
                  <c:v>1751</c:v>
                </c:pt>
                <c:pt idx="87">
                  <c:v>1751</c:v>
                </c:pt>
                <c:pt idx="88">
                  <c:v>1751</c:v>
                </c:pt>
                <c:pt idx="89">
                  <c:v>1751</c:v>
                </c:pt>
                <c:pt idx="90">
                  <c:v>1751</c:v>
                </c:pt>
                <c:pt idx="91">
                  <c:v>1751</c:v>
                </c:pt>
                <c:pt idx="92">
                  <c:v>1751</c:v>
                </c:pt>
                <c:pt idx="93">
                  <c:v>1751</c:v>
                </c:pt>
                <c:pt idx="94">
                  <c:v>1751</c:v>
                </c:pt>
                <c:pt idx="95">
                  <c:v>1751</c:v>
                </c:pt>
                <c:pt idx="96">
                  <c:v>1751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3-8E95-BE40-9903-7A8792BEE5D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Sheet1!$E$2:$E$98</c:f>
              <c:numCache>
                <c:formatCode>General</c:formatCode>
                <c:ptCount val="97"/>
                <c:pt idx="0">
                  <c:v>1143</c:v>
                </c:pt>
                <c:pt idx="1">
                  <c:v>1143</c:v>
                </c:pt>
                <c:pt idx="2">
                  <c:v>1143</c:v>
                </c:pt>
                <c:pt idx="3">
                  <c:v>1143</c:v>
                </c:pt>
                <c:pt idx="4">
                  <c:v>1143</c:v>
                </c:pt>
                <c:pt idx="5">
                  <c:v>1143</c:v>
                </c:pt>
                <c:pt idx="6">
                  <c:v>1143</c:v>
                </c:pt>
                <c:pt idx="7">
                  <c:v>1143</c:v>
                </c:pt>
                <c:pt idx="8">
                  <c:v>1143</c:v>
                </c:pt>
                <c:pt idx="9">
                  <c:v>1143</c:v>
                </c:pt>
                <c:pt idx="10">
                  <c:v>1143</c:v>
                </c:pt>
                <c:pt idx="11">
                  <c:v>1143</c:v>
                </c:pt>
                <c:pt idx="12">
                  <c:v>1143</c:v>
                </c:pt>
                <c:pt idx="13">
                  <c:v>1143</c:v>
                </c:pt>
                <c:pt idx="14">
                  <c:v>1143</c:v>
                </c:pt>
                <c:pt idx="15">
                  <c:v>1143</c:v>
                </c:pt>
                <c:pt idx="16">
                  <c:v>1143</c:v>
                </c:pt>
                <c:pt idx="17">
                  <c:v>1143</c:v>
                </c:pt>
                <c:pt idx="18">
                  <c:v>1143</c:v>
                </c:pt>
                <c:pt idx="19">
                  <c:v>1143</c:v>
                </c:pt>
                <c:pt idx="20">
                  <c:v>1143</c:v>
                </c:pt>
                <c:pt idx="21">
                  <c:v>1143</c:v>
                </c:pt>
                <c:pt idx="22">
                  <c:v>1143</c:v>
                </c:pt>
                <c:pt idx="23">
                  <c:v>1143</c:v>
                </c:pt>
                <c:pt idx="24">
                  <c:v>1143</c:v>
                </c:pt>
                <c:pt idx="25">
                  <c:v>1143</c:v>
                </c:pt>
                <c:pt idx="26">
                  <c:v>1143</c:v>
                </c:pt>
                <c:pt idx="27">
                  <c:v>1143</c:v>
                </c:pt>
                <c:pt idx="28">
                  <c:v>1143</c:v>
                </c:pt>
                <c:pt idx="29">
                  <c:v>1143</c:v>
                </c:pt>
                <c:pt idx="30">
                  <c:v>1143</c:v>
                </c:pt>
                <c:pt idx="31">
                  <c:v>1143</c:v>
                </c:pt>
                <c:pt idx="32">
                  <c:v>1143</c:v>
                </c:pt>
                <c:pt idx="33">
                  <c:v>1143</c:v>
                </c:pt>
                <c:pt idx="34">
                  <c:v>1143</c:v>
                </c:pt>
                <c:pt idx="35">
                  <c:v>1143</c:v>
                </c:pt>
                <c:pt idx="36">
                  <c:v>1143</c:v>
                </c:pt>
                <c:pt idx="37">
                  <c:v>1143</c:v>
                </c:pt>
                <c:pt idx="38">
                  <c:v>1143</c:v>
                </c:pt>
                <c:pt idx="39">
                  <c:v>1143</c:v>
                </c:pt>
                <c:pt idx="40">
                  <c:v>1143</c:v>
                </c:pt>
                <c:pt idx="41">
                  <c:v>1143</c:v>
                </c:pt>
                <c:pt idx="42">
                  <c:v>1143</c:v>
                </c:pt>
                <c:pt idx="43">
                  <c:v>1143</c:v>
                </c:pt>
                <c:pt idx="44">
                  <c:v>1143</c:v>
                </c:pt>
                <c:pt idx="45">
                  <c:v>1143</c:v>
                </c:pt>
                <c:pt idx="46">
                  <c:v>1143</c:v>
                </c:pt>
                <c:pt idx="47">
                  <c:v>1143</c:v>
                </c:pt>
                <c:pt idx="48">
                  <c:v>1143</c:v>
                </c:pt>
                <c:pt idx="49">
                  <c:v>1143</c:v>
                </c:pt>
                <c:pt idx="50">
                  <c:v>1143</c:v>
                </c:pt>
                <c:pt idx="51">
                  <c:v>1143</c:v>
                </c:pt>
                <c:pt idx="52">
                  <c:v>1143</c:v>
                </c:pt>
                <c:pt idx="53">
                  <c:v>1143</c:v>
                </c:pt>
                <c:pt idx="54">
                  <c:v>1143</c:v>
                </c:pt>
                <c:pt idx="55">
                  <c:v>1143</c:v>
                </c:pt>
                <c:pt idx="56">
                  <c:v>1143</c:v>
                </c:pt>
                <c:pt idx="57">
                  <c:v>1143</c:v>
                </c:pt>
                <c:pt idx="58">
                  <c:v>1143</c:v>
                </c:pt>
                <c:pt idx="59">
                  <c:v>1143</c:v>
                </c:pt>
                <c:pt idx="60">
                  <c:v>1143</c:v>
                </c:pt>
                <c:pt idx="61">
                  <c:v>1143</c:v>
                </c:pt>
                <c:pt idx="62">
                  <c:v>1143</c:v>
                </c:pt>
                <c:pt idx="63">
                  <c:v>1143</c:v>
                </c:pt>
                <c:pt idx="64">
                  <c:v>1143</c:v>
                </c:pt>
                <c:pt idx="65">
                  <c:v>1143</c:v>
                </c:pt>
                <c:pt idx="66">
                  <c:v>1143</c:v>
                </c:pt>
                <c:pt idx="67">
                  <c:v>1143</c:v>
                </c:pt>
                <c:pt idx="68">
                  <c:v>1143</c:v>
                </c:pt>
                <c:pt idx="69">
                  <c:v>1143</c:v>
                </c:pt>
                <c:pt idx="70">
                  <c:v>1143</c:v>
                </c:pt>
                <c:pt idx="71">
                  <c:v>1143</c:v>
                </c:pt>
                <c:pt idx="72">
                  <c:v>1143</c:v>
                </c:pt>
                <c:pt idx="73">
                  <c:v>1143</c:v>
                </c:pt>
                <c:pt idx="74">
                  <c:v>1143</c:v>
                </c:pt>
                <c:pt idx="75">
                  <c:v>1143</c:v>
                </c:pt>
                <c:pt idx="76">
                  <c:v>1143</c:v>
                </c:pt>
                <c:pt idx="77">
                  <c:v>1143</c:v>
                </c:pt>
                <c:pt idx="78">
                  <c:v>1143</c:v>
                </c:pt>
                <c:pt idx="79">
                  <c:v>1143</c:v>
                </c:pt>
                <c:pt idx="80">
                  <c:v>1143</c:v>
                </c:pt>
                <c:pt idx="81">
                  <c:v>1143</c:v>
                </c:pt>
                <c:pt idx="82">
                  <c:v>1143</c:v>
                </c:pt>
                <c:pt idx="83">
                  <c:v>1143</c:v>
                </c:pt>
                <c:pt idx="84">
                  <c:v>1143</c:v>
                </c:pt>
                <c:pt idx="85">
                  <c:v>1143</c:v>
                </c:pt>
                <c:pt idx="86">
                  <c:v>1143</c:v>
                </c:pt>
                <c:pt idx="87">
                  <c:v>1143</c:v>
                </c:pt>
                <c:pt idx="88">
                  <c:v>1143</c:v>
                </c:pt>
                <c:pt idx="89">
                  <c:v>1143</c:v>
                </c:pt>
                <c:pt idx="90">
                  <c:v>1143</c:v>
                </c:pt>
                <c:pt idx="91">
                  <c:v>1143</c:v>
                </c:pt>
                <c:pt idx="92">
                  <c:v>1143</c:v>
                </c:pt>
                <c:pt idx="93">
                  <c:v>1143</c:v>
                </c:pt>
                <c:pt idx="94">
                  <c:v>1143</c:v>
                </c:pt>
                <c:pt idx="95">
                  <c:v>1143</c:v>
                </c:pt>
                <c:pt idx="96">
                  <c:v>1143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4-8E95-BE40-9903-7A8792BEE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514" y="2714192"/>
            <a:ext cx="5150873" cy="1092264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Weekly Data Health Check Report 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88720-9734-C1A6-2F0D-3EEE4829299E}"/>
              </a:ext>
            </a:extLst>
          </p:cNvPr>
          <p:cNvSpPr txBox="1"/>
          <p:nvPr/>
        </p:nvSpPr>
        <p:spPr>
          <a:xfrm>
            <a:off x="4539323" y="3806456"/>
            <a:ext cx="2297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03561"/>
                </a:solidFill>
                <a:latin typeface="Trebuchet MS" panose="020B0703020202090204" pitchFamily="34" charset="0"/>
              </a:rPr>
              <a:t>Latest week of claims: WE</a:t>
            </a:r>
            <a:endParaRPr lang="en-US" dirty="0"/>
          </a:p>
        </p:txBody>
      </p:sp>
      <p:sp>
        <p:nvSpPr>
          <p:cNvPr id="3" name="latest_date">
            <a:extLst>
              <a:ext uri="{FF2B5EF4-FFF2-40B4-BE49-F238E27FC236}">
                <a16:creationId xmlns:a16="http://schemas.microsoft.com/office/drawing/2014/main" id="{B719F9FB-A2B0-F476-1BDA-B9173169368E}"/>
              </a:ext>
            </a:extLst>
          </p:cNvPr>
          <p:cNvSpPr txBox="1"/>
          <p:nvPr/>
        </p:nvSpPr>
        <p:spPr>
          <a:xfrm>
            <a:off x="6709144" y="3806456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03561"/>
                </a:solidFill>
                <a:latin typeface="Trebuchet MS" panose="020B0703020202090204" pitchFamily="34" charset="0"/>
              </a:rPr>
              <a:t>10/21/25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F51E6-14FD-9F5A-BEA9-61BC90774E57}"/>
              </a:ext>
            </a:extLst>
          </p:cNvPr>
          <p:cNvSpPr/>
          <p:nvPr/>
        </p:nvSpPr>
        <p:spPr>
          <a:xfrm>
            <a:off x="609600" y="956447"/>
            <a:ext cx="10072642" cy="4972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Weekly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Weekly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</a:t>
            </a: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 </a:t>
            </a:r>
          </a:p>
          <a:p>
            <a:pPr marL="1905">
              <a:lnSpc>
                <a:spcPts val="2200"/>
              </a:lnSpc>
            </a:pP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184637" y="106384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221963"/>
              </p:ext>
            </p:extLst>
          </p:nvPr>
        </p:nvGraphicFramePr>
        <p:xfrm>
          <a:off x="180000" y="1080000"/>
          <a:ext cx="9360000" cy="5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insight_box_1">
            <a:extLst>
              <a:ext uri="{FF2B5EF4-FFF2-40B4-BE49-F238E27FC236}">
                <a16:creationId xmlns:a16="http://schemas.microsoft.com/office/drawing/2014/main" id="{91312269-BC4E-D510-CD14-C146B55C2482}"/>
              </a:ext>
            </a:extLst>
          </p:cNvPr>
          <p:cNvSpPr/>
          <p:nvPr/>
        </p:nvSpPr>
        <p:spPr>
          <a:xfrm>
            <a:off x="9829800" y="-741"/>
            <a:ext cx="2361459" cy="201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~17% restatement in Mx publication for WE 11/21 compared to previous batch of data (for overlapping R4W period), which is within the usual restatement range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8C824-4576-29B7-252D-30C4C08A8944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132544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184638" y="113272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2570D3F-4135-A15F-AFAB-4AD9F1D8D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99093"/>
              </p:ext>
            </p:extLst>
          </p:nvPr>
        </p:nvGraphicFramePr>
        <p:xfrm>
          <a:off x="180000" y="1080000"/>
          <a:ext cx="9360000" cy="52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_box_1">
            <a:extLst>
              <a:ext uri="{FF2B5EF4-FFF2-40B4-BE49-F238E27FC236}">
                <a16:creationId xmlns:a16="http://schemas.microsoft.com/office/drawing/2014/main" id="{77BDF130-9C5F-5FB8-870F-FEAFA557EB28}"/>
              </a:ext>
            </a:extLst>
          </p:cNvPr>
          <p:cNvSpPr/>
          <p:nvPr/>
        </p:nvSpPr>
        <p:spPr>
          <a:xfrm>
            <a:off x="9822725" y="-740"/>
            <a:ext cx="2361600" cy="20141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~5.5% restatement in Rx publication for WE 11/21 compared to previous batch of data (for overlapping R4W period), which is within the usual restatement range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F4924-BEB9-C438-8BEC-5CD30753B0F2}"/>
              </a:ext>
            </a:extLst>
          </p:cNvPr>
          <p:cNvSpPr txBox="1"/>
          <p:nvPr/>
        </p:nvSpPr>
        <p:spPr>
          <a:xfrm>
            <a:off x="0" y="6621534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184639" y="106387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459424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AD9BBD-F1F1-D4EA-F3F3-7BD9A8A90FA8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314655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180144" y="109738"/>
            <a:ext cx="1153288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CDKs Rx Claims </a:t>
            </a:r>
            <a:endParaRPr lang="en-IN" dirty="0"/>
          </a:p>
          <a:p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223145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B08457-A151-696C-2028-A88B242BDA97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254780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185059" y="98849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446641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9840975-53AA-3814-3D9C-3D3CE568176A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315179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185608" y="106543"/>
            <a:ext cx="999405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Hormonal Drugs Rx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20154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0E3265-E9F2-77B0-95B3-44DEEE10381F}"/>
              </a:ext>
            </a:extLst>
          </p:cNvPr>
          <p:cNvSpPr txBox="1"/>
          <p:nvPr/>
        </p:nvSpPr>
        <p:spPr>
          <a:xfrm>
            <a:off x="0" y="6610901"/>
            <a:ext cx="4362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_RX_ONC_HIST</a:t>
            </a:r>
          </a:p>
        </p:txBody>
      </p:sp>
    </p:spTree>
    <p:extLst>
      <p:ext uri="{BB962C8B-B14F-4D97-AF65-F5344CB8AC3E}">
        <p14:creationId xmlns:p14="http://schemas.microsoft.com/office/powerpoint/2010/main" val="427956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188924" y="114753"/>
            <a:ext cx="1139347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Targeted agents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409126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912779-F558-C7A4-DDDB-678FAD108225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135172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184365" y="103867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Chemo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692305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CDCDDA-5A7A-C560-2A95-DBBD7FD3F796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400543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188866" y="98799"/>
            <a:ext cx="113485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 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690186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4D117D-E609-7004-26BE-957F3383F670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35729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191100" y="103326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43793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733FAE-6D17-8013-4AF6-18843809F39A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179482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191100" y="103322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Dato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951999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02A2F73-3A55-5A58-4B21-8FADBB8D4EA8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1465078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224483" y="92981"/>
            <a:ext cx="11319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Mx Claims (on weekly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838933"/>
              </p:ext>
            </p:extLst>
          </p:nvPr>
        </p:nvGraphicFramePr>
        <p:xfrm>
          <a:off x="360000" y="900000"/>
          <a:ext cx="1116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B1348CF-2F17-D15F-E6E9-EA36A16FF1C1}"/>
              </a:ext>
            </a:extLst>
          </p:cNvPr>
          <p:cNvSpPr txBox="1"/>
          <p:nvPr/>
        </p:nvSpPr>
        <p:spPr>
          <a:xfrm>
            <a:off x="0" y="6610901"/>
            <a:ext cx="43765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</a:rPr>
              <a:t>compute_us_comm_oncdw.STG_IQVIA_LAAD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 _MX_ONC_HIST</a:t>
            </a:r>
          </a:p>
        </p:txBody>
      </p:sp>
    </p:spTree>
    <p:extLst>
      <p:ext uri="{BB962C8B-B14F-4D97-AF65-F5344CB8AC3E}">
        <p14:creationId xmlns:p14="http://schemas.microsoft.com/office/powerpoint/2010/main" val="3879475436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663</Words>
  <Application>Microsoft Macintosh PowerPoint</Application>
  <PresentationFormat>Widescreen</PresentationFormat>
  <Paragraphs>69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 Black</vt:lpstr>
      <vt:lpstr>Proxima Nova</vt:lpstr>
      <vt:lpstr>Arial</vt:lpstr>
      <vt:lpstr>Arial,Sans-Serif</vt:lpstr>
      <vt:lpstr>Trebuchet MS</vt:lpstr>
      <vt:lpstr>Noto Sans Symbols</vt:lpstr>
      <vt:lpstr>Calibri</vt:lpstr>
      <vt:lpstr>1_Creating Possible</vt:lpstr>
      <vt:lpstr>Weekly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Vemula</cp:lastModifiedBy>
  <cp:revision>105</cp:revision>
  <dcterms:created xsi:type="dcterms:W3CDTF">2021-05-05T00:34:42Z</dcterms:created>
  <dcterms:modified xsi:type="dcterms:W3CDTF">2025-12-24T05:47:20Z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