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notesSlides/notesSlide5.xml" ContentType="application/vnd.openxmlformats-officedocument.presentationml.notesSlide+xml"/>
  <Override PartName="/ppt/charts/chart16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17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18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19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20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21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4"/>
  </p:sldMasterIdLst>
  <p:notesMasterIdLst>
    <p:notesMasterId r:id="rId28"/>
  </p:notesMasterIdLst>
  <p:sldIdLst>
    <p:sldId id="2147483609" r:id="rId5"/>
    <p:sldId id="2147483610" r:id="rId6"/>
    <p:sldId id="2147483612" r:id="rId7"/>
    <p:sldId id="2147483631" r:id="rId8"/>
    <p:sldId id="2147483632" r:id="rId9"/>
    <p:sldId id="2147483633" r:id="rId10"/>
    <p:sldId id="2147483634" r:id="rId11"/>
    <p:sldId id="2147483635" r:id="rId12"/>
    <p:sldId id="2147483636" r:id="rId13"/>
    <p:sldId id="2147483637" r:id="rId14"/>
    <p:sldId id="2147483638" r:id="rId15"/>
    <p:sldId id="2147483639" r:id="rId16"/>
    <p:sldId id="2147483640" r:id="rId17"/>
    <p:sldId id="2147483641" r:id="rId18"/>
    <p:sldId id="2147483642" r:id="rId19"/>
    <p:sldId id="2147483643" r:id="rId20"/>
    <p:sldId id="2147483644" r:id="rId21"/>
    <p:sldId id="2147483613" r:id="rId22"/>
    <p:sldId id="2147483645" r:id="rId23"/>
    <p:sldId id="2147483646" r:id="rId24"/>
    <p:sldId id="2147483647" r:id="rId25"/>
    <p:sldId id="256" r:id="rId26"/>
    <p:sldId id="257" r:id="rId27"/>
  </p:sldIdLst>
  <p:sldSz cx="12192000" cy="6858000"/>
  <p:notesSz cx="7010400" cy="9296400"/>
  <p:embeddedFontLst>
    <p:embeddedFont>
      <p:font typeface="Arial Black" panose="020B0604020202020204" pitchFamily="34" charset="0"/>
      <p:bold r:id="rId29"/>
    </p:embeddedFont>
    <p:embeddedFont>
      <p:font typeface="Proxima Nova" panose="02000506030000020004" pitchFamily="2" charset="0"/>
      <p:regular r:id="rId30"/>
      <p:bold r:id="rId31"/>
      <p:italic r:id="rId32"/>
      <p:boldItalic r:id="rId33"/>
    </p:embeddedFont>
    <p:embeddedFont>
      <p:font typeface="Trebuchet MS" panose="020B070302020209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41" roundtripDataSignature="AMtx7mgKIDiBwvDbRhG/V6mW1YoVU2XlUA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81CE130-6501-09E3-107D-FE6C88503180}" name="Sanjeev Kayath" initials="SK" userId="S::sanjeev.kayath@gilead.com::2f2473ad-0bcb-4664-9370-37d94f7d12da" providerId="AD"/>
  <p188:author id="{23EF5468-BEE3-875A-60AF-BAF3FFDD1DE3}" name="Sanga Reddy Peerreddy (Contractor)" initials="S(" userId="S::sangareddy.peerreddy@gilead.com::ae961085-6ffb-40de-8318-f8998b840f3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66F3E4-ADD7-2882-A8C7-B6BDF397D92B}" v="411" dt="2025-11-06T19:28:10.232"/>
    <p1510:client id="{7B9548B0-49C5-761B-46F1-6171737B8AF2}" v="98" dt="2025-11-06T10:31:44.801"/>
    <p1510:client id="{82D88673-27B7-85B2-A57D-A2439620E666}" v="38" dt="2025-11-05T19:07:16.466"/>
    <p1510:client id="{DC53B710-42E8-70FD-4923-D88F244A0D42}" v="667" dt="2025-11-05T19:04:29.080"/>
    <p1510:client id="{F098F79F-578F-6F69-4BB1-92E72518ABE9}" v="94" dt="2025-11-06T06:27:47.365"/>
    <p1510:client id="{F4BE5CF1-3B19-0E0F-FB1F-C3188B62C5E9}" v="65" dt="2025-11-05T17:31:27.866"/>
  </p1510:revLst>
</p1510:revInfo>
</file>

<file path=ppt/tableStyles.xml><?xml version="1.0" encoding="utf-8"?>
<a:tblStyleLst xmlns:a="http://schemas.openxmlformats.org/drawingml/2006/main" def="{EB6DEECB-56F1-4456-BCD5-D4FBEF479A18}">
  <a:tblStyle styleId="{EB6DEECB-56F1-4456-BCD5-D4FBEF479A1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7EA"/>
          </a:solidFill>
        </a:fill>
      </a:tcStyle>
    </a:wholeTbl>
    <a:band1H>
      <a:tcTxStyle/>
      <a:tcStyle>
        <a:tcBdr/>
        <a:fill>
          <a:solidFill>
            <a:srgbClr val="CBCCD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CCD1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67CE550-D046-4AFA-B757-7AF14B985517}" styleName="Table_1"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rgbClr val="156082">
              <a:alpha val="40000"/>
            </a:srgb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156082">
              <a:alpha val="40000"/>
            </a:srgb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15608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ED2732E-1BB7-4996-AE4D-151F2E9E297B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99"/>
    <p:restoredTop sz="94680"/>
  </p:normalViewPr>
  <p:slideViewPr>
    <p:cSldViewPr snapToGrid="0">
      <p:cViewPr varScale="1">
        <p:scale>
          <a:sx n="105" d="100"/>
          <a:sy n="105" d="100"/>
        </p:scale>
        <p:origin x="20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font" Target="fonts/font6.fntdata"/><Relationship Id="rId42" Type="http://schemas.openxmlformats.org/officeDocument/2006/relationships/presProps" Target="presProps.xml"/><Relationship Id="rId47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1.fntdata"/><Relationship Id="rId41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3.fntdata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5.fntdata"/><Relationship Id="rId46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dirty="0"/>
              <a:t>RX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2023-11-13</c:v>
                </c:pt>
                <c:pt idx="1">
                  <c:v>2023-11-20</c:v>
                </c:pt>
                <c:pt idx="2">
                  <c:v>2023-11-27</c:v>
                </c:pt>
                <c:pt idx="3">
                  <c:v>2023-12-04</c:v>
                </c:pt>
                <c:pt idx="4">
                  <c:v>2023-12-11</c:v>
                </c:pt>
                <c:pt idx="5">
                  <c:v>2023-12-18</c:v>
                </c:pt>
                <c:pt idx="6">
                  <c:v>2023-12-25</c:v>
                </c:pt>
                <c:pt idx="7">
                  <c:v>2024-01-01</c:v>
                </c:pt>
                <c:pt idx="8">
                  <c:v>2024-01-08</c:v>
                </c:pt>
                <c:pt idx="9">
                  <c:v>2024-01-15</c:v>
                </c:pt>
                <c:pt idx="10">
                  <c:v>2024-01-22</c:v>
                </c:pt>
                <c:pt idx="11">
                  <c:v>2024-01-29</c:v>
                </c:pt>
                <c:pt idx="12">
                  <c:v>2024-02-05</c:v>
                </c:pt>
                <c:pt idx="13">
                  <c:v>2024-02-12</c:v>
                </c:pt>
                <c:pt idx="14">
                  <c:v>2024-02-19</c:v>
                </c:pt>
                <c:pt idx="15">
                  <c:v>2024-02-26</c:v>
                </c:pt>
                <c:pt idx="16">
                  <c:v>2024-03-04</c:v>
                </c:pt>
                <c:pt idx="17">
                  <c:v>2024-03-11</c:v>
                </c:pt>
                <c:pt idx="18">
                  <c:v>2024-03-18</c:v>
                </c:pt>
                <c:pt idx="19">
                  <c:v>2024-03-25</c:v>
                </c:pt>
                <c:pt idx="20">
                  <c:v>2024-04-01</c:v>
                </c:pt>
                <c:pt idx="21">
                  <c:v>2024-04-08</c:v>
                </c:pt>
                <c:pt idx="22">
                  <c:v>2024-04-15</c:v>
                </c:pt>
                <c:pt idx="23">
                  <c:v>2024-04-22</c:v>
                </c:pt>
                <c:pt idx="24">
                  <c:v>2024-04-29</c:v>
                </c:pt>
                <c:pt idx="25">
                  <c:v>2024-05-06</c:v>
                </c:pt>
                <c:pt idx="26">
                  <c:v>2024-05-13</c:v>
                </c:pt>
                <c:pt idx="27">
                  <c:v>2024-05-20</c:v>
                </c:pt>
                <c:pt idx="28">
                  <c:v>2024-05-27</c:v>
                </c:pt>
                <c:pt idx="29">
                  <c:v>2024-06-03</c:v>
                </c:pt>
                <c:pt idx="30">
                  <c:v>2024-06-10</c:v>
                </c:pt>
                <c:pt idx="31">
                  <c:v>2024-06-17</c:v>
                </c:pt>
                <c:pt idx="32">
                  <c:v>2024-06-24</c:v>
                </c:pt>
                <c:pt idx="33">
                  <c:v>2024-07-01</c:v>
                </c:pt>
                <c:pt idx="34">
                  <c:v>2024-07-08</c:v>
                </c:pt>
                <c:pt idx="35">
                  <c:v>2024-07-15</c:v>
                </c:pt>
                <c:pt idx="36">
                  <c:v>2024-07-22</c:v>
                </c:pt>
                <c:pt idx="37">
                  <c:v>2024-07-29</c:v>
                </c:pt>
                <c:pt idx="38">
                  <c:v>2024-08-05</c:v>
                </c:pt>
                <c:pt idx="39">
                  <c:v>2024-08-12</c:v>
                </c:pt>
                <c:pt idx="40">
                  <c:v>2024-08-19</c:v>
                </c:pt>
                <c:pt idx="41">
                  <c:v>2024-08-26</c:v>
                </c:pt>
                <c:pt idx="42">
                  <c:v>2024-09-02</c:v>
                </c:pt>
                <c:pt idx="43">
                  <c:v>2024-09-09</c:v>
                </c:pt>
                <c:pt idx="44">
                  <c:v>2024-09-16</c:v>
                </c:pt>
                <c:pt idx="45">
                  <c:v>2024-09-23</c:v>
                </c:pt>
                <c:pt idx="46">
                  <c:v>2024-09-30</c:v>
                </c:pt>
                <c:pt idx="47">
                  <c:v>2024-10-07</c:v>
                </c:pt>
                <c:pt idx="48">
                  <c:v>2024-10-14</c:v>
                </c:pt>
                <c:pt idx="49">
                  <c:v>2024-10-21</c:v>
                </c:pt>
                <c:pt idx="50">
                  <c:v>2024-10-28</c:v>
                </c:pt>
                <c:pt idx="51">
                  <c:v>2024-11-04</c:v>
                </c:pt>
                <c:pt idx="52">
                  <c:v>2024-11-11</c:v>
                </c:pt>
                <c:pt idx="53">
                  <c:v>2024-11-18</c:v>
                </c:pt>
                <c:pt idx="54">
                  <c:v>2024-11-25</c:v>
                </c:pt>
                <c:pt idx="55">
                  <c:v>2024-12-02</c:v>
                </c:pt>
                <c:pt idx="56">
                  <c:v>2024-12-09</c:v>
                </c:pt>
                <c:pt idx="57">
                  <c:v>2024-12-16</c:v>
                </c:pt>
                <c:pt idx="58">
                  <c:v>2024-12-23</c:v>
                </c:pt>
                <c:pt idx="59">
                  <c:v>2024-12-30</c:v>
                </c:pt>
                <c:pt idx="60">
                  <c:v>2025-01-06</c:v>
                </c:pt>
                <c:pt idx="61">
                  <c:v>2025-01-13</c:v>
                </c:pt>
                <c:pt idx="62">
                  <c:v>2025-01-20</c:v>
                </c:pt>
                <c:pt idx="63">
                  <c:v>2025-01-27</c:v>
                </c:pt>
                <c:pt idx="64">
                  <c:v>2025-02-03</c:v>
                </c:pt>
                <c:pt idx="65">
                  <c:v>2025-02-10</c:v>
                </c:pt>
                <c:pt idx="66">
                  <c:v>2025-02-17</c:v>
                </c:pt>
                <c:pt idx="67">
                  <c:v>2025-02-24</c:v>
                </c:pt>
                <c:pt idx="68">
                  <c:v>2025-03-03</c:v>
                </c:pt>
                <c:pt idx="69">
                  <c:v>2025-03-10</c:v>
                </c:pt>
                <c:pt idx="70">
                  <c:v>2025-03-17</c:v>
                </c:pt>
                <c:pt idx="71">
                  <c:v>2025-03-24</c:v>
                </c:pt>
                <c:pt idx="72">
                  <c:v>2025-03-31</c:v>
                </c:pt>
                <c:pt idx="73">
                  <c:v>2025-04-07</c:v>
                </c:pt>
                <c:pt idx="74">
                  <c:v>2025-04-14</c:v>
                </c:pt>
                <c:pt idx="75">
                  <c:v>2025-04-21</c:v>
                </c:pt>
                <c:pt idx="76">
                  <c:v>2025-04-28</c:v>
                </c:pt>
                <c:pt idx="77">
                  <c:v>2025-05-05</c:v>
                </c:pt>
                <c:pt idx="78">
                  <c:v>2025-05-12</c:v>
                </c:pt>
                <c:pt idx="79">
                  <c:v>2025-05-19</c:v>
                </c:pt>
                <c:pt idx="80">
                  <c:v>2025-05-26</c:v>
                </c:pt>
                <c:pt idx="81">
                  <c:v>2025-06-02</c:v>
                </c:pt>
                <c:pt idx="82">
                  <c:v>2025-06-09</c:v>
                </c:pt>
                <c:pt idx="83">
                  <c:v>2025-06-16</c:v>
                </c:pt>
                <c:pt idx="84">
                  <c:v>2025-06-23</c:v>
                </c:pt>
                <c:pt idx="85">
                  <c:v>2025-06-30</c:v>
                </c:pt>
                <c:pt idx="86">
                  <c:v>2025-07-07</c:v>
                </c:pt>
                <c:pt idx="87">
                  <c:v>2025-07-14</c:v>
                </c:pt>
                <c:pt idx="88">
                  <c:v>2025-07-21</c:v>
                </c:pt>
                <c:pt idx="89">
                  <c:v>2025-07-28</c:v>
                </c:pt>
                <c:pt idx="90">
                  <c:v>2025-08-04</c:v>
                </c:pt>
                <c:pt idx="91">
                  <c:v>2025-08-11</c:v>
                </c:pt>
                <c:pt idx="92">
                  <c:v>2025-08-18</c:v>
                </c:pt>
                <c:pt idx="93">
                  <c:v>2025-08-25</c:v>
                </c:pt>
                <c:pt idx="94">
                  <c:v>2025-09-01</c:v>
                </c:pt>
                <c:pt idx="95">
                  <c:v>2025-09-08</c:v>
                </c:pt>
                <c:pt idx="96">
                  <c:v>2025-09-15</c:v>
                </c:pt>
                <c:pt idx="97">
                  <c:v>2025-09-22</c:v>
                </c:pt>
                <c:pt idx="98">
                  <c:v>2025-09-29</c:v>
                </c:pt>
                <c:pt idx="99">
                  <c:v>2025-10-06</c:v>
                </c:pt>
                <c:pt idx="100">
                  <c:v>2025-10-13</c:v>
                </c:pt>
                <c:pt idx="101">
                  <c:v>2025-10-20</c:v>
                </c:pt>
                <c:pt idx="102">
                  <c:v>2025-10-27</c:v>
                </c:pt>
                <c:pt idx="103">
                  <c:v>2025-11-03</c:v>
                </c:pt>
                <c:pt idx="104">
                  <c:v>2025-11-10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304189</c:v>
                </c:pt>
                <c:pt idx="1">
                  <c:v>252460</c:v>
                </c:pt>
                <c:pt idx="2">
                  <c:v>319419</c:v>
                </c:pt>
                <c:pt idx="3">
                  <c:v>307123</c:v>
                </c:pt>
                <c:pt idx="4">
                  <c:v>305262</c:v>
                </c:pt>
                <c:pt idx="5">
                  <c:v>296196</c:v>
                </c:pt>
                <c:pt idx="6">
                  <c:v>255513</c:v>
                </c:pt>
                <c:pt idx="7">
                  <c:v>276530</c:v>
                </c:pt>
                <c:pt idx="8">
                  <c:v>306369</c:v>
                </c:pt>
                <c:pt idx="9">
                  <c:v>282785</c:v>
                </c:pt>
                <c:pt idx="10">
                  <c:v>301190</c:v>
                </c:pt>
                <c:pt idx="11">
                  <c:v>306447</c:v>
                </c:pt>
                <c:pt idx="12">
                  <c:v>301043</c:v>
                </c:pt>
                <c:pt idx="13">
                  <c:v>292360</c:v>
                </c:pt>
                <c:pt idx="14">
                  <c:v>287354</c:v>
                </c:pt>
                <c:pt idx="15">
                  <c:v>297761</c:v>
                </c:pt>
                <c:pt idx="16">
                  <c:v>296937</c:v>
                </c:pt>
                <c:pt idx="17">
                  <c:v>288923</c:v>
                </c:pt>
                <c:pt idx="18">
                  <c:v>289575</c:v>
                </c:pt>
                <c:pt idx="19">
                  <c:v>284606</c:v>
                </c:pt>
                <c:pt idx="20">
                  <c:v>294882</c:v>
                </c:pt>
                <c:pt idx="21">
                  <c:v>292890</c:v>
                </c:pt>
                <c:pt idx="22">
                  <c:v>294483</c:v>
                </c:pt>
                <c:pt idx="23">
                  <c:v>293603</c:v>
                </c:pt>
                <c:pt idx="24">
                  <c:v>296356</c:v>
                </c:pt>
                <c:pt idx="25">
                  <c:v>291587</c:v>
                </c:pt>
                <c:pt idx="26">
                  <c:v>293546</c:v>
                </c:pt>
                <c:pt idx="27">
                  <c:v>292355</c:v>
                </c:pt>
                <c:pt idx="28">
                  <c:v>277363</c:v>
                </c:pt>
                <c:pt idx="29">
                  <c:v>306031</c:v>
                </c:pt>
                <c:pt idx="30">
                  <c:v>305388</c:v>
                </c:pt>
                <c:pt idx="31">
                  <c:v>298119</c:v>
                </c:pt>
                <c:pt idx="32">
                  <c:v>303345</c:v>
                </c:pt>
                <c:pt idx="33">
                  <c:v>271763</c:v>
                </c:pt>
                <c:pt idx="34">
                  <c:v>312210</c:v>
                </c:pt>
                <c:pt idx="35">
                  <c:v>305391</c:v>
                </c:pt>
                <c:pt idx="36">
                  <c:v>306094</c:v>
                </c:pt>
                <c:pt idx="37">
                  <c:v>303511</c:v>
                </c:pt>
                <c:pt idx="38">
                  <c:v>303009</c:v>
                </c:pt>
                <c:pt idx="39">
                  <c:v>309129</c:v>
                </c:pt>
                <c:pt idx="40">
                  <c:v>307017</c:v>
                </c:pt>
                <c:pt idx="41">
                  <c:v>310892</c:v>
                </c:pt>
                <c:pt idx="42">
                  <c:v>292310</c:v>
                </c:pt>
                <c:pt idx="43">
                  <c:v>317924</c:v>
                </c:pt>
                <c:pt idx="44">
                  <c:v>316636</c:v>
                </c:pt>
                <c:pt idx="45">
                  <c:v>307910</c:v>
                </c:pt>
                <c:pt idx="46">
                  <c:v>319267</c:v>
                </c:pt>
                <c:pt idx="47">
                  <c:v>310993</c:v>
                </c:pt>
                <c:pt idx="48">
                  <c:v>319034</c:v>
                </c:pt>
                <c:pt idx="49">
                  <c:v>321144</c:v>
                </c:pt>
                <c:pt idx="50">
                  <c:v>319412</c:v>
                </c:pt>
                <c:pt idx="51">
                  <c:v>320619</c:v>
                </c:pt>
                <c:pt idx="52">
                  <c:v>321352</c:v>
                </c:pt>
                <c:pt idx="53">
                  <c:v>324004</c:v>
                </c:pt>
                <c:pt idx="54">
                  <c:v>265861</c:v>
                </c:pt>
                <c:pt idx="55">
                  <c:v>340279</c:v>
                </c:pt>
                <c:pt idx="56">
                  <c:v>327103</c:v>
                </c:pt>
                <c:pt idx="57">
                  <c:v>329456</c:v>
                </c:pt>
                <c:pt idx="58">
                  <c:v>247698</c:v>
                </c:pt>
                <c:pt idx="59">
                  <c:v>283497</c:v>
                </c:pt>
                <c:pt idx="60">
                  <c:v>320335</c:v>
                </c:pt>
                <c:pt idx="61">
                  <c:v>329241</c:v>
                </c:pt>
                <c:pt idx="62">
                  <c:v>301707</c:v>
                </c:pt>
                <c:pt idx="63">
                  <c:v>319753</c:v>
                </c:pt>
                <c:pt idx="64">
                  <c:v>320546</c:v>
                </c:pt>
                <c:pt idx="65">
                  <c:v>315327</c:v>
                </c:pt>
                <c:pt idx="66">
                  <c:v>306035</c:v>
                </c:pt>
                <c:pt idx="67">
                  <c:v>322286</c:v>
                </c:pt>
                <c:pt idx="68">
                  <c:v>321543</c:v>
                </c:pt>
                <c:pt idx="69">
                  <c:v>315541</c:v>
                </c:pt>
                <c:pt idx="70">
                  <c:v>309505</c:v>
                </c:pt>
                <c:pt idx="71">
                  <c:v>311152</c:v>
                </c:pt>
                <c:pt idx="72">
                  <c:v>313884</c:v>
                </c:pt>
                <c:pt idx="73">
                  <c:v>316770</c:v>
                </c:pt>
                <c:pt idx="74">
                  <c:v>308431</c:v>
                </c:pt>
                <c:pt idx="75">
                  <c:v>318484</c:v>
                </c:pt>
                <c:pt idx="76">
                  <c:v>316969</c:v>
                </c:pt>
                <c:pt idx="77">
                  <c:v>315110</c:v>
                </c:pt>
                <c:pt idx="78">
                  <c:v>315215</c:v>
                </c:pt>
                <c:pt idx="79">
                  <c:v>315230</c:v>
                </c:pt>
                <c:pt idx="80">
                  <c:v>296894</c:v>
                </c:pt>
                <c:pt idx="81">
                  <c:v>316999</c:v>
                </c:pt>
                <c:pt idx="82">
                  <c:v>313846</c:v>
                </c:pt>
                <c:pt idx="83">
                  <c:v>307310</c:v>
                </c:pt>
                <c:pt idx="84">
                  <c:v>312602</c:v>
                </c:pt>
                <c:pt idx="85">
                  <c:v>281259</c:v>
                </c:pt>
                <c:pt idx="86">
                  <c:v>325837</c:v>
                </c:pt>
                <c:pt idx="87">
                  <c:v>311886</c:v>
                </c:pt>
                <c:pt idx="88">
                  <c:v>311562</c:v>
                </c:pt>
                <c:pt idx="89">
                  <c:v>309055</c:v>
                </c:pt>
                <c:pt idx="90">
                  <c:v>312619</c:v>
                </c:pt>
                <c:pt idx="91">
                  <c:v>313614</c:v>
                </c:pt>
                <c:pt idx="92">
                  <c:v>313254</c:v>
                </c:pt>
                <c:pt idx="93">
                  <c:v>316596</c:v>
                </c:pt>
                <c:pt idx="94">
                  <c:v>299689</c:v>
                </c:pt>
                <c:pt idx="95">
                  <c:v>326085</c:v>
                </c:pt>
                <c:pt idx="96">
                  <c:v>320702</c:v>
                </c:pt>
                <c:pt idx="97">
                  <c:v>318783</c:v>
                </c:pt>
                <c:pt idx="98">
                  <c:v>324647</c:v>
                </c:pt>
                <c:pt idx="99">
                  <c:v>324843</c:v>
                </c:pt>
                <c:pt idx="100">
                  <c:v>324321</c:v>
                </c:pt>
                <c:pt idx="101">
                  <c:v>326621</c:v>
                </c:pt>
                <c:pt idx="102">
                  <c:v>326939</c:v>
                </c:pt>
                <c:pt idx="103">
                  <c:v>320707</c:v>
                </c:pt>
                <c:pt idx="104">
                  <c:v>221832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194-FE44-B83B-1B0ED3CA4F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2023-11-13</c:v>
                </c:pt>
                <c:pt idx="1">
                  <c:v>2023-11-20</c:v>
                </c:pt>
                <c:pt idx="2">
                  <c:v>2023-11-27</c:v>
                </c:pt>
                <c:pt idx="3">
                  <c:v>2023-12-04</c:v>
                </c:pt>
                <c:pt idx="4">
                  <c:v>2023-12-11</c:v>
                </c:pt>
                <c:pt idx="5">
                  <c:v>2023-12-18</c:v>
                </c:pt>
                <c:pt idx="6">
                  <c:v>2023-12-25</c:v>
                </c:pt>
                <c:pt idx="7">
                  <c:v>2024-01-01</c:v>
                </c:pt>
                <c:pt idx="8">
                  <c:v>2024-01-08</c:v>
                </c:pt>
                <c:pt idx="9">
                  <c:v>2024-01-15</c:v>
                </c:pt>
                <c:pt idx="10">
                  <c:v>2024-01-22</c:v>
                </c:pt>
                <c:pt idx="11">
                  <c:v>2024-01-29</c:v>
                </c:pt>
                <c:pt idx="12">
                  <c:v>2024-02-05</c:v>
                </c:pt>
                <c:pt idx="13">
                  <c:v>2024-02-12</c:v>
                </c:pt>
                <c:pt idx="14">
                  <c:v>2024-02-19</c:v>
                </c:pt>
                <c:pt idx="15">
                  <c:v>2024-02-26</c:v>
                </c:pt>
                <c:pt idx="16">
                  <c:v>2024-03-04</c:v>
                </c:pt>
                <c:pt idx="17">
                  <c:v>2024-03-11</c:v>
                </c:pt>
                <c:pt idx="18">
                  <c:v>2024-03-18</c:v>
                </c:pt>
                <c:pt idx="19">
                  <c:v>2024-03-25</c:v>
                </c:pt>
                <c:pt idx="20">
                  <c:v>2024-04-01</c:v>
                </c:pt>
                <c:pt idx="21">
                  <c:v>2024-04-08</c:v>
                </c:pt>
                <c:pt idx="22">
                  <c:v>2024-04-15</c:v>
                </c:pt>
                <c:pt idx="23">
                  <c:v>2024-04-22</c:v>
                </c:pt>
                <c:pt idx="24">
                  <c:v>2024-04-29</c:v>
                </c:pt>
                <c:pt idx="25">
                  <c:v>2024-05-06</c:v>
                </c:pt>
                <c:pt idx="26">
                  <c:v>2024-05-13</c:v>
                </c:pt>
                <c:pt idx="27">
                  <c:v>2024-05-20</c:v>
                </c:pt>
                <c:pt idx="28">
                  <c:v>2024-05-27</c:v>
                </c:pt>
                <c:pt idx="29">
                  <c:v>2024-06-03</c:v>
                </c:pt>
                <c:pt idx="30">
                  <c:v>2024-06-10</c:v>
                </c:pt>
                <c:pt idx="31">
                  <c:v>2024-06-17</c:v>
                </c:pt>
                <c:pt idx="32">
                  <c:v>2024-06-24</c:v>
                </c:pt>
                <c:pt idx="33">
                  <c:v>2024-07-01</c:v>
                </c:pt>
                <c:pt idx="34">
                  <c:v>2024-07-08</c:v>
                </c:pt>
                <c:pt idx="35">
                  <c:v>2024-07-15</c:v>
                </c:pt>
                <c:pt idx="36">
                  <c:v>2024-07-22</c:v>
                </c:pt>
                <c:pt idx="37">
                  <c:v>2024-07-29</c:v>
                </c:pt>
                <c:pt idx="38">
                  <c:v>2024-08-05</c:v>
                </c:pt>
                <c:pt idx="39">
                  <c:v>2024-08-12</c:v>
                </c:pt>
                <c:pt idx="40">
                  <c:v>2024-08-19</c:v>
                </c:pt>
                <c:pt idx="41">
                  <c:v>2024-08-26</c:v>
                </c:pt>
                <c:pt idx="42">
                  <c:v>2024-09-02</c:v>
                </c:pt>
                <c:pt idx="43">
                  <c:v>2024-09-09</c:v>
                </c:pt>
                <c:pt idx="44">
                  <c:v>2024-09-16</c:v>
                </c:pt>
                <c:pt idx="45">
                  <c:v>2024-09-23</c:v>
                </c:pt>
                <c:pt idx="46">
                  <c:v>2024-09-30</c:v>
                </c:pt>
                <c:pt idx="47">
                  <c:v>2024-10-07</c:v>
                </c:pt>
                <c:pt idx="48">
                  <c:v>2024-10-14</c:v>
                </c:pt>
                <c:pt idx="49">
                  <c:v>2024-10-21</c:v>
                </c:pt>
                <c:pt idx="50">
                  <c:v>2024-10-28</c:v>
                </c:pt>
                <c:pt idx="51">
                  <c:v>2024-11-04</c:v>
                </c:pt>
                <c:pt idx="52">
                  <c:v>2024-11-11</c:v>
                </c:pt>
                <c:pt idx="53">
                  <c:v>2024-11-18</c:v>
                </c:pt>
                <c:pt idx="54">
                  <c:v>2024-11-25</c:v>
                </c:pt>
                <c:pt idx="55">
                  <c:v>2024-12-02</c:v>
                </c:pt>
                <c:pt idx="56">
                  <c:v>2024-12-09</c:v>
                </c:pt>
                <c:pt idx="57">
                  <c:v>2024-12-16</c:v>
                </c:pt>
                <c:pt idx="58">
                  <c:v>2024-12-23</c:v>
                </c:pt>
                <c:pt idx="59">
                  <c:v>2024-12-30</c:v>
                </c:pt>
                <c:pt idx="60">
                  <c:v>2025-01-06</c:v>
                </c:pt>
                <c:pt idx="61">
                  <c:v>2025-01-13</c:v>
                </c:pt>
                <c:pt idx="62">
                  <c:v>2025-01-20</c:v>
                </c:pt>
                <c:pt idx="63">
                  <c:v>2025-01-27</c:v>
                </c:pt>
                <c:pt idx="64">
                  <c:v>2025-02-03</c:v>
                </c:pt>
                <c:pt idx="65">
                  <c:v>2025-02-10</c:v>
                </c:pt>
                <c:pt idx="66">
                  <c:v>2025-02-17</c:v>
                </c:pt>
                <c:pt idx="67">
                  <c:v>2025-02-24</c:v>
                </c:pt>
                <c:pt idx="68">
                  <c:v>2025-03-03</c:v>
                </c:pt>
                <c:pt idx="69">
                  <c:v>2025-03-10</c:v>
                </c:pt>
                <c:pt idx="70">
                  <c:v>2025-03-17</c:v>
                </c:pt>
                <c:pt idx="71">
                  <c:v>2025-03-24</c:v>
                </c:pt>
                <c:pt idx="72">
                  <c:v>2025-03-31</c:v>
                </c:pt>
                <c:pt idx="73">
                  <c:v>2025-04-07</c:v>
                </c:pt>
                <c:pt idx="74">
                  <c:v>2025-04-14</c:v>
                </c:pt>
                <c:pt idx="75">
                  <c:v>2025-04-21</c:v>
                </c:pt>
                <c:pt idx="76">
                  <c:v>2025-04-28</c:v>
                </c:pt>
                <c:pt idx="77">
                  <c:v>2025-05-05</c:v>
                </c:pt>
                <c:pt idx="78">
                  <c:v>2025-05-12</c:v>
                </c:pt>
                <c:pt idx="79">
                  <c:v>2025-05-19</c:v>
                </c:pt>
                <c:pt idx="80">
                  <c:v>2025-05-26</c:v>
                </c:pt>
                <c:pt idx="81">
                  <c:v>2025-06-02</c:v>
                </c:pt>
                <c:pt idx="82">
                  <c:v>2025-06-09</c:v>
                </c:pt>
                <c:pt idx="83">
                  <c:v>2025-06-16</c:v>
                </c:pt>
                <c:pt idx="84">
                  <c:v>2025-06-23</c:v>
                </c:pt>
                <c:pt idx="85">
                  <c:v>2025-06-30</c:v>
                </c:pt>
                <c:pt idx="86">
                  <c:v>2025-07-07</c:v>
                </c:pt>
                <c:pt idx="87">
                  <c:v>2025-07-14</c:v>
                </c:pt>
                <c:pt idx="88">
                  <c:v>2025-07-21</c:v>
                </c:pt>
                <c:pt idx="89">
                  <c:v>2025-07-28</c:v>
                </c:pt>
                <c:pt idx="90">
                  <c:v>2025-08-04</c:v>
                </c:pt>
                <c:pt idx="91">
                  <c:v>2025-08-11</c:v>
                </c:pt>
                <c:pt idx="92">
                  <c:v>2025-08-18</c:v>
                </c:pt>
                <c:pt idx="93">
                  <c:v>2025-08-25</c:v>
                </c:pt>
                <c:pt idx="94">
                  <c:v>2025-09-01</c:v>
                </c:pt>
                <c:pt idx="95">
                  <c:v>2025-09-08</c:v>
                </c:pt>
                <c:pt idx="96">
                  <c:v>2025-09-15</c:v>
                </c:pt>
                <c:pt idx="97">
                  <c:v>2025-09-22</c:v>
                </c:pt>
                <c:pt idx="98">
                  <c:v>2025-09-29</c:v>
                </c:pt>
                <c:pt idx="99">
                  <c:v>2025-10-06</c:v>
                </c:pt>
                <c:pt idx="100">
                  <c:v>2025-10-13</c:v>
                </c:pt>
                <c:pt idx="101">
                  <c:v>2025-10-20</c:v>
                </c:pt>
                <c:pt idx="102">
                  <c:v>2025-10-27</c:v>
                </c:pt>
                <c:pt idx="103">
                  <c:v>2025-11-03</c:v>
                </c:pt>
                <c:pt idx="104">
                  <c:v>2025-11-10</c:v>
                </c:pt>
              </c:strCache>
            </c:strRef>
          </c:cat>
          <c:val>
            <c:numRef>
              <c:f>Sheet1!$C$2:$C$106</c:f>
              <c:numCache>
                <c:formatCode>General</c:formatCode>
                <c:ptCount val="105"/>
                <c:pt idx="0">
                  <c:v>304189</c:v>
                </c:pt>
                <c:pt idx="1">
                  <c:v>252460</c:v>
                </c:pt>
                <c:pt idx="2">
                  <c:v>319419</c:v>
                </c:pt>
                <c:pt idx="3">
                  <c:v>307123</c:v>
                </c:pt>
                <c:pt idx="4">
                  <c:v>305262</c:v>
                </c:pt>
                <c:pt idx="5">
                  <c:v>296196</c:v>
                </c:pt>
                <c:pt idx="6">
                  <c:v>255513</c:v>
                </c:pt>
                <c:pt idx="7">
                  <c:v>276530</c:v>
                </c:pt>
                <c:pt idx="8">
                  <c:v>306369</c:v>
                </c:pt>
                <c:pt idx="9">
                  <c:v>282785</c:v>
                </c:pt>
                <c:pt idx="10">
                  <c:v>301190</c:v>
                </c:pt>
                <c:pt idx="11">
                  <c:v>306447</c:v>
                </c:pt>
                <c:pt idx="12">
                  <c:v>301043</c:v>
                </c:pt>
                <c:pt idx="13">
                  <c:v>292360</c:v>
                </c:pt>
                <c:pt idx="14">
                  <c:v>287354</c:v>
                </c:pt>
                <c:pt idx="15">
                  <c:v>297761</c:v>
                </c:pt>
                <c:pt idx="16">
                  <c:v>296937</c:v>
                </c:pt>
                <c:pt idx="17">
                  <c:v>288923</c:v>
                </c:pt>
                <c:pt idx="18">
                  <c:v>289575</c:v>
                </c:pt>
                <c:pt idx="19">
                  <c:v>284606</c:v>
                </c:pt>
                <c:pt idx="20">
                  <c:v>294882</c:v>
                </c:pt>
                <c:pt idx="21">
                  <c:v>292890</c:v>
                </c:pt>
                <c:pt idx="22">
                  <c:v>294483</c:v>
                </c:pt>
                <c:pt idx="23">
                  <c:v>293603</c:v>
                </c:pt>
                <c:pt idx="24">
                  <c:v>296356</c:v>
                </c:pt>
                <c:pt idx="25">
                  <c:v>291587</c:v>
                </c:pt>
                <c:pt idx="26">
                  <c:v>293546</c:v>
                </c:pt>
                <c:pt idx="27">
                  <c:v>292355</c:v>
                </c:pt>
                <c:pt idx="28">
                  <c:v>277363</c:v>
                </c:pt>
                <c:pt idx="29">
                  <c:v>306031</c:v>
                </c:pt>
                <c:pt idx="30">
                  <c:v>305388</c:v>
                </c:pt>
                <c:pt idx="31">
                  <c:v>298119</c:v>
                </c:pt>
                <c:pt idx="32">
                  <c:v>303345</c:v>
                </c:pt>
                <c:pt idx="33">
                  <c:v>271763</c:v>
                </c:pt>
                <c:pt idx="34">
                  <c:v>312210</c:v>
                </c:pt>
                <c:pt idx="35">
                  <c:v>305391</c:v>
                </c:pt>
                <c:pt idx="36">
                  <c:v>306094</c:v>
                </c:pt>
                <c:pt idx="37">
                  <c:v>303511</c:v>
                </c:pt>
                <c:pt idx="38">
                  <c:v>303009</c:v>
                </c:pt>
                <c:pt idx="39">
                  <c:v>309129</c:v>
                </c:pt>
                <c:pt idx="40">
                  <c:v>307017</c:v>
                </c:pt>
                <c:pt idx="41">
                  <c:v>310892</c:v>
                </c:pt>
                <c:pt idx="42">
                  <c:v>292310</c:v>
                </c:pt>
                <c:pt idx="43">
                  <c:v>317924</c:v>
                </c:pt>
                <c:pt idx="44">
                  <c:v>316636</c:v>
                </c:pt>
                <c:pt idx="45">
                  <c:v>307910</c:v>
                </c:pt>
                <c:pt idx="46">
                  <c:v>319267</c:v>
                </c:pt>
                <c:pt idx="47">
                  <c:v>310993</c:v>
                </c:pt>
                <c:pt idx="48">
                  <c:v>319034</c:v>
                </c:pt>
                <c:pt idx="49">
                  <c:v>321144</c:v>
                </c:pt>
                <c:pt idx="50">
                  <c:v>319412</c:v>
                </c:pt>
                <c:pt idx="51">
                  <c:v>320619</c:v>
                </c:pt>
                <c:pt idx="52">
                  <c:v>321352</c:v>
                </c:pt>
                <c:pt idx="53">
                  <c:v>324004</c:v>
                </c:pt>
                <c:pt idx="54">
                  <c:v>265861</c:v>
                </c:pt>
                <c:pt idx="55">
                  <c:v>340279</c:v>
                </c:pt>
                <c:pt idx="56">
                  <c:v>327103</c:v>
                </c:pt>
                <c:pt idx="57">
                  <c:v>329456</c:v>
                </c:pt>
                <c:pt idx="58">
                  <c:v>247698</c:v>
                </c:pt>
                <c:pt idx="59">
                  <c:v>283497</c:v>
                </c:pt>
                <c:pt idx="60">
                  <c:v>320335</c:v>
                </c:pt>
                <c:pt idx="61">
                  <c:v>329241</c:v>
                </c:pt>
                <c:pt idx="62">
                  <c:v>301707</c:v>
                </c:pt>
                <c:pt idx="63">
                  <c:v>319753</c:v>
                </c:pt>
                <c:pt idx="64">
                  <c:v>320546</c:v>
                </c:pt>
                <c:pt idx="65">
                  <c:v>315327</c:v>
                </c:pt>
                <c:pt idx="66">
                  <c:v>306035</c:v>
                </c:pt>
                <c:pt idx="67">
                  <c:v>322286</c:v>
                </c:pt>
                <c:pt idx="68">
                  <c:v>321543</c:v>
                </c:pt>
                <c:pt idx="69">
                  <c:v>315541</c:v>
                </c:pt>
                <c:pt idx="70">
                  <c:v>309505</c:v>
                </c:pt>
                <c:pt idx="71">
                  <c:v>311152</c:v>
                </c:pt>
                <c:pt idx="72">
                  <c:v>313884</c:v>
                </c:pt>
                <c:pt idx="73">
                  <c:v>316770</c:v>
                </c:pt>
                <c:pt idx="74">
                  <c:v>308431</c:v>
                </c:pt>
                <c:pt idx="75">
                  <c:v>318484</c:v>
                </c:pt>
                <c:pt idx="76">
                  <c:v>316969</c:v>
                </c:pt>
                <c:pt idx="77">
                  <c:v>315110</c:v>
                </c:pt>
                <c:pt idx="78">
                  <c:v>315215</c:v>
                </c:pt>
                <c:pt idx="79">
                  <c:v>315230</c:v>
                </c:pt>
                <c:pt idx="80">
                  <c:v>296894</c:v>
                </c:pt>
                <c:pt idx="81">
                  <c:v>316999</c:v>
                </c:pt>
                <c:pt idx="82">
                  <c:v>313846</c:v>
                </c:pt>
                <c:pt idx="83">
                  <c:v>307310</c:v>
                </c:pt>
                <c:pt idx="84">
                  <c:v>312602</c:v>
                </c:pt>
                <c:pt idx="85">
                  <c:v>281259</c:v>
                </c:pt>
                <c:pt idx="86">
                  <c:v>325837</c:v>
                </c:pt>
                <c:pt idx="87">
                  <c:v>311886</c:v>
                </c:pt>
                <c:pt idx="88">
                  <c:v>311562</c:v>
                </c:pt>
                <c:pt idx="89">
                  <c:v>309055</c:v>
                </c:pt>
                <c:pt idx="90">
                  <c:v>312619</c:v>
                </c:pt>
                <c:pt idx="91">
                  <c:v>313604</c:v>
                </c:pt>
                <c:pt idx="92">
                  <c:v>313244</c:v>
                </c:pt>
                <c:pt idx="93">
                  <c:v>316588</c:v>
                </c:pt>
                <c:pt idx="94">
                  <c:v>299679</c:v>
                </c:pt>
                <c:pt idx="95">
                  <c:v>326083</c:v>
                </c:pt>
                <c:pt idx="96">
                  <c:v>320708</c:v>
                </c:pt>
                <c:pt idx="97">
                  <c:v>318786</c:v>
                </c:pt>
                <c:pt idx="98">
                  <c:v>324665</c:v>
                </c:pt>
                <c:pt idx="99">
                  <c:v>324822</c:v>
                </c:pt>
                <c:pt idx="100">
                  <c:v>324260</c:v>
                </c:pt>
                <c:pt idx="101">
                  <c:v>326629</c:v>
                </c:pt>
                <c:pt idx="102">
                  <c:v>317854</c:v>
                </c:pt>
                <c:pt idx="103">
                  <c:v>224079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194-FE44-B83B-1B0ED3CA4F4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dLbls>
            <c:dLbl>
              <c:idx val="15"/>
              <c:layout>
                <c:manualLayout>
                  <c:x val="-2.2617423608316135E-2"/>
                  <c:y val="-0.10999479158054862"/>
                </c:manualLayout>
              </c:layout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/>
                    </a:pPr>
                    <a:r>
                      <a:rPr lang="en-US" sz="1000" b="0" i="0" u="none" strike="noStrike" baseline="0" dirty="0">
                        <a:effectLst/>
                      </a:rPr>
                      <a:t>Cyber security event (</a:t>
                    </a:r>
                    <a:r>
                      <a:rPr lang="en-US" sz="1000" b="0" i="0" u="none" strike="noStrike" baseline="0" dirty="0" err="1">
                        <a:effectLst/>
                      </a:rPr>
                      <a:t>feb</a:t>
                    </a:r>
                    <a:r>
                      <a:rPr lang="en-US" sz="1000" b="0" i="0" u="none" strike="noStrike" baseline="0" dirty="0">
                        <a:effectLst/>
                      </a:rPr>
                      <a:t> 24) </a:t>
                    </a:r>
                    <a:endParaRPr lang="en-US" sz="1000" dirty="0"/>
                  </a:p>
                </c:rich>
              </c:tx>
              <c:spPr>
                <a:solidFill>
                  <a:srgbClr val="AEB618">
                    <a:lumMod val="20000"/>
                    <a:lumOff val="80000"/>
                  </a:srgbClr>
                </a:solidFill>
                <a:ln>
                  <a:solidFill>
                    <a:srgbClr val="54565B">
                      <a:lumMod val="65000"/>
                      <a:lumOff val="35000"/>
                    </a:srgbClr>
                  </a:solidFill>
                </a:ln>
                <a:effectLst/>
                <a:scene3d>
                  <a:camera prst="orthographicFront"/>
                  <a:lightRig rig="threePt" dir="t"/>
                </a:scene3d>
                <a:sp3d>
                  <a:bevelT prst="relaxedInset"/>
                </a:sp3d>
              </c:sp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0.16413154821101908"/>
                      <c:h val="8.2004458060609769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0-3469-344F-A9F5-7C5584506CAD}"/>
                </c:ext>
              </c:extLst>
            </c:dLbl>
            <c:dLbl>
              <c:idx val="72"/>
              <c:layout>
                <c:manualLayout>
                  <c:x val="-2.1394956434866483E-2"/>
                  <c:y val="-8.3746207853335974E-2"/>
                </c:manualLayout>
              </c:layout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/>
                    </a:pPr>
                    <a:r>
                      <a:rPr lang="en-US" sz="1000" b="0" i="0" u="none" strike="noStrike" baseline="0" dirty="0">
                        <a:effectLst/>
                      </a:rPr>
                      <a:t>Rx claims data high restatement 2%</a:t>
                    </a:r>
                  </a:p>
                  <a:p>
                    <a:pPr>
                      <a:defRPr/>
                    </a:pPr>
                    <a:endParaRPr lang="en-US" sz="800" dirty="0"/>
                  </a:p>
                </c:rich>
              </c:tx>
              <c:spPr>
                <a:solidFill>
                  <a:srgbClr val="AEB618">
                    <a:lumMod val="20000"/>
                    <a:lumOff val="80000"/>
                  </a:srgbClr>
                </a:solidFill>
                <a:ln>
                  <a:solidFill>
                    <a:srgbClr val="000000"/>
                  </a:solidFill>
                </a:ln>
                <a:effectLst>
                  <a:glow rad="101600">
                    <a:srgbClr val="8DC1C5">
                      <a:satMod val="175000"/>
                      <a:alpha val="40000"/>
                    </a:srgbClr>
                  </a:glow>
                  <a:outerShdw blurRad="491335" dist="50800" dir="15600000" algn="ctr" rotWithShape="0">
                    <a:srgbClr val="000000">
                      <a:alpha val="43137"/>
                    </a:srgbClr>
                  </a:outerShdw>
                  <a:softEdge rad="0"/>
                </a:effectLst>
                <a:scene3d>
                  <a:camera prst="orthographicFront"/>
                  <a:lightRig rig="threePt" dir="t"/>
                </a:scene3d>
                <a:sp3d>
                  <a:bevelT prst="relaxedInset"/>
                </a:sp3d>
              </c:sp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0.19692628298647027"/>
                      <c:h val="7.9580358077853061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7E42-D347-8502-A894C782EA36}"/>
                </c:ext>
              </c:extLst>
            </c:dLbl>
            <c:spPr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bg2">
                    <a:lumMod val="40000"/>
                    <a:lumOff val="60000"/>
                  </a:schemeClr>
                </a:solidFill>
              </a:ln>
              <a:effectLst>
                <a:glow rad="101600">
                  <a:schemeClr val="accent3">
                    <a:satMod val="175000"/>
                    <a:alpha val="40000"/>
                  </a:schemeClr>
                </a:glow>
                <a:outerShdw blurRad="491335" dist="50800" dir="15600000" algn="ctr" rotWithShape="0">
                  <a:srgbClr val="000000">
                    <a:alpha val="43137"/>
                  </a:srgbClr>
                </a:outerShdw>
                <a:softEdge rad="0"/>
              </a:effectLst>
              <a:scene3d>
                <a:camera prst="orthographicFront"/>
                <a:lightRig rig="threePt" dir="t"/>
              </a:scene3d>
              <a:sp3d>
                <a:bevelT prst="relaxedInset"/>
              </a:sp3d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Sheet1!$A$2:$A$106</c:f>
              <c:strCache>
                <c:ptCount val="105"/>
                <c:pt idx="0">
                  <c:v>2023-11-13</c:v>
                </c:pt>
                <c:pt idx="1">
                  <c:v>2023-11-20</c:v>
                </c:pt>
                <c:pt idx="2">
                  <c:v>2023-11-27</c:v>
                </c:pt>
                <c:pt idx="3">
                  <c:v>2023-12-04</c:v>
                </c:pt>
                <c:pt idx="4">
                  <c:v>2023-12-11</c:v>
                </c:pt>
                <c:pt idx="5">
                  <c:v>2023-12-18</c:v>
                </c:pt>
                <c:pt idx="6">
                  <c:v>2023-12-25</c:v>
                </c:pt>
                <c:pt idx="7">
                  <c:v>2024-01-01</c:v>
                </c:pt>
                <c:pt idx="8">
                  <c:v>2024-01-08</c:v>
                </c:pt>
                <c:pt idx="9">
                  <c:v>2024-01-15</c:v>
                </c:pt>
                <c:pt idx="10">
                  <c:v>2024-01-22</c:v>
                </c:pt>
                <c:pt idx="11">
                  <c:v>2024-01-29</c:v>
                </c:pt>
                <c:pt idx="12">
                  <c:v>2024-02-05</c:v>
                </c:pt>
                <c:pt idx="13">
                  <c:v>2024-02-12</c:v>
                </c:pt>
                <c:pt idx="14">
                  <c:v>2024-02-19</c:v>
                </c:pt>
                <c:pt idx="15">
                  <c:v>2024-02-26</c:v>
                </c:pt>
                <c:pt idx="16">
                  <c:v>2024-03-04</c:v>
                </c:pt>
                <c:pt idx="17">
                  <c:v>2024-03-11</c:v>
                </c:pt>
                <c:pt idx="18">
                  <c:v>2024-03-18</c:v>
                </c:pt>
                <c:pt idx="19">
                  <c:v>2024-03-25</c:v>
                </c:pt>
                <c:pt idx="20">
                  <c:v>2024-04-01</c:v>
                </c:pt>
                <c:pt idx="21">
                  <c:v>2024-04-08</c:v>
                </c:pt>
                <c:pt idx="22">
                  <c:v>2024-04-15</c:v>
                </c:pt>
                <c:pt idx="23">
                  <c:v>2024-04-22</c:v>
                </c:pt>
                <c:pt idx="24">
                  <c:v>2024-04-29</c:v>
                </c:pt>
                <c:pt idx="25">
                  <c:v>2024-05-06</c:v>
                </c:pt>
                <c:pt idx="26">
                  <c:v>2024-05-13</c:v>
                </c:pt>
                <c:pt idx="27">
                  <c:v>2024-05-20</c:v>
                </c:pt>
                <c:pt idx="28">
                  <c:v>2024-05-27</c:v>
                </c:pt>
                <c:pt idx="29">
                  <c:v>2024-06-03</c:v>
                </c:pt>
                <c:pt idx="30">
                  <c:v>2024-06-10</c:v>
                </c:pt>
                <c:pt idx="31">
                  <c:v>2024-06-17</c:v>
                </c:pt>
                <c:pt idx="32">
                  <c:v>2024-06-24</c:v>
                </c:pt>
                <c:pt idx="33">
                  <c:v>2024-07-01</c:v>
                </c:pt>
                <c:pt idx="34">
                  <c:v>2024-07-08</c:v>
                </c:pt>
                <c:pt idx="35">
                  <c:v>2024-07-15</c:v>
                </c:pt>
                <c:pt idx="36">
                  <c:v>2024-07-22</c:v>
                </c:pt>
                <c:pt idx="37">
                  <c:v>2024-07-29</c:v>
                </c:pt>
                <c:pt idx="38">
                  <c:v>2024-08-05</c:v>
                </c:pt>
                <c:pt idx="39">
                  <c:v>2024-08-12</c:v>
                </c:pt>
                <c:pt idx="40">
                  <c:v>2024-08-19</c:v>
                </c:pt>
                <c:pt idx="41">
                  <c:v>2024-08-26</c:v>
                </c:pt>
                <c:pt idx="42">
                  <c:v>2024-09-02</c:v>
                </c:pt>
                <c:pt idx="43">
                  <c:v>2024-09-09</c:v>
                </c:pt>
                <c:pt idx="44">
                  <c:v>2024-09-16</c:v>
                </c:pt>
                <c:pt idx="45">
                  <c:v>2024-09-23</c:v>
                </c:pt>
                <c:pt idx="46">
                  <c:v>2024-09-30</c:v>
                </c:pt>
                <c:pt idx="47">
                  <c:v>2024-10-07</c:v>
                </c:pt>
                <c:pt idx="48">
                  <c:v>2024-10-14</c:v>
                </c:pt>
                <c:pt idx="49">
                  <c:v>2024-10-21</c:v>
                </c:pt>
                <c:pt idx="50">
                  <c:v>2024-10-28</c:v>
                </c:pt>
                <c:pt idx="51">
                  <c:v>2024-11-04</c:v>
                </c:pt>
                <c:pt idx="52">
                  <c:v>2024-11-11</c:v>
                </c:pt>
                <c:pt idx="53">
                  <c:v>2024-11-18</c:v>
                </c:pt>
                <c:pt idx="54">
                  <c:v>2024-11-25</c:v>
                </c:pt>
                <c:pt idx="55">
                  <c:v>2024-12-02</c:v>
                </c:pt>
                <c:pt idx="56">
                  <c:v>2024-12-09</c:v>
                </c:pt>
                <c:pt idx="57">
                  <c:v>2024-12-16</c:v>
                </c:pt>
                <c:pt idx="58">
                  <c:v>2024-12-23</c:v>
                </c:pt>
                <c:pt idx="59">
                  <c:v>2024-12-30</c:v>
                </c:pt>
                <c:pt idx="60">
                  <c:v>2025-01-06</c:v>
                </c:pt>
                <c:pt idx="61">
                  <c:v>2025-01-13</c:v>
                </c:pt>
                <c:pt idx="62">
                  <c:v>2025-01-20</c:v>
                </c:pt>
                <c:pt idx="63">
                  <c:v>2025-01-27</c:v>
                </c:pt>
                <c:pt idx="64">
                  <c:v>2025-02-03</c:v>
                </c:pt>
                <c:pt idx="65">
                  <c:v>2025-02-10</c:v>
                </c:pt>
                <c:pt idx="66">
                  <c:v>2025-02-17</c:v>
                </c:pt>
                <c:pt idx="67">
                  <c:v>2025-02-24</c:v>
                </c:pt>
                <c:pt idx="68">
                  <c:v>2025-03-03</c:v>
                </c:pt>
                <c:pt idx="69">
                  <c:v>2025-03-10</c:v>
                </c:pt>
                <c:pt idx="70">
                  <c:v>2025-03-17</c:v>
                </c:pt>
                <c:pt idx="71">
                  <c:v>2025-03-24</c:v>
                </c:pt>
                <c:pt idx="72">
                  <c:v>2025-03-31</c:v>
                </c:pt>
                <c:pt idx="73">
                  <c:v>2025-04-07</c:v>
                </c:pt>
                <c:pt idx="74">
                  <c:v>2025-04-14</c:v>
                </c:pt>
                <c:pt idx="75">
                  <c:v>2025-04-21</c:v>
                </c:pt>
                <c:pt idx="76">
                  <c:v>2025-04-28</c:v>
                </c:pt>
                <c:pt idx="77">
                  <c:v>2025-05-05</c:v>
                </c:pt>
                <c:pt idx="78">
                  <c:v>2025-05-12</c:v>
                </c:pt>
                <c:pt idx="79">
                  <c:v>2025-05-19</c:v>
                </c:pt>
                <c:pt idx="80">
                  <c:v>2025-05-26</c:v>
                </c:pt>
                <c:pt idx="81">
                  <c:v>2025-06-02</c:v>
                </c:pt>
                <c:pt idx="82">
                  <c:v>2025-06-09</c:v>
                </c:pt>
                <c:pt idx="83">
                  <c:v>2025-06-16</c:v>
                </c:pt>
                <c:pt idx="84">
                  <c:v>2025-06-23</c:v>
                </c:pt>
                <c:pt idx="85">
                  <c:v>2025-06-30</c:v>
                </c:pt>
                <c:pt idx="86">
                  <c:v>2025-07-07</c:v>
                </c:pt>
                <c:pt idx="87">
                  <c:v>2025-07-14</c:v>
                </c:pt>
                <c:pt idx="88">
                  <c:v>2025-07-21</c:v>
                </c:pt>
                <c:pt idx="89">
                  <c:v>2025-07-28</c:v>
                </c:pt>
                <c:pt idx="90">
                  <c:v>2025-08-04</c:v>
                </c:pt>
                <c:pt idx="91">
                  <c:v>2025-08-11</c:v>
                </c:pt>
                <c:pt idx="92">
                  <c:v>2025-08-18</c:v>
                </c:pt>
                <c:pt idx="93">
                  <c:v>2025-08-25</c:v>
                </c:pt>
                <c:pt idx="94">
                  <c:v>2025-09-01</c:v>
                </c:pt>
                <c:pt idx="95">
                  <c:v>2025-09-08</c:v>
                </c:pt>
                <c:pt idx="96">
                  <c:v>2025-09-15</c:v>
                </c:pt>
                <c:pt idx="97">
                  <c:v>2025-09-22</c:v>
                </c:pt>
                <c:pt idx="98">
                  <c:v>2025-09-29</c:v>
                </c:pt>
                <c:pt idx="99">
                  <c:v>2025-10-06</c:v>
                </c:pt>
                <c:pt idx="100">
                  <c:v>2025-10-13</c:v>
                </c:pt>
                <c:pt idx="101">
                  <c:v>2025-10-20</c:v>
                </c:pt>
                <c:pt idx="102">
                  <c:v>2025-10-27</c:v>
                </c:pt>
                <c:pt idx="103">
                  <c:v>2025-11-03</c:v>
                </c:pt>
                <c:pt idx="104">
                  <c:v>2025-11-10</c:v>
                </c:pt>
              </c:strCache>
            </c:strRef>
          </c:cat>
          <c:val>
            <c:numRef>
              <c:f>Sheet1!$D$2:$D$106</c:f>
              <c:numCache>
                <c:formatCode>General</c:formatCode>
                <c:ptCount val="105"/>
                <c:pt idx="0">
                  <c:v>304189</c:v>
                </c:pt>
                <c:pt idx="1">
                  <c:v>252460</c:v>
                </c:pt>
                <c:pt idx="2">
                  <c:v>319419</c:v>
                </c:pt>
                <c:pt idx="3">
                  <c:v>307123</c:v>
                </c:pt>
                <c:pt idx="4">
                  <c:v>305262</c:v>
                </c:pt>
                <c:pt idx="5">
                  <c:v>296196</c:v>
                </c:pt>
                <c:pt idx="6">
                  <c:v>255513</c:v>
                </c:pt>
                <c:pt idx="7">
                  <c:v>276530</c:v>
                </c:pt>
                <c:pt idx="8">
                  <c:v>306369</c:v>
                </c:pt>
                <c:pt idx="9">
                  <c:v>282785</c:v>
                </c:pt>
                <c:pt idx="10">
                  <c:v>301190</c:v>
                </c:pt>
                <c:pt idx="11">
                  <c:v>306447</c:v>
                </c:pt>
                <c:pt idx="12">
                  <c:v>301043</c:v>
                </c:pt>
                <c:pt idx="13">
                  <c:v>292360</c:v>
                </c:pt>
                <c:pt idx="14">
                  <c:v>287354</c:v>
                </c:pt>
                <c:pt idx="15">
                  <c:v>297761</c:v>
                </c:pt>
                <c:pt idx="16">
                  <c:v>296937</c:v>
                </c:pt>
                <c:pt idx="17">
                  <c:v>288923</c:v>
                </c:pt>
                <c:pt idx="18">
                  <c:v>289575</c:v>
                </c:pt>
                <c:pt idx="19">
                  <c:v>284606</c:v>
                </c:pt>
                <c:pt idx="20">
                  <c:v>294882</c:v>
                </c:pt>
                <c:pt idx="21">
                  <c:v>292890</c:v>
                </c:pt>
                <c:pt idx="22">
                  <c:v>294483</c:v>
                </c:pt>
                <c:pt idx="23">
                  <c:v>293603</c:v>
                </c:pt>
                <c:pt idx="24">
                  <c:v>296356</c:v>
                </c:pt>
                <c:pt idx="25">
                  <c:v>291587</c:v>
                </c:pt>
                <c:pt idx="26">
                  <c:v>293546</c:v>
                </c:pt>
                <c:pt idx="27">
                  <c:v>292355</c:v>
                </c:pt>
                <c:pt idx="28">
                  <c:v>277363</c:v>
                </c:pt>
                <c:pt idx="29">
                  <c:v>306031</c:v>
                </c:pt>
                <c:pt idx="30">
                  <c:v>305388</c:v>
                </c:pt>
                <c:pt idx="31">
                  <c:v>298119</c:v>
                </c:pt>
                <c:pt idx="32">
                  <c:v>303345</c:v>
                </c:pt>
                <c:pt idx="33">
                  <c:v>271763</c:v>
                </c:pt>
                <c:pt idx="34">
                  <c:v>312210</c:v>
                </c:pt>
                <c:pt idx="35">
                  <c:v>305391</c:v>
                </c:pt>
                <c:pt idx="36">
                  <c:v>306094</c:v>
                </c:pt>
                <c:pt idx="37">
                  <c:v>303511</c:v>
                </c:pt>
                <c:pt idx="38">
                  <c:v>303009</c:v>
                </c:pt>
                <c:pt idx="39">
                  <c:v>309129</c:v>
                </c:pt>
                <c:pt idx="40">
                  <c:v>307017</c:v>
                </c:pt>
                <c:pt idx="41">
                  <c:v>310892</c:v>
                </c:pt>
                <c:pt idx="42">
                  <c:v>292310</c:v>
                </c:pt>
                <c:pt idx="43">
                  <c:v>317924</c:v>
                </c:pt>
                <c:pt idx="44">
                  <c:v>316636</c:v>
                </c:pt>
                <c:pt idx="45">
                  <c:v>307910</c:v>
                </c:pt>
                <c:pt idx="46">
                  <c:v>319267</c:v>
                </c:pt>
                <c:pt idx="47">
                  <c:v>310993</c:v>
                </c:pt>
                <c:pt idx="48">
                  <c:v>319034</c:v>
                </c:pt>
                <c:pt idx="49">
                  <c:v>321144</c:v>
                </c:pt>
                <c:pt idx="50">
                  <c:v>319412</c:v>
                </c:pt>
                <c:pt idx="51">
                  <c:v>320619</c:v>
                </c:pt>
                <c:pt idx="52">
                  <c:v>321352</c:v>
                </c:pt>
                <c:pt idx="53">
                  <c:v>324004</c:v>
                </c:pt>
                <c:pt idx="54">
                  <c:v>265861</c:v>
                </c:pt>
                <c:pt idx="55">
                  <c:v>340279</c:v>
                </c:pt>
                <c:pt idx="56">
                  <c:v>327103</c:v>
                </c:pt>
                <c:pt idx="57">
                  <c:v>329456</c:v>
                </c:pt>
                <c:pt idx="58">
                  <c:v>247698</c:v>
                </c:pt>
                <c:pt idx="59">
                  <c:v>283497</c:v>
                </c:pt>
                <c:pt idx="60">
                  <c:v>320335</c:v>
                </c:pt>
                <c:pt idx="61">
                  <c:v>329241</c:v>
                </c:pt>
                <c:pt idx="62">
                  <c:v>301707</c:v>
                </c:pt>
                <c:pt idx="63">
                  <c:v>319753</c:v>
                </c:pt>
                <c:pt idx="64">
                  <c:v>320546</c:v>
                </c:pt>
                <c:pt idx="65">
                  <c:v>315327</c:v>
                </c:pt>
                <c:pt idx="66">
                  <c:v>306035</c:v>
                </c:pt>
                <c:pt idx="67">
                  <c:v>322286</c:v>
                </c:pt>
                <c:pt idx="68">
                  <c:v>321543</c:v>
                </c:pt>
                <c:pt idx="69">
                  <c:v>315541</c:v>
                </c:pt>
                <c:pt idx="70">
                  <c:v>309505</c:v>
                </c:pt>
                <c:pt idx="71">
                  <c:v>311152</c:v>
                </c:pt>
                <c:pt idx="72">
                  <c:v>313884</c:v>
                </c:pt>
                <c:pt idx="73">
                  <c:v>316770</c:v>
                </c:pt>
                <c:pt idx="74">
                  <c:v>308431</c:v>
                </c:pt>
                <c:pt idx="75">
                  <c:v>318484</c:v>
                </c:pt>
                <c:pt idx="76">
                  <c:v>316969</c:v>
                </c:pt>
                <c:pt idx="77">
                  <c:v>315110</c:v>
                </c:pt>
                <c:pt idx="78">
                  <c:v>315215</c:v>
                </c:pt>
                <c:pt idx="79">
                  <c:v>315230</c:v>
                </c:pt>
                <c:pt idx="80">
                  <c:v>296894</c:v>
                </c:pt>
                <c:pt idx="81">
                  <c:v>316999</c:v>
                </c:pt>
                <c:pt idx="82">
                  <c:v>313846</c:v>
                </c:pt>
                <c:pt idx="83">
                  <c:v>307310</c:v>
                </c:pt>
                <c:pt idx="84">
                  <c:v>312602</c:v>
                </c:pt>
                <c:pt idx="85">
                  <c:v>281259</c:v>
                </c:pt>
                <c:pt idx="86">
                  <c:v>325837</c:v>
                </c:pt>
                <c:pt idx="87">
                  <c:v>311886</c:v>
                </c:pt>
                <c:pt idx="88">
                  <c:v>311562</c:v>
                </c:pt>
                <c:pt idx="89">
                  <c:v>309055</c:v>
                </c:pt>
                <c:pt idx="90">
                  <c:v>312613</c:v>
                </c:pt>
                <c:pt idx="91">
                  <c:v>313579</c:v>
                </c:pt>
                <c:pt idx="92">
                  <c:v>313238</c:v>
                </c:pt>
                <c:pt idx="93">
                  <c:v>316581</c:v>
                </c:pt>
                <c:pt idx="94">
                  <c:v>299683</c:v>
                </c:pt>
                <c:pt idx="95">
                  <c:v>326064</c:v>
                </c:pt>
                <c:pt idx="96">
                  <c:v>320705</c:v>
                </c:pt>
                <c:pt idx="97">
                  <c:v>318781</c:v>
                </c:pt>
                <c:pt idx="98">
                  <c:v>324620</c:v>
                </c:pt>
                <c:pt idx="99">
                  <c:v>324683</c:v>
                </c:pt>
                <c:pt idx="100">
                  <c:v>324127</c:v>
                </c:pt>
                <c:pt idx="101">
                  <c:v>316805</c:v>
                </c:pt>
                <c:pt idx="102">
                  <c:v>220521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194-FE44-B83B-1B0ED3CA4F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/>
              <a:t>MX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dLbls>
            <c:dLbl>
              <c:idx val="103"/>
              <c:layout>
                <c:manualLayout>
                  <c:x val="-0.10757946210268959"/>
                  <c:y val="-2.9040304621013278E-2"/>
                </c:manualLayout>
              </c:layout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/>
                    </a:pPr>
                    <a:r>
                      <a:rPr lang="en-US" sz="1000" b="0" i="0" u="none" strike="noStrike" baseline="0" dirty="0">
                        <a:effectLst/>
                      </a:rPr>
                      <a:t>Mx claims High Restatement 9%</a:t>
                    </a:r>
                    <a:endParaRPr lang="en-US" sz="1000" dirty="0"/>
                  </a:p>
                </c:rich>
              </c:tx>
              <c:spPr>
                <a:solidFill>
                  <a:srgbClr val="AEB618">
                    <a:lumMod val="20000"/>
                    <a:lumOff val="80000"/>
                  </a:srgbClr>
                </a:solidFill>
                <a:ln>
                  <a:solidFill>
                    <a:srgbClr val="54565B">
                      <a:lumMod val="65000"/>
                      <a:lumOff val="35000"/>
                    </a:srgbClr>
                  </a:solidFill>
                </a:ln>
                <a:effectLst/>
                <a:scene3d>
                  <a:camera prst="orthographicFront"/>
                  <a:lightRig rig="threePt" dir="t"/>
                </a:scene3d>
                <a:sp3d>
                  <a:bevelT prst="relaxedInset"/>
                </a:sp3d>
              </c:sp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0.11494705735132739"/>
                      <c:h val="0.105563906784379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0-215D-8740-A22A-40F262EEE48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19417293</c:v>
                </c:pt>
                <c:pt idx="1">
                  <c:v>19920815</c:v>
                </c:pt>
                <c:pt idx="2">
                  <c:v>19596904</c:v>
                </c:pt>
                <c:pt idx="3">
                  <c:v>19897084</c:v>
                </c:pt>
                <c:pt idx="4">
                  <c:v>13849363</c:v>
                </c:pt>
                <c:pt idx="5">
                  <c:v>20611831</c:v>
                </c:pt>
                <c:pt idx="6">
                  <c:v>19727147</c:v>
                </c:pt>
                <c:pt idx="7">
                  <c:v>19485551</c:v>
                </c:pt>
                <c:pt idx="8">
                  <c:v>18074613</c:v>
                </c:pt>
                <c:pt idx="9">
                  <c:v>13613603</c:v>
                </c:pt>
                <c:pt idx="10">
                  <c:v>16720609</c:v>
                </c:pt>
                <c:pt idx="11">
                  <c:v>19148818</c:v>
                </c:pt>
                <c:pt idx="12">
                  <c:v>17021752</c:v>
                </c:pt>
                <c:pt idx="13">
                  <c:v>18736772</c:v>
                </c:pt>
                <c:pt idx="14">
                  <c:v>19114972</c:v>
                </c:pt>
                <c:pt idx="15">
                  <c:v>18319265</c:v>
                </c:pt>
                <c:pt idx="16">
                  <c:v>16455524</c:v>
                </c:pt>
                <c:pt idx="17">
                  <c:v>14814738</c:v>
                </c:pt>
                <c:pt idx="18">
                  <c:v>15750485</c:v>
                </c:pt>
                <c:pt idx="19">
                  <c:v>15590225</c:v>
                </c:pt>
                <c:pt idx="20">
                  <c:v>14950406</c:v>
                </c:pt>
                <c:pt idx="21">
                  <c:v>15154068</c:v>
                </c:pt>
                <c:pt idx="22">
                  <c:v>14711808</c:v>
                </c:pt>
                <c:pt idx="23">
                  <c:v>15855258</c:v>
                </c:pt>
                <c:pt idx="24">
                  <c:v>15483408</c:v>
                </c:pt>
                <c:pt idx="25">
                  <c:v>15783406</c:v>
                </c:pt>
                <c:pt idx="26">
                  <c:v>15642951</c:v>
                </c:pt>
                <c:pt idx="27">
                  <c:v>16532354</c:v>
                </c:pt>
                <c:pt idx="28">
                  <c:v>15781766</c:v>
                </c:pt>
                <c:pt idx="29">
                  <c:v>15714194</c:v>
                </c:pt>
                <c:pt idx="30">
                  <c:v>15458545</c:v>
                </c:pt>
                <c:pt idx="31">
                  <c:v>13963023</c:v>
                </c:pt>
                <c:pt idx="32">
                  <c:v>15949355</c:v>
                </c:pt>
                <c:pt idx="33">
                  <c:v>15482386</c:v>
                </c:pt>
                <c:pt idx="34">
                  <c:v>15132952</c:v>
                </c:pt>
                <c:pt idx="35">
                  <c:v>15421867</c:v>
                </c:pt>
                <c:pt idx="36">
                  <c:v>13180791</c:v>
                </c:pt>
                <c:pt idx="37">
                  <c:v>15648258</c:v>
                </c:pt>
                <c:pt idx="38">
                  <c:v>15288835</c:v>
                </c:pt>
                <c:pt idx="39">
                  <c:v>15201513</c:v>
                </c:pt>
                <c:pt idx="40">
                  <c:v>15832589</c:v>
                </c:pt>
                <c:pt idx="41">
                  <c:v>15402874</c:v>
                </c:pt>
                <c:pt idx="42">
                  <c:v>15500893</c:v>
                </c:pt>
                <c:pt idx="43">
                  <c:v>15610418</c:v>
                </c:pt>
                <c:pt idx="44">
                  <c:v>16104738</c:v>
                </c:pt>
                <c:pt idx="45">
                  <c:v>14160296</c:v>
                </c:pt>
                <c:pt idx="46">
                  <c:v>16142423</c:v>
                </c:pt>
                <c:pt idx="47">
                  <c:v>16246369</c:v>
                </c:pt>
                <c:pt idx="48">
                  <c:v>15863833</c:v>
                </c:pt>
                <c:pt idx="49">
                  <c:v>16963715</c:v>
                </c:pt>
                <c:pt idx="50">
                  <c:v>15741222</c:v>
                </c:pt>
                <c:pt idx="51">
                  <c:v>15923908</c:v>
                </c:pt>
                <c:pt idx="52">
                  <c:v>16163478</c:v>
                </c:pt>
                <c:pt idx="53">
                  <c:v>16652912</c:v>
                </c:pt>
                <c:pt idx="54">
                  <c:v>16436213</c:v>
                </c:pt>
                <c:pt idx="55">
                  <c:v>16374039</c:v>
                </c:pt>
                <c:pt idx="56">
                  <c:v>16537800</c:v>
                </c:pt>
                <c:pt idx="57">
                  <c:v>12000575</c:v>
                </c:pt>
                <c:pt idx="58">
                  <c:v>17025583</c:v>
                </c:pt>
                <c:pt idx="59">
                  <c:v>16341715</c:v>
                </c:pt>
                <c:pt idx="60">
                  <c:v>16323969</c:v>
                </c:pt>
                <c:pt idx="61">
                  <c:v>9994091</c:v>
                </c:pt>
                <c:pt idx="62">
                  <c:v>12966976</c:v>
                </c:pt>
                <c:pt idx="63">
                  <c:v>15831770</c:v>
                </c:pt>
                <c:pt idx="64">
                  <c:v>16632348</c:v>
                </c:pt>
                <c:pt idx="65">
                  <c:v>14882040</c:v>
                </c:pt>
                <c:pt idx="66">
                  <c:v>16965375</c:v>
                </c:pt>
                <c:pt idx="67">
                  <c:v>16624599</c:v>
                </c:pt>
                <c:pt idx="68">
                  <c:v>15942349</c:v>
                </c:pt>
                <c:pt idx="69">
                  <c:v>15268059</c:v>
                </c:pt>
                <c:pt idx="70">
                  <c:v>17097877</c:v>
                </c:pt>
                <c:pt idx="71">
                  <c:v>16639377</c:v>
                </c:pt>
                <c:pt idx="72">
                  <c:v>16333183</c:v>
                </c:pt>
                <c:pt idx="73">
                  <c:v>15948078</c:v>
                </c:pt>
                <c:pt idx="74">
                  <c:v>15820379</c:v>
                </c:pt>
                <c:pt idx="75">
                  <c:v>16812583</c:v>
                </c:pt>
                <c:pt idx="76">
                  <c:v>16340491</c:v>
                </c:pt>
                <c:pt idx="77">
                  <c:v>15799384</c:v>
                </c:pt>
                <c:pt idx="78">
                  <c:v>15998120</c:v>
                </c:pt>
                <c:pt idx="79">
                  <c:v>16738707</c:v>
                </c:pt>
                <c:pt idx="80">
                  <c:v>16242371</c:v>
                </c:pt>
                <c:pt idx="81">
                  <c:v>16099628</c:v>
                </c:pt>
                <c:pt idx="82">
                  <c:v>15935108</c:v>
                </c:pt>
                <c:pt idx="83">
                  <c:v>14368287</c:v>
                </c:pt>
                <c:pt idx="84">
                  <c:v>16244930</c:v>
                </c:pt>
                <c:pt idx="85">
                  <c:v>15823183</c:v>
                </c:pt>
                <c:pt idx="86">
                  <c:v>15501834</c:v>
                </c:pt>
                <c:pt idx="87">
                  <c:v>15516988</c:v>
                </c:pt>
                <c:pt idx="88">
                  <c:v>14230757</c:v>
                </c:pt>
                <c:pt idx="89">
                  <c:v>15953570</c:v>
                </c:pt>
                <c:pt idx="90">
                  <c:v>15763591</c:v>
                </c:pt>
                <c:pt idx="91">
                  <c:v>15513509</c:v>
                </c:pt>
                <c:pt idx="92">
                  <c:v>16063025</c:v>
                </c:pt>
                <c:pt idx="93">
                  <c:v>15711553</c:v>
                </c:pt>
                <c:pt idx="94">
                  <c:v>15601921</c:v>
                </c:pt>
                <c:pt idx="95">
                  <c:v>15491217</c:v>
                </c:pt>
                <c:pt idx="96">
                  <c:v>15568791</c:v>
                </c:pt>
                <c:pt idx="97">
                  <c:v>14063210</c:v>
                </c:pt>
                <c:pt idx="98">
                  <c:v>15424580</c:v>
                </c:pt>
                <c:pt idx="99">
                  <c:v>15079978</c:v>
                </c:pt>
                <c:pt idx="100">
                  <c:v>14502382</c:v>
                </c:pt>
                <c:pt idx="101">
                  <c:v>13232525</c:v>
                </c:pt>
                <c:pt idx="102">
                  <c:v>11186647</c:v>
                </c:pt>
                <c:pt idx="103">
                  <c:v>8926246</c:v>
                </c:pt>
                <c:pt idx="104">
                  <c:v>5864582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C4-EC46-B6F7-C1D8CE7E4B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Sheet1!$C$2:$C$105</c:f>
              <c:numCache>
                <c:formatCode>General</c:formatCode>
                <c:ptCount val="104"/>
                <c:pt idx="0">
                  <c:v>19393091</c:v>
                </c:pt>
                <c:pt idx="1">
                  <c:v>19895907</c:v>
                </c:pt>
                <c:pt idx="2">
                  <c:v>19572300</c:v>
                </c:pt>
                <c:pt idx="3">
                  <c:v>19872255</c:v>
                </c:pt>
                <c:pt idx="4">
                  <c:v>13832659</c:v>
                </c:pt>
                <c:pt idx="5">
                  <c:v>20585700</c:v>
                </c:pt>
                <c:pt idx="6">
                  <c:v>19701842</c:v>
                </c:pt>
                <c:pt idx="7">
                  <c:v>19460819</c:v>
                </c:pt>
                <c:pt idx="8">
                  <c:v>18051967</c:v>
                </c:pt>
                <c:pt idx="9">
                  <c:v>13597512</c:v>
                </c:pt>
                <c:pt idx="10">
                  <c:v>16699924</c:v>
                </c:pt>
                <c:pt idx="11">
                  <c:v>19125190</c:v>
                </c:pt>
                <c:pt idx="12">
                  <c:v>17000663</c:v>
                </c:pt>
                <c:pt idx="13">
                  <c:v>18713878</c:v>
                </c:pt>
                <c:pt idx="14">
                  <c:v>19089792</c:v>
                </c:pt>
                <c:pt idx="15">
                  <c:v>18294949</c:v>
                </c:pt>
                <c:pt idx="16">
                  <c:v>16434119</c:v>
                </c:pt>
                <c:pt idx="17">
                  <c:v>14795922</c:v>
                </c:pt>
                <c:pt idx="18">
                  <c:v>15730086</c:v>
                </c:pt>
                <c:pt idx="19">
                  <c:v>15568728</c:v>
                </c:pt>
                <c:pt idx="20">
                  <c:v>14930491</c:v>
                </c:pt>
                <c:pt idx="21">
                  <c:v>15133779</c:v>
                </c:pt>
                <c:pt idx="22">
                  <c:v>14692416</c:v>
                </c:pt>
                <c:pt idx="23">
                  <c:v>15834586</c:v>
                </c:pt>
                <c:pt idx="24">
                  <c:v>15462863</c:v>
                </c:pt>
                <c:pt idx="25">
                  <c:v>15762107</c:v>
                </c:pt>
                <c:pt idx="26">
                  <c:v>15621759</c:v>
                </c:pt>
                <c:pt idx="27">
                  <c:v>16510900</c:v>
                </c:pt>
                <c:pt idx="28">
                  <c:v>15761493</c:v>
                </c:pt>
                <c:pt idx="29">
                  <c:v>15692104</c:v>
                </c:pt>
                <c:pt idx="30">
                  <c:v>15437570</c:v>
                </c:pt>
                <c:pt idx="31">
                  <c:v>13944225</c:v>
                </c:pt>
                <c:pt idx="32">
                  <c:v>15928788</c:v>
                </c:pt>
                <c:pt idx="33">
                  <c:v>15461115</c:v>
                </c:pt>
                <c:pt idx="34">
                  <c:v>15111873</c:v>
                </c:pt>
                <c:pt idx="35">
                  <c:v>15400357</c:v>
                </c:pt>
                <c:pt idx="36">
                  <c:v>13163495</c:v>
                </c:pt>
                <c:pt idx="37">
                  <c:v>15627136</c:v>
                </c:pt>
                <c:pt idx="38">
                  <c:v>15266614</c:v>
                </c:pt>
                <c:pt idx="39">
                  <c:v>15179756</c:v>
                </c:pt>
                <c:pt idx="40">
                  <c:v>15809827</c:v>
                </c:pt>
                <c:pt idx="41">
                  <c:v>15381699</c:v>
                </c:pt>
                <c:pt idx="42">
                  <c:v>15479058</c:v>
                </c:pt>
                <c:pt idx="43">
                  <c:v>15588007</c:v>
                </c:pt>
                <c:pt idx="44">
                  <c:v>16081827</c:v>
                </c:pt>
                <c:pt idx="45">
                  <c:v>14140404</c:v>
                </c:pt>
                <c:pt idx="46">
                  <c:v>16118693</c:v>
                </c:pt>
                <c:pt idx="47">
                  <c:v>16222553</c:v>
                </c:pt>
                <c:pt idx="48">
                  <c:v>15840876</c:v>
                </c:pt>
                <c:pt idx="49">
                  <c:v>16937835</c:v>
                </c:pt>
                <c:pt idx="50">
                  <c:v>15717501</c:v>
                </c:pt>
                <c:pt idx="51">
                  <c:v>15900102</c:v>
                </c:pt>
                <c:pt idx="52">
                  <c:v>16139244</c:v>
                </c:pt>
                <c:pt idx="53">
                  <c:v>16628553</c:v>
                </c:pt>
                <c:pt idx="54">
                  <c:v>16412251</c:v>
                </c:pt>
                <c:pt idx="55">
                  <c:v>16349300</c:v>
                </c:pt>
                <c:pt idx="56">
                  <c:v>16513307</c:v>
                </c:pt>
                <c:pt idx="57">
                  <c:v>11982910</c:v>
                </c:pt>
                <c:pt idx="58">
                  <c:v>17000118</c:v>
                </c:pt>
                <c:pt idx="59">
                  <c:v>16315891</c:v>
                </c:pt>
                <c:pt idx="60">
                  <c:v>16299101</c:v>
                </c:pt>
                <c:pt idx="61">
                  <c:v>9979031</c:v>
                </c:pt>
                <c:pt idx="62">
                  <c:v>12947240</c:v>
                </c:pt>
                <c:pt idx="63">
                  <c:v>15806369</c:v>
                </c:pt>
                <c:pt idx="64">
                  <c:v>16605694</c:v>
                </c:pt>
                <c:pt idx="65">
                  <c:v>14858395</c:v>
                </c:pt>
                <c:pt idx="66">
                  <c:v>16937105</c:v>
                </c:pt>
                <c:pt idx="67">
                  <c:v>16597220</c:v>
                </c:pt>
                <c:pt idx="68">
                  <c:v>15915836</c:v>
                </c:pt>
                <c:pt idx="69">
                  <c:v>15241984</c:v>
                </c:pt>
                <c:pt idx="70">
                  <c:v>17068099</c:v>
                </c:pt>
                <c:pt idx="71">
                  <c:v>16610717</c:v>
                </c:pt>
                <c:pt idx="72">
                  <c:v>16304269</c:v>
                </c:pt>
                <c:pt idx="73">
                  <c:v>15919619</c:v>
                </c:pt>
                <c:pt idx="74">
                  <c:v>15792174</c:v>
                </c:pt>
                <c:pt idx="75">
                  <c:v>16783479</c:v>
                </c:pt>
                <c:pt idx="76">
                  <c:v>16310470</c:v>
                </c:pt>
                <c:pt idx="77">
                  <c:v>15769069</c:v>
                </c:pt>
                <c:pt idx="78">
                  <c:v>15967966</c:v>
                </c:pt>
                <c:pt idx="79">
                  <c:v>16707833</c:v>
                </c:pt>
                <c:pt idx="80">
                  <c:v>16210539</c:v>
                </c:pt>
                <c:pt idx="81">
                  <c:v>16068768</c:v>
                </c:pt>
                <c:pt idx="82">
                  <c:v>15904741</c:v>
                </c:pt>
                <c:pt idx="83">
                  <c:v>14340080</c:v>
                </c:pt>
                <c:pt idx="84">
                  <c:v>16212120</c:v>
                </c:pt>
                <c:pt idx="85">
                  <c:v>15790944</c:v>
                </c:pt>
                <c:pt idx="86">
                  <c:v>15469720</c:v>
                </c:pt>
                <c:pt idx="87">
                  <c:v>15483218</c:v>
                </c:pt>
                <c:pt idx="88">
                  <c:v>14200047</c:v>
                </c:pt>
                <c:pt idx="89">
                  <c:v>15917632</c:v>
                </c:pt>
                <c:pt idx="90">
                  <c:v>15728301</c:v>
                </c:pt>
                <c:pt idx="91">
                  <c:v>15463323</c:v>
                </c:pt>
                <c:pt idx="92">
                  <c:v>15960581</c:v>
                </c:pt>
                <c:pt idx="93">
                  <c:v>15593193</c:v>
                </c:pt>
                <c:pt idx="94">
                  <c:v>15467032</c:v>
                </c:pt>
                <c:pt idx="95">
                  <c:v>15337116</c:v>
                </c:pt>
                <c:pt idx="96">
                  <c:v>15383891</c:v>
                </c:pt>
                <c:pt idx="97">
                  <c:v>13783696</c:v>
                </c:pt>
                <c:pt idx="98">
                  <c:v>15079213</c:v>
                </c:pt>
                <c:pt idx="99">
                  <c:v>14610886</c:v>
                </c:pt>
                <c:pt idx="100">
                  <c:v>13770491</c:v>
                </c:pt>
                <c:pt idx="101">
                  <c:v>12105084</c:v>
                </c:pt>
                <c:pt idx="102">
                  <c:v>9109277</c:v>
                </c:pt>
                <c:pt idx="103">
                  <c:v>5591525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C4-EC46-B6F7-C1D8CE7E4BE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dLbls>
            <c:dLbl>
              <c:idx val="18"/>
              <c:layout>
                <c:manualLayout>
                  <c:x val="3.0562347188264061E-3"/>
                  <c:y val="-0.11868686868686866"/>
                </c:manualLayout>
              </c:layout>
              <c:tx>
                <c:rich>
                  <a:bodyPr wrap="square" lIns="38100" tIns="19050" rIns="38100" bIns="1905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800" b="0" i="0" u="none" strike="noStrike" kern="1200" baseline="0">
                        <a:solidFill>
                          <a:srgbClr val="54565B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000" b="0" i="0" u="none" strike="noStrike" kern="1200" baseline="0" dirty="0">
                        <a:solidFill>
                          <a:srgbClr val="54565B"/>
                        </a:solidFill>
                        <a:effectLst/>
                      </a:rPr>
                      <a:t>Cyber security event (</a:t>
                    </a:r>
                    <a:r>
                      <a:rPr lang="en-US" sz="1000" b="0" i="0" u="none" strike="noStrike" kern="1200" baseline="0" dirty="0" err="1">
                        <a:solidFill>
                          <a:srgbClr val="54565B"/>
                        </a:solidFill>
                        <a:effectLst/>
                      </a:rPr>
                      <a:t>feb</a:t>
                    </a:r>
                    <a:r>
                      <a:rPr lang="en-US" sz="1000" b="0" i="0" u="none" strike="noStrike" kern="1200" baseline="0" dirty="0">
                        <a:solidFill>
                          <a:srgbClr val="54565B"/>
                        </a:solidFill>
                        <a:effectLst/>
                      </a:rPr>
                      <a:t> 24) </a:t>
                    </a:r>
                    <a:endParaRPr lang="en-US" sz="1000" b="0" i="0" u="none" strike="noStrike" kern="1200" baseline="0" dirty="0">
                      <a:solidFill>
                        <a:srgbClr val="54565B"/>
                      </a:solidFill>
                    </a:endParaRPr>
                  </a:p>
                </c:rich>
              </c:tx>
              <c:spPr>
                <a:solidFill>
                  <a:srgbClr val="AEB618">
                    <a:lumMod val="20000"/>
                    <a:lumOff val="80000"/>
                  </a:srgbClr>
                </a:solidFill>
                <a:ln>
                  <a:solidFill>
                    <a:srgbClr val="54565B">
                      <a:lumMod val="65000"/>
                      <a:lumOff val="35000"/>
                    </a:srgbClr>
                  </a:solidFill>
                </a:ln>
                <a:effectLst/>
                <a:scene3d>
                  <a:camera prst="orthographicFront"/>
                  <a:lightRig rig="threePt" dir="t"/>
                </a:scene3d>
                <a:sp3d>
                  <a:bevelT prst="relaxedInset"/>
                </a:sp3d>
              </c:sp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0.12163746799376239"/>
                      <c:h val="0.1026047880378589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2-215D-8740-A22A-40F262EEE487}"/>
                </c:ext>
              </c:extLst>
            </c:dLbl>
            <c:dLbl>
              <c:idx val="19"/>
              <c:spPr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rgbClr val="54565B">
                      <a:lumMod val="65000"/>
                      <a:lumOff val="35000"/>
                    </a:srgbClr>
                  </a:solidFill>
                </a:ln>
                <a:effectLst/>
                <a:scene3d>
                  <a:camera prst="orthographicFront"/>
                  <a:lightRig rig="threePt" dir="t"/>
                </a:scene3d>
                <a:sp3d>
                  <a:bevelT prst="relaxedInset"/>
                </a:sp3d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215D-8740-A22A-40F262EEE487}"/>
                </c:ext>
              </c:extLst>
            </c:dLbl>
            <c:spPr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prst="relaxedInset"/>
              </a:sp3d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Sheet1!$D$2:$D$104</c:f>
              <c:numCache>
                <c:formatCode>General</c:formatCode>
                <c:ptCount val="103"/>
                <c:pt idx="0">
                  <c:v>19368488</c:v>
                </c:pt>
                <c:pt idx="1">
                  <c:v>19869882</c:v>
                </c:pt>
                <c:pt idx="2">
                  <c:v>19546460</c:v>
                </c:pt>
                <c:pt idx="3">
                  <c:v>19845691</c:v>
                </c:pt>
                <c:pt idx="4">
                  <c:v>13814934</c:v>
                </c:pt>
                <c:pt idx="5">
                  <c:v>20558596</c:v>
                </c:pt>
                <c:pt idx="6">
                  <c:v>19673861</c:v>
                </c:pt>
                <c:pt idx="7">
                  <c:v>19434229</c:v>
                </c:pt>
                <c:pt idx="8">
                  <c:v>18028132</c:v>
                </c:pt>
                <c:pt idx="9">
                  <c:v>13580428</c:v>
                </c:pt>
                <c:pt idx="10">
                  <c:v>16677075</c:v>
                </c:pt>
                <c:pt idx="11">
                  <c:v>19099643</c:v>
                </c:pt>
                <c:pt idx="12">
                  <c:v>16978475</c:v>
                </c:pt>
                <c:pt idx="13">
                  <c:v>18688794</c:v>
                </c:pt>
                <c:pt idx="14">
                  <c:v>19064085</c:v>
                </c:pt>
                <c:pt idx="15">
                  <c:v>18268360</c:v>
                </c:pt>
                <c:pt idx="16">
                  <c:v>16411192</c:v>
                </c:pt>
                <c:pt idx="17">
                  <c:v>14775439</c:v>
                </c:pt>
                <c:pt idx="18">
                  <c:v>15706872</c:v>
                </c:pt>
                <c:pt idx="19">
                  <c:v>15545552</c:v>
                </c:pt>
                <c:pt idx="20">
                  <c:v>14907759</c:v>
                </c:pt>
                <c:pt idx="21">
                  <c:v>15112187</c:v>
                </c:pt>
                <c:pt idx="22">
                  <c:v>14670676</c:v>
                </c:pt>
                <c:pt idx="23">
                  <c:v>15811445</c:v>
                </c:pt>
                <c:pt idx="24">
                  <c:v>15441479</c:v>
                </c:pt>
                <c:pt idx="25">
                  <c:v>15739665</c:v>
                </c:pt>
                <c:pt idx="26">
                  <c:v>15599247</c:v>
                </c:pt>
                <c:pt idx="27">
                  <c:v>16487213</c:v>
                </c:pt>
                <c:pt idx="28">
                  <c:v>15738572</c:v>
                </c:pt>
                <c:pt idx="29">
                  <c:v>15669186</c:v>
                </c:pt>
                <c:pt idx="30">
                  <c:v>15415519</c:v>
                </c:pt>
                <c:pt idx="31">
                  <c:v>13924611</c:v>
                </c:pt>
                <c:pt idx="32">
                  <c:v>15905345</c:v>
                </c:pt>
                <c:pt idx="33">
                  <c:v>15437797</c:v>
                </c:pt>
                <c:pt idx="34">
                  <c:v>15089567</c:v>
                </c:pt>
                <c:pt idx="35">
                  <c:v>15378690</c:v>
                </c:pt>
                <c:pt idx="36">
                  <c:v>13145519</c:v>
                </c:pt>
                <c:pt idx="37">
                  <c:v>15603536</c:v>
                </c:pt>
                <c:pt idx="38">
                  <c:v>15243966</c:v>
                </c:pt>
                <c:pt idx="39">
                  <c:v>15157501</c:v>
                </c:pt>
                <c:pt idx="40">
                  <c:v>15786534</c:v>
                </c:pt>
                <c:pt idx="41">
                  <c:v>15358657</c:v>
                </c:pt>
                <c:pt idx="42">
                  <c:v>15455695</c:v>
                </c:pt>
                <c:pt idx="43">
                  <c:v>15564344</c:v>
                </c:pt>
                <c:pt idx="44">
                  <c:v>16058562</c:v>
                </c:pt>
                <c:pt idx="45">
                  <c:v>14119445</c:v>
                </c:pt>
                <c:pt idx="46">
                  <c:v>16093676</c:v>
                </c:pt>
                <c:pt idx="47">
                  <c:v>16197513</c:v>
                </c:pt>
                <c:pt idx="48">
                  <c:v>15817151</c:v>
                </c:pt>
                <c:pt idx="49">
                  <c:v>16912532</c:v>
                </c:pt>
                <c:pt idx="50">
                  <c:v>15692992</c:v>
                </c:pt>
                <c:pt idx="51">
                  <c:v>15874896</c:v>
                </c:pt>
                <c:pt idx="52">
                  <c:v>16113125</c:v>
                </c:pt>
                <c:pt idx="53">
                  <c:v>16602287</c:v>
                </c:pt>
                <c:pt idx="54">
                  <c:v>16385544</c:v>
                </c:pt>
                <c:pt idx="55">
                  <c:v>16323083</c:v>
                </c:pt>
                <c:pt idx="56">
                  <c:v>16487224</c:v>
                </c:pt>
                <c:pt idx="57">
                  <c:v>11964185</c:v>
                </c:pt>
                <c:pt idx="58">
                  <c:v>16972726</c:v>
                </c:pt>
                <c:pt idx="59">
                  <c:v>16289787</c:v>
                </c:pt>
                <c:pt idx="60">
                  <c:v>16273076</c:v>
                </c:pt>
                <c:pt idx="61">
                  <c:v>9963561</c:v>
                </c:pt>
                <c:pt idx="62">
                  <c:v>12927184</c:v>
                </c:pt>
                <c:pt idx="63">
                  <c:v>15780404</c:v>
                </c:pt>
                <c:pt idx="64">
                  <c:v>16577476</c:v>
                </c:pt>
                <c:pt idx="65">
                  <c:v>14833469</c:v>
                </c:pt>
                <c:pt idx="66">
                  <c:v>16908858</c:v>
                </c:pt>
                <c:pt idx="67">
                  <c:v>16568476</c:v>
                </c:pt>
                <c:pt idx="68">
                  <c:v>15888489</c:v>
                </c:pt>
                <c:pt idx="69">
                  <c:v>15215868</c:v>
                </c:pt>
                <c:pt idx="70">
                  <c:v>17039490</c:v>
                </c:pt>
                <c:pt idx="71">
                  <c:v>16580418</c:v>
                </c:pt>
                <c:pt idx="72">
                  <c:v>16275425</c:v>
                </c:pt>
                <c:pt idx="73">
                  <c:v>15890636</c:v>
                </c:pt>
                <c:pt idx="74">
                  <c:v>15763274</c:v>
                </c:pt>
                <c:pt idx="75">
                  <c:v>16751620</c:v>
                </c:pt>
                <c:pt idx="76">
                  <c:v>16280724</c:v>
                </c:pt>
                <c:pt idx="77">
                  <c:v>15738359</c:v>
                </c:pt>
                <c:pt idx="78">
                  <c:v>15937225</c:v>
                </c:pt>
                <c:pt idx="79">
                  <c:v>16675599</c:v>
                </c:pt>
                <c:pt idx="80">
                  <c:v>16178623</c:v>
                </c:pt>
                <c:pt idx="81">
                  <c:v>16036865</c:v>
                </c:pt>
                <c:pt idx="82">
                  <c:v>15872442</c:v>
                </c:pt>
                <c:pt idx="83">
                  <c:v>14309450</c:v>
                </c:pt>
                <c:pt idx="84">
                  <c:v>16177227</c:v>
                </c:pt>
                <c:pt idx="85">
                  <c:v>15755477</c:v>
                </c:pt>
                <c:pt idx="86">
                  <c:v>15435036</c:v>
                </c:pt>
                <c:pt idx="87">
                  <c:v>15448087</c:v>
                </c:pt>
                <c:pt idx="88">
                  <c:v>14167200</c:v>
                </c:pt>
                <c:pt idx="89">
                  <c:v>15877951</c:v>
                </c:pt>
                <c:pt idx="90">
                  <c:v>15673388</c:v>
                </c:pt>
                <c:pt idx="91">
                  <c:v>15360836</c:v>
                </c:pt>
                <c:pt idx="92">
                  <c:v>15838925</c:v>
                </c:pt>
                <c:pt idx="93">
                  <c:v>15450201</c:v>
                </c:pt>
                <c:pt idx="94">
                  <c:v>15303598</c:v>
                </c:pt>
                <c:pt idx="95">
                  <c:v>15154251</c:v>
                </c:pt>
                <c:pt idx="96">
                  <c:v>15152084</c:v>
                </c:pt>
                <c:pt idx="97">
                  <c:v>13150196</c:v>
                </c:pt>
                <c:pt idx="98">
                  <c:v>14281539</c:v>
                </c:pt>
                <c:pt idx="99">
                  <c:v>13576048</c:v>
                </c:pt>
                <c:pt idx="100">
                  <c:v>12399051</c:v>
                </c:pt>
                <c:pt idx="101">
                  <c:v>9877797</c:v>
                </c:pt>
                <c:pt idx="102">
                  <c:v>5855467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DC4-EC46-B6F7-C1D8CE7E4B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/>
              <a:t>ADCs MX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4245</c:v>
                </c:pt>
                <c:pt idx="1">
                  <c:v>4451</c:v>
                </c:pt>
                <c:pt idx="2">
                  <c:v>4343</c:v>
                </c:pt>
                <c:pt idx="3">
                  <c:v>4598</c:v>
                </c:pt>
                <c:pt idx="4">
                  <c:v>3060</c:v>
                </c:pt>
                <c:pt idx="5">
                  <c:v>5231</c:v>
                </c:pt>
                <c:pt idx="6">
                  <c:v>4783</c:v>
                </c:pt>
                <c:pt idx="7">
                  <c:v>3625</c:v>
                </c:pt>
                <c:pt idx="8">
                  <c:v>4334</c:v>
                </c:pt>
                <c:pt idx="9">
                  <c:v>4153</c:v>
                </c:pt>
                <c:pt idx="10">
                  <c:v>4150</c:v>
                </c:pt>
                <c:pt idx="11">
                  <c:v>4972</c:v>
                </c:pt>
                <c:pt idx="12">
                  <c:v>4021</c:v>
                </c:pt>
                <c:pt idx="13">
                  <c:v>3988</c:v>
                </c:pt>
                <c:pt idx="14">
                  <c:v>4743</c:v>
                </c:pt>
                <c:pt idx="15">
                  <c:v>4174</c:v>
                </c:pt>
                <c:pt idx="16">
                  <c:v>3666</c:v>
                </c:pt>
                <c:pt idx="17">
                  <c:v>3667</c:v>
                </c:pt>
                <c:pt idx="18">
                  <c:v>3500</c:v>
                </c:pt>
                <c:pt idx="19">
                  <c:v>3575</c:v>
                </c:pt>
                <c:pt idx="20">
                  <c:v>3829</c:v>
                </c:pt>
                <c:pt idx="21">
                  <c:v>3513</c:v>
                </c:pt>
                <c:pt idx="22">
                  <c:v>3144</c:v>
                </c:pt>
                <c:pt idx="23">
                  <c:v>4096</c:v>
                </c:pt>
                <c:pt idx="24">
                  <c:v>4110</c:v>
                </c:pt>
                <c:pt idx="25">
                  <c:v>3555</c:v>
                </c:pt>
                <c:pt idx="26">
                  <c:v>3802</c:v>
                </c:pt>
                <c:pt idx="27">
                  <c:v>4041</c:v>
                </c:pt>
                <c:pt idx="28">
                  <c:v>3842</c:v>
                </c:pt>
                <c:pt idx="29">
                  <c:v>4048</c:v>
                </c:pt>
                <c:pt idx="30">
                  <c:v>3759</c:v>
                </c:pt>
                <c:pt idx="31">
                  <c:v>3398</c:v>
                </c:pt>
                <c:pt idx="32">
                  <c:v>4263</c:v>
                </c:pt>
                <c:pt idx="33">
                  <c:v>3932</c:v>
                </c:pt>
                <c:pt idx="34">
                  <c:v>3422</c:v>
                </c:pt>
                <c:pt idx="35">
                  <c:v>3916</c:v>
                </c:pt>
                <c:pt idx="36">
                  <c:v>3632</c:v>
                </c:pt>
                <c:pt idx="37">
                  <c:v>4011</c:v>
                </c:pt>
                <c:pt idx="38">
                  <c:v>4082</c:v>
                </c:pt>
                <c:pt idx="39">
                  <c:v>3671</c:v>
                </c:pt>
                <c:pt idx="40">
                  <c:v>3934</c:v>
                </c:pt>
                <c:pt idx="41">
                  <c:v>4181</c:v>
                </c:pt>
                <c:pt idx="42">
                  <c:v>3828</c:v>
                </c:pt>
                <c:pt idx="43">
                  <c:v>3960</c:v>
                </c:pt>
                <c:pt idx="44">
                  <c:v>3994</c:v>
                </c:pt>
                <c:pt idx="45">
                  <c:v>3945</c:v>
                </c:pt>
                <c:pt idx="46">
                  <c:v>4232</c:v>
                </c:pt>
                <c:pt idx="47">
                  <c:v>4146</c:v>
                </c:pt>
                <c:pt idx="48">
                  <c:v>3778</c:v>
                </c:pt>
                <c:pt idx="49">
                  <c:v>4386</c:v>
                </c:pt>
                <c:pt idx="50">
                  <c:v>4062</c:v>
                </c:pt>
                <c:pt idx="51">
                  <c:v>4014</c:v>
                </c:pt>
                <c:pt idx="52">
                  <c:v>4218</c:v>
                </c:pt>
                <c:pt idx="53">
                  <c:v>4251</c:v>
                </c:pt>
                <c:pt idx="54">
                  <c:v>4199</c:v>
                </c:pt>
                <c:pt idx="55">
                  <c:v>4507</c:v>
                </c:pt>
                <c:pt idx="56">
                  <c:v>4345</c:v>
                </c:pt>
                <c:pt idx="57">
                  <c:v>2719</c:v>
                </c:pt>
                <c:pt idx="58">
                  <c:v>5267</c:v>
                </c:pt>
                <c:pt idx="59">
                  <c:v>4498</c:v>
                </c:pt>
                <c:pt idx="60">
                  <c:v>3468</c:v>
                </c:pt>
                <c:pt idx="61">
                  <c:v>3447</c:v>
                </c:pt>
                <c:pt idx="62">
                  <c:v>4464</c:v>
                </c:pt>
                <c:pt idx="63">
                  <c:v>4264</c:v>
                </c:pt>
                <c:pt idx="64">
                  <c:v>4158</c:v>
                </c:pt>
                <c:pt idx="65">
                  <c:v>4007</c:v>
                </c:pt>
                <c:pt idx="66">
                  <c:v>4212</c:v>
                </c:pt>
                <c:pt idx="67">
                  <c:v>4384</c:v>
                </c:pt>
                <c:pt idx="68">
                  <c:v>4207</c:v>
                </c:pt>
                <c:pt idx="69">
                  <c:v>4043</c:v>
                </c:pt>
                <c:pt idx="70">
                  <c:v>4353</c:v>
                </c:pt>
                <c:pt idx="71">
                  <c:v>4456</c:v>
                </c:pt>
                <c:pt idx="72">
                  <c:v>4282</c:v>
                </c:pt>
                <c:pt idx="73">
                  <c:v>4444</c:v>
                </c:pt>
                <c:pt idx="74">
                  <c:v>4155</c:v>
                </c:pt>
                <c:pt idx="75">
                  <c:v>4410</c:v>
                </c:pt>
                <c:pt idx="76">
                  <c:v>4489</c:v>
                </c:pt>
                <c:pt idx="77">
                  <c:v>4198</c:v>
                </c:pt>
                <c:pt idx="78">
                  <c:v>4239</c:v>
                </c:pt>
                <c:pt idx="79">
                  <c:v>4342</c:v>
                </c:pt>
                <c:pt idx="80">
                  <c:v>4421</c:v>
                </c:pt>
                <c:pt idx="81">
                  <c:v>4441</c:v>
                </c:pt>
                <c:pt idx="82">
                  <c:v>4488</c:v>
                </c:pt>
                <c:pt idx="83">
                  <c:v>4089</c:v>
                </c:pt>
                <c:pt idx="84">
                  <c:v>4773</c:v>
                </c:pt>
                <c:pt idx="85">
                  <c:v>4375</c:v>
                </c:pt>
                <c:pt idx="86">
                  <c:v>4237</c:v>
                </c:pt>
                <c:pt idx="87">
                  <c:v>4626</c:v>
                </c:pt>
                <c:pt idx="88">
                  <c:v>4035</c:v>
                </c:pt>
                <c:pt idx="89">
                  <c:v>4804</c:v>
                </c:pt>
                <c:pt idx="90">
                  <c:v>4759</c:v>
                </c:pt>
                <c:pt idx="91">
                  <c:v>4230</c:v>
                </c:pt>
                <c:pt idx="92">
                  <c:v>4671</c:v>
                </c:pt>
                <c:pt idx="93">
                  <c:v>4796</c:v>
                </c:pt>
                <c:pt idx="94">
                  <c:v>4439</c:v>
                </c:pt>
                <c:pt idx="95">
                  <c:v>4665</c:v>
                </c:pt>
                <c:pt idx="96">
                  <c:v>4788</c:v>
                </c:pt>
                <c:pt idx="97">
                  <c:v>4280</c:v>
                </c:pt>
                <c:pt idx="98">
                  <c:v>4775</c:v>
                </c:pt>
                <c:pt idx="99">
                  <c:v>4755</c:v>
                </c:pt>
                <c:pt idx="100">
                  <c:v>4147</c:v>
                </c:pt>
                <c:pt idx="101">
                  <c:v>3595</c:v>
                </c:pt>
                <c:pt idx="102">
                  <c:v>2380</c:v>
                </c:pt>
                <c:pt idx="103">
                  <c:v>1466</c:v>
                </c:pt>
                <c:pt idx="104">
                  <c:v>900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71-124A-AF70-DAF258EEFB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Sheet1!$C$2:$C$105</c:f>
              <c:numCache>
                <c:formatCode>General</c:formatCode>
                <c:ptCount val="104"/>
                <c:pt idx="0">
                  <c:v>4245</c:v>
                </c:pt>
                <c:pt idx="1">
                  <c:v>4451</c:v>
                </c:pt>
                <c:pt idx="2">
                  <c:v>4343</c:v>
                </c:pt>
                <c:pt idx="3">
                  <c:v>4598</c:v>
                </c:pt>
                <c:pt idx="4">
                  <c:v>3060</c:v>
                </c:pt>
                <c:pt idx="5">
                  <c:v>5231</c:v>
                </c:pt>
                <c:pt idx="6">
                  <c:v>4783</c:v>
                </c:pt>
                <c:pt idx="7">
                  <c:v>3625</c:v>
                </c:pt>
                <c:pt idx="8">
                  <c:v>4334</c:v>
                </c:pt>
                <c:pt idx="9">
                  <c:v>4153</c:v>
                </c:pt>
                <c:pt idx="10">
                  <c:v>4150</c:v>
                </c:pt>
                <c:pt idx="11">
                  <c:v>4972</c:v>
                </c:pt>
                <c:pt idx="12">
                  <c:v>4021</c:v>
                </c:pt>
                <c:pt idx="13">
                  <c:v>3988</c:v>
                </c:pt>
                <c:pt idx="14">
                  <c:v>4743</c:v>
                </c:pt>
                <c:pt idx="15">
                  <c:v>4174</c:v>
                </c:pt>
                <c:pt idx="16">
                  <c:v>3666</c:v>
                </c:pt>
                <c:pt idx="17">
                  <c:v>3667</c:v>
                </c:pt>
                <c:pt idx="18">
                  <c:v>3500</c:v>
                </c:pt>
                <c:pt idx="19">
                  <c:v>3575</c:v>
                </c:pt>
                <c:pt idx="20">
                  <c:v>3829</c:v>
                </c:pt>
                <c:pt idx="21">
                  <c:v>3513</c:v>
                </c:pt>
                <c:pt idx="22">
                  <c:v>3144</c:v>
                </c:pt>
                <c:pt idx="23">
                  <c:v>4096</c:v>
                </c:pt>
                <c:pt idx="24">
                  <c:v>4110</c:v>
                </c:pt>
                <c:pt idx="25">
                  <c:v>3555</c:v>
                </c:pt>
                <c:pt idx="26">
                  <c:v>3802</c:v>
                </c:pt>
                <c:pt idx="27">
                  <c:v>4041</c:v>
                </c:pt>
                <c:pt idx="28">
                  <c:v>3842</c:v>
                </c:pt>
                <c:pt idx="29">
                  <c:v>4048</c:v>
                </c:pt>
                <c:pt idx="30">
                  <c:v>3759</c:v>
                </c:pt>
                <c:pt idx="31">
                  <c:v>3398</c:v>
                </c:pt>
                <c:pt idx="32">
                  <c:v>4263</c:v>
                </c:pt>
                <c:pt idx="33">
                  <c:v>3932</c:v>
                </c:pt>
                <c:pt idx="34">
                  <c:v>3422</c:v>
                </c:pt>
                <c:pt idx="35">
                  <c:v>3916</c:v>
                </c:pt>
                <c:pt idx="36">
                  <c:v>3632</c:v>
                </c:pt>
                <c:pt idx="37">
                  <c:v>4011</c:v>
                </c:pt>
                <c:pt idx="38">
                  <c:v>4082</c:v>
                </c:pt>
                <c:pt idx="39">
                  <c:v>3671</c:v>
                </c:pt>
                <c:pt idx="40">
                  <c:v>3934</c:v>
                </c:pt>
                <c:pt idx="41">
                  <c:v>4181</c:v>
                </c:pt>
                <c:pt idx="42">
                  <c:v>3828</c:v>
                </c:pt>
                <c:pt idx="43">
                  <c:v>3960</c:v>
                </c:pt>
                <c:pt idx="44">
                  <c:v>3994</c:v>
                </c:pt>
                <c:pt idx="45">
                  <c:v>3945</c:v>
                </c:pt>
                <c:pt idx="46">
                  <c:v>4232</c:v>
                </c:pt>
                <c:pt idx="47">
                  <c:v>4146</c:v>
                </c:pt>
                <c:pt idx="48">
                  <c:v>3778</c:v>
                </c:pt>
                <c:pt idx="49">
                  <c:v>4386</c:v>
                </c:pt>
                <c:pt idx="50">
                  <c:v>4062</c:v>
                </c:pt>
                <c:pt idx="51">
                  <c:v>4014</c:v>
                </c:pt>
                <c:pt idx="52">
                  <c:v>4218</c:v>
                </c:pt>
                <c:pt idx="53">
                  <c:v>4251</c:v>
                </c:pt>
                <c:pt idx="54">
                  <c:v>4199</c:v>
                </c:pt>
                <c:pt idx="55">
                  <c:v>4507</c:v>
                </c:pt>
                <c:pt idx="56">
                  <c:v>4345</c:v>
                </c:pt>
                <c:pt idx="57">
                  <c:v>2719</c:v>
                </c:pt>
                <c:pt idx="58">
                  <c:v>5267</c:v>
                </c:pt>
                <c:pt idx="59">
                  <c:v>4498</c:v>
                </c:pt>
                <c:pt idx="60">
                  <c:v>3468</c:v>
                </c:pt>
                <c:pt idx="61">
                  <c:v>3447</c:v>
                </c:pt>
                <c:pt idx="62">
                  <c:v>4464</c:v>
                </c:pt>
                <c:pt idx="63">
                  <c:v>4264</c:v>
                </c:pt>
                <c:pt idx="64">
                  <c:v>4158</c:v>
                </c:pt>
                <c:pt idx="65">
                  <c:v>4007</c:v>
                </c:pt>
                <c:pt idx="66">
                  <c:v>4212</c:v>
                </c:pt>
                <c:pt idx="67">
                  <c:v>4384</c:v>
                </c:pt>
                <c:pt idx="68">
                  <c:v>4207</c:v>
                </c:pt>
                <c:pt idx="69">
                  <c:v>4043</c:v>
                </c:pt>
                <c:pt idx="70">
                  <c:v>4353</c:v>
                </c:pt>
                <c:pt idx="71">
                  <c:v>4456</c:v>
                </c:pt>
                <c:pt idx="72">
                  <c:v>4282</c:v>
                </c:pt>
                <c:pt idx="73">
                  <c:v>4444</c:v>
                </c:pt>
                <c:pt idx="74">
                  <c:v>4155</c:v>
                </c:pt>
                <c:pt idx="75">
                  <c:v>4410</c:v>
                </c:pt>
                <c:pt idx="76">
                  <c:v>4489</c:v>
                </c:pt>
                <c:pt idx="77">
                  <c:v>4198</c:v>
                </c:pt>
                <c:pt idx="78">
                  <c:v>4239</c:v>
                </c:pt>
                <c:pt idx="79">
                  <c:v>4342</c:v>
                </c:pt>
                <c:pt idx="80">
                  <c:v>4421</c:v>
                </c:pt>
                <c:pt idx="81">
                  <c:v>4441</c:v>
                </c:pt>
                <c:pt idx="82">
                  <c:v>4488</c:v>
                </c:pt>
                <c:pt idx="83">
                  <c:v>4089</c:v>
                </c:pt>
                <c:pt idx="84">
                  <c:v>4773</c:v>
                </c:pt>
                <c:pt idx="85">
                  <c:v>4375</c:v>
                </c:pt>
                <c:pt idx="86">
                  <c:v>4237</c:v>
                </c:pt>
                <c:pt idx="87">
                  <c:v>4626</c:v>
                </c:pt>
                <c:pt idx="88">
                  <c:v>4035</c:v>
                </c:pt>
                <c:pt idx="89">
                  <c:v>4804</c:v>
                </c:pt>
                <c:pt idx="90">
                  <c:v>4759</c:v>
                </c:pt>
                <c:pt idx="91">
                  <c:v>4228</c:v>
                </c:pt>
                <c:pt idx="92">
                  <c:v>4668</c:v>
                </c:pt>
                <c:pt idx="93">
                  <c:v>4782</c:v>
                </c:pt>
                <c:pt idx="94">
                  <c:v>4425</c:v>
                </c:pt>
                <c:pt idx="95">
                  <c:v>4649</c:v>
                </c:pt>
                <c:pt idx="96">
                  <c:v>4763</c:v>
                </c:pt>
                <c:pt idx="97">
                  <c:v>4178</c:v>
                </c:pt>
                <c:pt idx="98">
                  <c:v>4669</c:v>
                </c:pt>
                <c:pt idx="99">
                  <c:v>4629</c:v>
                </c:pt>
                <c:pt idx="100">
                  <c:v>4016</c:v>
                </c:pt>
                <c:pt idx="101">
                  <c:v>3432</c:v>
                </c:pt>
                <c:pt idx="102">
                  <c:v>2069</c:v>
                </c:pt>
                <c:pt idx="103">
                  <c:v>838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71-124A-AF70-DAF258EEFB8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Sheet1!$D$2:$D$104</c:f>
              <c:numCache>
                <c:formatCode>General</c:formatCode>
                <c:ptCount val="103"/>
                <c:pt idx="0">
                  <c:v>4245</c:v>
                </c:pt>
                <c:pt idx="1">
                  <c:v>4451</c:v>
                </c:pt>
                <c:pt idx="2">
                  <c:v>4343</c:v>
                </c:pt>
                <c:pt idx="3">
                  <c:v>4598</c:v>
                </c:pt>
                <c:pt idx="4">
                  <c:v>3060</c:v>
                </c:pt>
                <c:pt idx="5">
                  <c:v>5231</c:v>
                </c:pt>
                <c:pt idx="6">
                  <c:v>4783</c:v>
                </c:pt>
                <c:pt idx="7">
                  <c:v>3625</c:v>
                </c:pt>
                <c:pt idx="8">
                  <c:v>4334</c:v>
                </c:pt>
                <c:pt idx="9">
                  <c:v>4153</c:v>
                </c:pt>
                <c:pt idx="10">
                  <c:v>4150</c:v>
                </c:pt>
                <c:pt idx="11">
                  <c:v>4972</c:v>
                </c:pt>
                <c:pt idx="12">
                  <c:v>4021</c:v>
                </c:pt>
                <c:pt idx="13">
                  <c:v>3988</c:v>
                </c:pt>
                <c:pt idx="14">
                  <c:v>4743</c:v>
                </c:pt>
                <c:pt idx="15">
                  <c:v>4174</c:v>
                </c:pt>
                <c:pt idx="16">
                  <c:v>3666</c:v>
                </c:pt>
                <c:pt idx="17">
                  <c:v>3667</c:v>
                </c:pt>
                <c:pt idx="18">
                  <c:v>3500</c:v>
                </c:pt>
                <c:pt idx="19">
                  <c:v>3575</c:v>
                </c:pt>
                <c:pt idx="20">
                  <c:v>3829</c:v>
                </c:pt>
                <c:pt idx="21">
                  <c:v>3513</c:v>
                </c:pt>
                <c:pt idx="22">
                  <c:v>3144</c:v>
                </c:pt>
                <c:pt idx="23">
                  <c:v>4096</c:v>
                </c:pt>
                <c:pt idx="24">
                  <c:v>4110</c:v>
                </c:pt>
                <c:pt idx="25">
                  <c:v>3555</c:v>
                </c:pt>
                <c:pt idx="26">
                  <c:v>3802</c:v>
                </c:pt>
                <c:pt idx="27">
                  <c:v>4041</c:v>
                </c:pt>
                <c:pt idx="28">
                  <c:v>3842</c:v>
                </c:pt>
                <c:pt idx="29">
                  <c:v>4048</c:v>
                </c:pt>
                <c:pt idx="30">
                  <c:v>3759</c:v>
                </c:pt>
                <c:pt idx="31">
                  <c:v>3398</c:v>
                </c:pt>
                <c:pt idx="32">
                  <c:v>4263</c:v>
                </c:pt>
                <c:pt idx="33">
                  <c:v>3932</c:v>
                </c:pt>
                <c:pt idx="34">
                  <c:v>3422</c:v>
                </c:pt>
                <c:pt idx="35">
                  <c:v>3916</c:v>
                </c:pt>
                <c:pt idx="36">
                  <c:v>3632</c:v>
                </c:pt>
                <c:pt idx="37">
                  <c:v>4011</c:v>
                </c:pt>
                <c:pt idx="38">
                  <c:v>4082</c:v>
                </c:pt>
                <c:pt idx="39">
                  <c:v>3671</c:v>
                </c:pt>
                <c:pt idx="40">
                  <c:v>3934</c:v>
                </c:pt>
                <c:pt idx="41">
                  <c:v>4181</c:v>
                </c:pt>
                <c:pt idx="42">
                  <c:v>3828</c:v>
                </c:pt>
                <c:pt idx="43">
                  <c:v>3960</c:v>
                </c:pt>
                <c:pt idx="44">
                  <c:v>3994</c:v>
                </c:pt>
                <c:pt idx="45">
                  <c:v>3945</c:v>
                </c:pt>
                <c:pt idx="46">
                  <c:v>4232</c:v>
                </c:pt>
                <c:pt idx="47">
                  <c:v>4146</c:v>
                </c:pt>
                <c:pt idx="48">
                  <c:v>3778</c:v>
                </c:pt>
                <c:pt idx="49">
                  <c:v>4386</c:v>
                </c:pt>
                <c:pt idx="50">
                  <c:v>4062</c:v>
                </c:pt>
                <c:pt idx="51">
                  <c:v>4014</c:v>
                </c:pt>
                <c:pt idx="52">
                  <c:v>4218</c:v>
                </c:pt>
                <c:pt idx="53">
                  <c:v>4251</c:v>
                </c:pt>
                <c:pt idx="54">
                  <c:v>4199</c:v>
                </c:pt>
                <c:pt idx="55">
                  <c:v>4507</c:v>
                </c:pt>
                <c:pt idx="56">
                  <c:v>4345</c:v>
                </c:pt>
                <c:pt idx="57">
                  <c:v>2719</c:v>
                </c:pt>
                <c:pt idx="58">
                  <c:v>5267</c:v>
                </c:pt>
                <c:pt idx="59">
                  <c:v>4498</c:v>
                </c:pt>
                <c:pt idx="60">
                  <c:v>3468</c:v>
                </c:pt>
                <c:pt idx="61">
                  <c:v>3447</c:v>
                </c:pt>
                <c:pt idx="62">
                  <c:v>4464</c:v>
                </c:pt>
                <c:pt idx="63">
                  <c:v>4264</c:v>
                </c:pt>
                <c:pt idx="64">
                  <c:v>4158</c:v>
                </c:pt>
                <c:pt idx="65">
                  <c:v>4007</c:v>
                </c:pt>
                <c:pt idx="66">
                  <c:v>4212</c:v>
                </c:pt>
                <c:pt idx="67">
                  <c:v>4384</c:v>
                </c:pt>
                <c:pt idx="68">
                  <c:v>4207</c:v>
                </c:pt>
                <c:pt idx="69">
                  <c:v>4043</c:v>
                </c:pt>
                <c:pt idx="70">
                  <c:v>4353</c:v>
                </c:pt>
                <c:pt idx="71">
                  <c:v>4456</c:v>
                </c:pt>
                <c:pt idx="72">
                  <c:v>4282</c:v>
                </c:pt>
                <c:pt idx="73">
                  <c:v>4444</c:v>
                </c:pt>
                <c:pt idx="74">
                  <c:v>4155</c:v>
                </c:pt>
                <c:pt idx="75">
                  <c:v>4410</c:v>
                </c:pt>
                <c:pt idx="76">
                  <c:v>4489</c:v>
                </c:pt>
                <c:pt idx="77">
                  <c:v>4198</c:v>
                </c:pt>
                <c:pt idx="78">
                  <c:v>4239</c:v>
                </c:pt>
                <c:pt idx="79">
                  <c:v>4342</c:v>
                </c:pt>
                <c:pt idx="80">
                  <c:v>4421</c:v>
                </c:pt>
                <c:pt idx="81">
                  <c:v>4441</c:v>
                </c:pt>
                <c:pt idx="82">
                  <c:v>4488</c:v>
                </c:pt>
                <c:pt idx="83">
                  <c:v>4089</c:v>
                </c:pt>
                <c:pt idx="84">
                  <c:v>4773</c:v>
                </c:pt>
                <c:pt idx="85">
                  <c:v>4375</c:v>
                </c:pt>
                <c:pt idx="86">
                  <c:v>4237</c:v>
                </c:pt>
                <c:pt idx="87">
                  <c:v>4626</c:v>
                </c:pt>
                <c:pt idx="88">
                  <c:v>4035</c:v>
                </c:pt>
                <c:pt idx="89">
                  <c:v>4804</c:v>
                </c:pt>
                <c:pt idx="90">
                  <c:v>4758</c:v>
                </c:pt>
                <c:pt idx="91">
                  <c:v>4220</c:v>
                </c:pt>
                <c:pt idx="92">
                  <c:v>4656</c:v>
                </c:pt>
                <c:pt idx="93">
                  <c:v>4763</c:v>
                </c:pt>
                <c:pt idx="94">
                  <c:v>4409</c:v>
                </c:pt>
                <c:pt idx="95">
                  <c:v>4640</c:v>
                </c:pt>
                <c:pt idx="96">
                  <c:v>4741</c:v>
                </c:pt>
                <c:pt idx="97">
                  <c:v>3439</c:v>
                </c:pt>
                <c:pt idx="98">
                  <c:v>3809</c:v>
                </c:pt>
                <c:pt idx="99">
                  <c:v>3693</c:v>
                </c:pt>
                <c:pt idx="100">
                  <c:v>3180</c:v>
                </c:pt>
                <c:pt idx="101">
                  <c:v>2854</c:v>
                </c:pt>
                <c:pt idx="102">
                  <c:v>1377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A71-124A-AF70-DAF258EEFB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/>
              <a:t>CDK RX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7190</c:v>
                </c:pt>
                <c:pt idx="1">
                  <c:v>6885</c:v>
                </c:pt>
                <c:pt idx="2">
                  <c:v>7236</c:v>
                </c:pt>
                <c:pt idx="3">
                  <c:v>7512</c:v>
                </c:pt>
                <c:pt idx="4">
                  <c:v>5935</c:v>
                </c:pt>
                <c:pt idx="5">
                  <c:v>7865</c:v>
                </c:pt>
                <c:pt idx="6">
                  <c:v>7459</c:v>
                </c:pt>
                <c:pt idx="7">
                  <c:v>7408</c:v>
                </c:pt>
                <c:pt idx="8">
                  <c:v>7553</c:v>
                </c:pt>
                <c:pt idx="9">
                  <c:v>6564</c:v>
                </c:pt>
                <c:pt idx="10">
                  <c:v>6497</c:v>
                </c:pt>
                <c:pt idx="11">
                  <c:v>7369</c:v>
                </c:pt>
                <c:pt idx="12">
                  <c:v>6284</c:v>
                </c:pt>
                <c:pt idx="13">
                  <c:v>7649</c:v>
                </c:pt>
                <c:pt idx="14">
                  <c:v>7733</c:v>
                </c:pt>
                <c:pt idx="15">
                  <c:v>7637</c:v>
                </c:pt>
                <c:pt idx="16">
                  <c:v>7382</c:v>
                </c:pt>
                <c:pt idx="17">
                  <c:v>7602</c:v>
                </c:pt>
                <c:pt idx="18">
                  <c:v>7420</c:v>
                </c:pt>
                <c:pt idx="19">
                  <c:v>7477</c:v>
                </c:pt>
                <c:pt idx="20">
                  <c:v>7402</c:v>
                </c:pt>
                <c:pt idx="21">
                  <c:v>7525</c:v>
                </c:pt>
                <c:pt idx="22">
                  <c:v>7549</c:v>
                </c:pt>
                <c:pt idx="23">
                  <c:v>7257</c:v>
                </c:pt>
                <c:pt idx="24">
                  <c:v>7463</c:v>
                </c:pt>
                <c:pt idx="25">
                  <c:v>7677</c:v>
                </c:pt>
                <c:pt idx="26">
                  <c:v>7589</c:v>
                </c:pt>
                <c:pt idx="27">
                  <c:v>7449</c:v>
                </c:pt>
                <c:pt idx="28">
                  <c:v>7298</c:v>
                </c:pt>
                <c:pt idx="29">
                  <c:v>7439</c:v>
                </c:pt>
                <c:pt idx="30">
                  <c:v>7623</c:v>
                </c:pt>
                <c:pt idx="31">
                  <c:v>7014</c:v>
                </c:pt>
                <c:pt idx="32">
                  <c:v>8122</c:v>
                </c:pt>
                <c:pt idx="33">
                  <c:v>8000</c:v>
                </c:pt>
                <c:pt idx="34">
                  <c:v>7808</c:v>
                </c:pt>
                <c:pt idx="35">
                  <c:v>8195</c:v>
                </c:pt>
                <c:pt idx="36">
                  <c:v>6821</c:v>
                </c:pt>
                <c:pt idx="37">
                  <c:v>8507</c:v>
                </c:pt>
                <c:pt idx="38">
                  <c:v>8002</c:v>
                </c:pt>
                <c:pt idx="39">
                  <c:v>8113</c:v>
                </c:pt>
                <c:pt idx="40">
                  <c:v>7845</c:v>
                </c:pt>
                <c:pt idx="41">
                  <c:v>7900</c:v>
                </c:pt>
                <c:pt idx="42">
                  <c:v>8068</c:v>
                </c:pt>
                <c:pt idx="43">
                  <c:v>8163</c:v>
                </c:pt>
                <c:pt idx="44">
                  <c:v>8123</c:v>
                </c:pt>
                <c:pt idx="45">
                  <c:v>7387</c:v>
                </c:pt>
                <c:pt idx="46">
                  <c:v>8362</c:v>
                </c:pt>
                <c:pt idx="47">
                  <c:v>8280</c:v>
                </c:pt>
                <c:pt idx="48">
                  <c:v>7861</c:v>
                </c:pt>
                <c:pt idx="49">
                  <c:v>8439</c:v>
                </c:pt>
                <c:pt idx="50">
                  <c:v>8130</c:v>
                </c:pt>
                <c:pt idx="51">
                  <c:v>8030</c:v>
                </c:pt>
                <c:pt idx="52">
                  <c:v>8453</c:v>
                </c:pt>
                <c:pt idx="53">
                  <c:v>8357</c:v>
                </c:pt>
                <c:pt idx="54">
                  <c:v>8311</c:v>
                </c:pt>
                <c:pt idx="55">
                  <c:v>8522</c:v>
                </c:pt>
                <c:pt idx="56">
                  <c:v>8824</c:v>
                </c:pt>
                <c:pt idx="57">
                  <c:v>6815</c:v>
                </c:pt>
                <c:pt idx="58">
                  <c:v>9300</c:v>
                </c:pt>
                <c:pt idx="59">
                  <c:v>9134</c:v>
                </c:pt>
                <c:pt idx="60">
                  <c:v>9084</c:v>
                </c:pt>
                <c:pt idx="61">
                  <c:v>7051</c:v>
                </c:pt>
                <c:pt idx="62">
                  <c:v>7819</c:v>
                </c:pt>
                <c:pt idx="63">
                  <c:v>8113</c:v>
                </c:pt>
                <c:pt idx="64">
                  <c:v>8751</c:v>
                </c:pt>
                <c:pt idx="65">
                  <c:v>8154</c:v>
                </c:pt>
                <c:pt idx="66">
                  <c:v>9537</c:v>
                </c:pt>
                <c:pt idx="67">
                  <c:v>9527</c:v>
                </c:pt>
                <c:pt idx="68">
                  <c:v>8929</c:v>
                </c:pt>
                <c:pt idx="69">
                  <c:v>9155</c:v>
                </c:pt>
                <c:pt idx="70">
                  <c:v>9748</c:v>
                </c:pt>
                <c:pt idx="71">
                  <c:v>9881</c:v>
                </c:pt>
                <c:pt idx="72">
                  <c:v>9393</c:v>
                </c:pt>
                <c:pt idx="73">
                  <c:v>9689</c:v>
                </c:pt>
                <c:pt idx="74">
                  <c:v>9708</c:v>
                </c:pt>
                <c:pt idx="75">
                  <c:v>9523</c:v>
                </c:pt>
                <c:pt idx="76">
                  <c:v>9842</c:v>
                </c:pt>
                <c:pt idx="77">
                  <c:v>9589</c:v>
                </c:pt>
                <c:pt idx="78">
                  <c:v>9920</c:v>
                </c:pt>
                <c:pt idx="79">
                  <c:v>9988</c:v>
                </c:pt>
                <c:pt idx="80">
                  <c:v>9808</c:v>
                </c:pt>
                <c:pt idx="81">
                  <c:v>9832</c:v>
                </c:pt>
                <c:pt idx="82">
                  <c:v>10326</c:v>
                </c:pt>
                <c:pt idx="83">
                  <c:v>9225</c:v>
                </c:pt>
                <c:pt idx="84">
                  <c:v>10373</c:v>
                </c:pt>
                <c:pt idx="85">
                  <c:v>9974</c:v>
                </c:pt>
                <c:pt idx="86">
                  <c:v>9968</c:v>
                </c:pt>
                <c:pt idx="87">
                  <c:v>10584</c:v>
                </c:pt>
                <c:pt idx="88">
                  <c:v>8729</c:v>
                </c:pt>
                <c:pt idx="89">
                  <c:v>10884</c:v>
                </c:pt>
                <c:pt idx="90">
                  <c:v>10387</c:v>
                </c:pt>
                <c:pt idx="91">
                  <c:v>10336</c:v>
                </c:pt>
                <c:pt idx="92">
                  <c:v>10013</c:v>
                </c:pt>
                <c:pt idx="93">
                  <c:v>10268</c:v>
                </c:pt>
                <c:pt idx="94">
                  <c:v>10246</c:v>
                </c:pt>
                <c:pt idx="95">
                  <c:v>10575</c:v>
                </c:pt>
                <c:pt idx="96">
                  <c:v>10544</c:v>
                </c:pt>
                <c:pt idx="97">
                  <c:v>9571</c:v>
                </c:pt>
                <c:pt idx="98">
                  <c:v>10977</c:v>
                </c:pt>
                <c:pt idx="99">
                  <c:v>10589</c:v>
                </c:pt>
                <c:pt idx="100">
                  <c:v>10364</c:v>
                </c:pt>
                <c:pt idx="101">
                  <c:v>10817</c:v>
                </c:pt>
                <c:pt idx="102">
                  <c:v>10673</c:v>
                </c:pt>
                <c:pt idx="103">
                  <c:v>10695</c:v>
                </c:pt>
                <c:pt idx="104">
                  <c:v>10310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2D-BA43-970F-F403796D7D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Sheet1!$C$2:$C$105</c:f>
              <c:numCache>
                <c:formatCode>General</c:formatCode>
                <c:ptCount val="104"/>
                <c:pt idx="0">
                  <c:v>7190</c:v>
                </c:pt>
                <c:pt idx="1">
                  <c:v>6885</c:v>
                </c:pt>
                <c:pt idx="2">
                  <c:v>7236</c:v>
                </c:pt>
                <c:pt idx="3">
                  <c:v>7512</c:v>
                </c:pt>
                <c:pt idx="4">
                  <c:v>5935</c:v>
                </c:pt>
                <c:pt idx="5">
                  <c:v>7865</c:v>
                </c:pt>
                <c:pt idx="6">
                  <c:v>7459</c:v>
                </c:pt>
                <c:pt idx="7">
                  <c:v>7408</c:v>
                </c:pt>
                <c:pt idx="8">
                  <c:v>7553</c:v>
                </c:pt>
                <c:pt idx="9">
                  <c:v>6564</c:v>
                </c:pt>
                <c:pt idx="10">
                  <c:v>6497</c:v>
                </c:pt>
                <c:pt idx="11">
                  <c:v>7369</c:v>
                </c:pt>
                <c:pt idx="12">
                  <c:v>6284</c:v>
                </c:pt>
                <c:pt idx="13">
                  <c:v>7649</c:v>
                </c:pt>
                <c:pt idx="14">
                  <c:v>7733</c:v>
                </c:pt>
                <c:pt idx="15">
                  <c:v>7637</c:v>
                </c:pt>
                <c:pt idx="16">
                  <c:v>7382</c:v>
                </c:pt>
                <c:pt idx="17">
                  <c:v>7602</c:v>
                </c:pt>
                <c:pt idx="18">
                  <c:v>7420</c:v>
                </c:pt>
                <c:pt idx="19">
                  <c:v>7477</c:v>
                </c:pt>
                <c:pt idx="20">
                  <c:v>7402</c:v>
                </c:pt>
                <c:pt idx="21">
                  <c:v>7525</c:v>
                </c:pt>
                <c:pt idx="22">
                  <c:v>7549</c:v>
                </c:pt>
                <c:pt idx="23">
                  <c:v>7257</c:v>
                </c:pt>
                <c:pt idx="24">
                  <c:v>7463</c:v>
                </c:pt>
                <c:pt idx="25">
                  <c:v>7677</c:v>
                </c:pt>
                <c:pt idx="26">
                  <c:v>7589</c:v>
                </c:pt>
                <c:pt idx="27">
                  <c:v>7449</c:v>
                </c:pt>
                <c:pt idx="28">
                  <c:v>7298</c:v>
                </c:pt>
                <c:pt idx="29">
                  <c:v>7439</c:v>
                </c:pt>
                <c:pt idx="30">
                  <c:v>7623</c:v>
                </c:pt>
                <c:pt idx="31">
                  <c:v>7014</c:v>
                </c:pt>
                <c:pt idx="32">
                  <c:v>8122</c:v>
                </c:pt>
                <c:pt idx="33">
                  <c:v>8000</c:v>
                </c:pt>
                <c:pt idx="34">
                  <c:v>7808</c:v>
                </c:pt>
                <c:pt idx="35">
                  <c:v>8195</c:v>
                </c:pt>
                <c:pt idx="36">
                  <c:v>6821</c:v>
                </c:pt>
                <c:pt idx="37">
                  <c:v>8507</c:v>
                </c:pt>
                <c:pt idx="38">
                  <c:v>8002</c:v>
                </c:pt>
                <c:pt idx="39">
                  <c:v>8113</c:v>
                </c:pt>
                <c:pt idx="40">
                  <c:v>7845</c:v>
                </c:pt>
                <c:pt idx="41">
                  <c:v>7900</c:v>
                </c:pt>
                <c:pt idx="42">
                  <c:v>8068</c:v>
                </c:pt>
                <c:pt idx="43">
                  <c:v>8163</c:v>
                </c:pt>
                <c:pt idx="44">
                  <c:v>8123</c:v>
                </c:pt>
                <c:pt idx="45">
                  <c:v>7387</c:v>
                </c:pt>
                <c:pt idx="46">
                  <c:v>8362</c:v>
                </c:pt>
                <c:pt idx="47">
                  <c:v>8280</c:v>
                </c:pt>
                <c:pt idx="48">
                  <c:v>7861</c:v>
                </c:pt>
                <c:pt idx="49">
                  <c:v>8439</c:v>
                </c:pt>
                <c:pt idx="50">
                  <c:v>8130</c:v>
                </c:pt>
                <c:pt idx="51">
                  <c:v>8030</c:v>
                </c:pt>
                <c:pt idx="52">
                  <c:v>8453</c:v>
                </c:pt>
                <c:pt idx="53">
                  <c:v>8357</c:v>
                </c:pt>
                <c:pt idx="54">
                  <c:v>8311</c:v>
                </c:pt>
                <c:pt idx="55">
                  <c:v>8522</c:v>
                </c:pt>
                <c:pt idx="56">
                  <c:v>8824</c:v>
                </c:pt>
                <c:pt idx="57">
                  <c:v>6815</c:v>
                </c:pt>
                <c:pt idx="58">
                  <c:v>9300</c:v>
                </c:pt>
                <c:pt idx="59">
                  <c:v>9134</c:v>
                </c:pt>
                <c:pt idx="60">
                  <c:v>9084</c:v>
                </c:pt>
                <c:pt idx="61">
                  <c:v>7051</c:v>
                </c:pt>
                <c:pt idx="62">
                  <c:v>7819</c:v>
                </c:pt>
                <c:pt idx="63">
                  <c:v>8113</c:v>
                </c:pt>
                <c:pt idx="64">
                  <c:v>8751</c:v>
                </c:pt>
                <c:pt idx="65">
                  <c:v>8154</c:v>
                </c:pt>
                <c:pt idx="66">
                  <c:v>9537</c:v>
                </c:pt>
                <c:pt idx="67">
                  <c:v>9527</c:v>
                </c:pt>
                <c:pt idx="68">
                  <c:v>8929</c:v>
                </c:pt>
                <c:pt idx="69">
                  <c:v>9155</c:v>
                </c:pt>
                <c:pt idx="70">
                  <c:v>9748</c:v>
                </c:pt>
                <c:pt idx="71">
                  <c:v>9881</c:v>
                </c:pt>
                <c:pt idx="72">
                  <c:v>9393</c:v>
                </c:pt>
                <c:pt idx="73">
                  <c:v>9689</c:v>
                </c:pt>
                <c:pt idx="74">
                  <c:v>9708</c:v>
                </c:pt>
                <c:pt idx="75">
                  <c:v>9523</c:v>
                </c:pt>
                <c:pt idx="76">
                  <c:v>9842</c:v>
                </c:pt>
                <c:pt idx="77">
                  <c:v>9589</c:v>
                </c:pt>
                <c:pt idx="78">
                  <c:v>9920</c:v>
                </c:pt>
                <c:pt idx="79">
                  <c:v>9988</c:v>
                </c:pt>
                <c:pt idx="80">
                  <c:v>9808</c:v>
                </c:pt>
                <c:pt idx="81">
                  <c:v>9832</c:v>
                </c:pt>
                <c:pt idx="82">
                  <c:v>10326</c:v>
                </c:pt>
                <c:pt idx="83">
                  <c:v>9225</c:v>
                </c:pt>
                <c:pt idx="84">
                  <c:v>10373</c:v>
                </c:pt>
                <c:pt idx="85">
                  <c:v>9974</c:v>
                </c:pt>
                <c:pt idx="86">
                  <c:v>9968</c:v>
                </c:pt>
                <c:pt idx="87">
                  <c:v>10584</c:v>
                </c:pt>
                <c:pt idx="88">
                  <c:v>8729</c:v>
                </c:pt>
                <c:pt idx="89">
                  <c:v>10884</c:v>
                </c:pt>
                <c:pt idx="90">
                  <c:v>10387</c:v>
                </c:pt>
                <c:pt idx="91">
                  <c:v>10336</c:v>
                </c:pt>
                <c:pt idx="92">
                  <c:v>10010</c:v>
                </c:pt>
                <c:pt idx="93">
                  <c:v>10267</c:v>
                </c:pt>
                <c:pt idx="94">
                  <c:v>10240</c:v>
                </c:pt>
                <c:pt idx="95">
                  <c:v>10571</c:v>
                </c:pt>
                <c:pt idx="96">
                  <c:v>10541</c:v>
                </c:pt>
                <c:pt idx="97">
                  <c:v>9568</c:v>
                </c:pt>
                <c:pt idx="98">
                  <c:v>10970</c:v>
                </c:pt>
                <c:pt idx="99">
                  <c:v>10585</c:v>
                </c:pt>
                <c:pt idx="100">
                  <c:v>10367</c:v>
                </c:pt>
                <c:pt idx="101">
                  <c:v>10827</c:v>
                </c:pt>
                <c:pt idx="102">
                  <c:v>10703</c:v>
                </c:pt>
                <c:pt idx="103">
                  <c:v>10307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2D-BA43-970F-F403796D7DA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Sheet1!$D$2:$D$104</c:f>
              <c:numCache>
                <c:formatCode>General</c:formatCode>
                <c:ptCount val="103"/>
                <c:pt idx="0">
                  <c:v>7190</c:v>
                </c:pt>
                <c:pt idx="1">
                  <c:v>6885</c:v>
                </c:pt>
                <c:pt idx="2">
                  <c:v>7236</c:v>
                </c:pt>
                <c:pt idx="3">
                  <c:v>7512</c:v>
                </c:pt>
                <c:pt idx="4">
                  <c:v>5935</c:v>
                </c:pt>
                <c:pt idx="5">
                  <c:v>7865</c:v>
                </c:pt>
                <c:pt idx="6">
                  <c:v>7459</c:v>
                </c:pt>
                <c:pt idx="7">
                  <c:v>7408</c:v>
                </c:pt>
                <c:pt idx="8">
                  <c:v>7553</c:v>
                </c:pt>
                <c:pt idx="9">
                  <c:v>6564</c:v>
                </c:pt>
                <c:pt idx="10">
                  <c:v>6497</c:v>
                </c:pt>
                <c:pt idx="11">
                  <c:v>7369</c:v>
                </c:pt>
                <c:pt idx="12">
                  <c:v>6284</c:v>
                </c:pt>
                <c:pt idx="13">
                  <c:v>7649</c:v>
                </c:pt>
                <c:pt idx="14">
                  <c:v>7733</c:v>
                </c:pt>
                <c:pt idx="15">
                  <c:v>7637</c:v>
                </c:pt>
                <c:pt idx="16">
                  <c:v>7382</c:v>
                </c:pt>
                <c:pt idx="17">
                  <c:v>7602</c:v>
                </c:pt>
                <c:pt idx="18">
                  <c:v>7420</c:v>
                </c:pt>
                <c:pt idx="19">
                  <c:v>7477</c:v>
                </c:pt>
                <c:pt idx="20">
                  <c:v>7402</c:v>
                </c:pt>
                <c:pt idx="21">
                  <c:v>7525</c:v>
                </c:pt>
                <c:pt idx="22">
                  <c:v>7549</c:v>
                </c:pt>
                <c:pt idx="23">
                  <c:v>7257</c:v>
                </c:pt>
                <c:pt idx="24">
                  <c:v>7463</c:v>
                </c:pt>
                <c:pt idx="25">
                  <c:v>7677</c:v>
                </c:pt>
                <c:pt idx="26">
                  <c:v>7589</c:v>
                </c:pt>
                <c:pt idx="27">
                  <c:v>7449</c:v>
                </c:pt>
                <c:pt idx="28">
                  <c:v>7298</c:v>
                </c:pt>
                <c:pt idx="29">
                  <c:v>7439</c:v>
                </c:pt>
                <c:pt idx="30">
                  <c:v>7623</c:v>
                </c:pt>
                <c:pt idx="31">
                  <c:v>7014</c:v>
                </c:pt>
                <c:pt idx="32">
                  <c:v>8122</c:v>
                </c:pt>
                <c:pt idx="33">
                  <c:v>8000</c:v>
                </c:pt>
                <c:pt idx="34">
                  <c:v>7808</c:v>
                </c:pt>
                <c:pt idx="35">
                  <c:v>8195</c:v>
                </c:pt>
                <c:pt idx="36">
                  <c:v>6821</c:v>
                </c:pt>
                <c:pt idx="37">
                  <c:v>8507</c:v>
                </c:pt>
                <c:pt idx="38">
                  <c:v>8002</c:v>
                </c:pt>
                <c:pt idx="39">
                  <c:v>8113</c:v>
                </c:pt>
                <c:pt idx="40">
                  <c:v>7845</c:v>
                </c:pt>
                <c:pt idx="41">
                  <c:v>7900</c:v>
                </c:pt>
                <c:pt idx="42">
                  <c:v>8068</c:v>
                </c:pt>
                <c:pt idx="43">
                  <c:v>8163</c:v>
                </c:pt>
                <c:pt idx="44">
                  <c:v>8123</c:v>
                </c:pt>
                <c:pt idx="45">
                  <c:v>7387</c:v>
                </c:pt>
                <c:pt idx="46">
                  <c:v>8362</c:v>
                </c:pt>
                <c:pt idx="47">
                  <c:v>8280</c:v>
                </c:pt>
                <c:pt idx="48">
                  <c:v>7861</c:v>
                </c:pt>
                <c:pt idx="49">
                  <c:v>8439</c:v>
                </c:pt>
                <c:pt idx="50">
                  <c:v>8130</c:v>
                </c:pt>
                <c:pt idx="51">
                  <c:v>8030</c:v>
                </c:pt>
                <c:pt idx="52">
                  <c:v>8453</c:v>
                </c:pt>
                <c:pt idx="53">
                  <c:v>8357</c:v>
                </c:pt>
                <c:pt idx="54">
                  <c:v>8311</c:v>
                </c:pt>
                <c:pt idx="55">
                  <c:v>8522</c:v>
                </c:pt>
                <c:pt idx="56">
                  <c:v>8824</c:v>
                </c:pt>
                <c:pt idx="57">
                  <c:v>6815</c:v>
                </c:pt>
                <c:pt idx="58">
                  <c:v>9300</c:v>
                </c:pt>
                <c:pt idx="59">
                  <c:v>9134</c:v>
                </c:pt>
                <c:pt idx="60">
                  <c:v>9084</c:v>
                </c:pt>
                <c:pt idx="61">
                  <c:v>7051</c:v>
                </c:pt>
                <c:pt idx="62">
                  <c:v>7819</c:v>
                </c:pt>
                <c:pt idx="63">
                  <c:v>8113</c:v>
                </c:pt>
                <c:pt idx="64">
                  <c:v>8751</c:v>
                </c:pt>
                <c:pt idx="65">
                  <c:v>8154</c:v>
                </c:pt>
                <c:pt idx="66">
                  <c:v>9537</c:v>
                </c:pt>
                <c:pt idx="67">
                  <c:v>9527</c:v>
                </c:pt>
                <c:pt idx="68">
                  <c:v>8929</c:v>
                </c:pt>
                <c:pt idx="69">
                  <c:v>9155</c:v>
                </c:pt>
                <c:pt idx="70">
                  <c:v>9748</c:v>
                </c:pt>
                <c:pt idx="71">
                  <c:v>9881</c:v>
                </c:pt>
                <c:pt idx="72">
                  <c:v>9393</c:v>
                </c:pt>
                <c:pt idx="73">
                  <c:v>9689</c:v>
                </c:pt>
                <c:pt idx="74">
                  <c:v>9708</c:v>
                </c:pt>
                <c:pt idx="75">
                  <c:v>9523</c:v>
                </c:pt>
                <c:pt idx="76">
                  <c:v>9842</c:v>
                </c:pt>
                <c:pt idx="77">
                  <c:v>9589</c:v>
                </c:pt>
                <c:pt idx="78">
                  <c:v>9920</c:v>
                </c:pt>
                <c:pt idx="79">
                  <c:v>9988</c:v>
                </c:pt>
                <c:pt idx="80">
                  <c:v>9808</c:v>
                </c:pt>
                <c:pt idx="81">
                  <c:v>9832</c:v>
                </c:pt>
                <c:pt idx="82">
                  <c:v>10326</c:v>
                </c:pt>
                <c:pt idx="83">
                  <c:v>9225</c:v>
                </c:pt>
                <c:pt idx="84">
                  <c:v>10373</c:v>
                </c:pt>
                <c:pt idx="85">
                  <c:v>9974</c:v>
                </c:pt>
                <c:pt idx="86">
                  <c:v>9968</c:v>
                </c:pt>
                <c:pt idx="87">
                  <c:v>10584</c:v>
                </c:pt>
                <c:pt idx="88">
                  <c:v>8729</c:v>
                </c:pt>
                <c:pt idx="89">
                  <c:v>10884</c:v>
                </c:pt>
                <c:pt idx="90">
                  <c:v>10386</c:v>
                </c:pt>
                <c:pt idx="91">
                  <c:v>10336</c:v>
                </c:pt>
                <c:pt idx="92">
                  <c:v>10010</c:v>
                </c:pt>
                <c:pt idx="93">
                  <c:v>10267</c:v>
                </c:pt>
                <c:pt idx="94">
                  <c:v>10238</c:v>
                </c:pt>
                <c:pt idx="95">
                  <c:v>10572</c:v>
                </c:pt>
                <c:pt idx="96">
                  <c:v>10539</c:v>
                </c:pt>
                <c:pt idx="97">
                  <c:v>9567</c:v>
                </c:pt>
                <c:pt idx="98">
                  <c:v>10968</c:v>
                </c:pt>
                <c:pt idx="99">
                  <c:v>10587</c:v>
                </c:pt>
                <c:pt idx="100">
                  <c:v>10375</c:v>
                </c:pt>
                <c:pt idx="101">
                  <c:v>10876</c:v>
                </c:pt>
                <c:pt idx="102">
                  <c:v>10393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A2D-BA43-970F-F403796D7D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/>
              <a:t>Oral Chemo Drugs RX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5468</c:v>
                </c:pt>
                <c:pt idx="1">
                  <c:v>5092</c:v>
                </c:pt>
                <c:pt idx="2">
                  <c:v>5480</c:v>
                </c:pt>
                <c:pt idx="3">
                  <c:v>6019</c:v>
                </c:pt>
                <c:pt idx="4">
                  <c:v>4553</c:v>
                </c:pt>
                <c:pt idx="5">
                  <c:v>6243</c:v>
                </c:pt>
                <c:pt idx="6">
                  <c:v>5639</c:v>
                </c:pt>
                <c:pt idx="7">
                  <c:v>5774</c:v>
                </c:pt>
                <c:pt idx="8">
                  <c:v>6200</c:v>
                </c:pt>
                <c:pt idx="9">
                  <c:v>4989</c:v>
                </c:pt>
                <c:pt idx="10">
                  <c:v>4746</c:v>
                </c:pt>
                <c:pt idx="11">
                  <c:v>5459</c:v>
                </c:pt>
                <c:pt idx="12">
                  <c:v>4980</c:v>
                </c:pt>
                <c:pt idx="13">
                  <c:v>5712</c:v>
                </c:pt>
                <c:pt idx="14">
                  <c:v>5548</c:v>
                </c:pt>
                <c:pt idx="15">
                  <c:v>5300</c:v>
                </c:pt>
                <c:pt idx="16">
                  <c:v>5467</c:v>
                </c:pt>
                <c:pt idx="17">
                  <c:v>4875</c:v>
                </c:pt>
                <c:pt idx="18">
                  <c:v>4860</c:v>
                </c:pt>
                <c:pt idx="19">
                  <c:v>4859</c:v>
                </c:pt>
                <c:pt idx="20">
                  <c:v>4945</c:v>
                </c:pt>
                <c:pt idx="21">
                  <c:v>4915</c:v>
                </c:pt>
                <c:pt idx="22">
                  <c:v>5111</c:v>
                </c:pt>
                <c:pt idx="23">
                  <c:v>5109</c:v>
                </c:pt>
                <c:pt idx="24">
                  <c:v>4814</c:v>
                </c:pt>
                <c:pt idx="25">
                  <c:v>5048</c:v>
                </c:pt>
                <c:pt idx="26">
                  <c:v>4990</c:v>
                </c:pt>
                <c:pt idx="27">
                  <c:v>4889</c:v>
                </c:pt>
                <c:pt idx="28">
                  <c:v>4738</c:v>
                </c:pt>
                <c:pt idx="29">
                  <c:v>4862</c:v>
                </c:pt>
                <c:pt idx="30">
                  <c:v>4957</c:v>
                </c:pt>
                <c:pt idx="31">
                  <c:v>4632</c:v>
                </c:pt>
                <c:pt idx="32">
                  <c:v>5417</c:v>
                </c:pt>
                <c:pt idx="33">
                  <c:v>5327</c:v>
                </c:pt>
                <c:pt idx="34">
                  <c:v>5396</c:v>
                </c:pt>
                <c:pt idx="35">
                  <c:v>5367</c:v>
                </c:pt>
                <c:pt idx="36">
                  <c:v>4532</c:v>
                </c:pt>
                <c:pt idx="37">
                  <c:v>5685</c:v>
                </c:pt>
                <c:pt idx="38">
                  <c:v>5370</c:v>
                </c:pt>
                <c:pt idx="39">
                  <c:v>5283</c:v>
                </c:pt>
                <c:pt idx="40">
                  <c:v>5421</c:v>
                </c:pt>
                <c:pt idx="41">
                  <c:v>5144</c:v>
                </c:pt>
                <c:pt idx="42">
                  <c:v>5406</c:v>
                </c:pt>
                <c:pt idx="43">
                  <c:v>5514</c:v>
                </c:pt>
                <c:pt idx="44">
                  <c:v>5489</c:v>
                </c:pt>
                <c:pt idx="45">
                  <c:v>4810</c:v>
                </c:pt>
                <c:pt idx="46">
                  <c:v>5533</c:v>
                </c:pt>
                <c:pt idx="47">
                  <c:v>5292</c:v>
                </c:pt>
                <c:pt idx="48">
                  <c:v>5213</c:v>
                </c:pt>
                <c:pt idx="49">
                  <c:v>5566</c:v>
                </c:pt>
                <c:pt idx="50">
                  <c:v>5141</c:v>
                </c:pt>
                <c:pt idx="51">
                  <c:v>5500</c:v>
                </c:pt>
                <c:pt idx="52">
                  <c:v>5356</c:v>
                </c:pt>
                <c:pt idx="53">
                  <c:v>5311</c:v>
                </c:pt>
                <c:pt idx="54">
                  <c:v>5368</c:v>
                </c:pt>
                <c:pt idx="55">
                  <c:v>5339</c:v>
                </c:pt>
                <c:pt idx="56">
                  <c:v>5467</c:v>
                </c:pt>
                <c:pt idx="57">
                  <c:v>4361</c:v>
                </c:pt>
                <c:pt idx="58">
                  <c:v>5891</c:v>
                </c:pt>
                <c:pt idx="59">
                  <c:v>5492</c:v>
                </c:pt>
                <c:pt idx="60">
                  <c:v>5462</c:v>
                </c:pt>
                <c:pt idx="61">
                  <c:v>4654</c:v>
                </c:pt>
                <c:pt idx="62">
                  <c:v>4711</c:v>
                </c:pt>
                <c:pt idx="63">
                  <c:v>4731</c:v>
                </c:pt>
                <c:pt idx="64">
                  <c:v>5295</c:v>
                </c:pt>
                <c:pt idx="65">
                  <c:v>5039</c:v>
                </c:pt>
                <c:pt idx="66">
                  <c:v>5400</c:v>
                </c:pt>
                <c:pt idx="67">
                  <c:v>5158</c:v>
                </c:pt>
                <c:pt idx="68">
                  <c:v>5358</c:v>
                </c:pt>
                <c:pt idx="69">
                  <c:v>5167</c:v>
                </c:pt>
                <c:pt idx="70">
                  <c:v>5276</c:v>
                </c:pt>
                <c:pt idx="71">
                  <c:v>5304</c:v>
                </c:pt>
                <c:pt idx="72">
                  <c:v>5322</c:v>
                </c:pt>
                <c:pt idx="73">
                  <c:v>5319</c:v>
                </c:pt>
                <c:pt idx="74">
                  <c:v>5200</c:v>
                </c:pt>
                <c:pt idx="75">
                  <c:v>5219</c:v>
                </c:pt>
                <c:pt idx="76">
                  <c:v>5348</c:v>
                </c:pt>
                <c:pt idx="77">
                  <c:v>5046</c:v>
                </c:pt>
                <c:pt idx="78">
                  <c:v>5169</c:v>
                </c:pt>
                <c:pt idx="79">
                  <c:v>5093</c:v>
                </c:pt>
                <c:pt idx="80">
                  <c:v>5138</c:v>
                </c:pt>
                <c:pt idx="81">
                  <c:v>5032</c:v>
                </c:pt>
                <c:pt idx="82">
                  <c:v>5069</c:v>
                </c:pt>
                <c:pt idx="83">
                  <c:v>4511</c:v>
                </c:pt>
                <c:pt idx="84">
                  <c:v>5113</c:v>
                </c:pt>
                <c:pt idx="85">
                  <c:v>4831</c:v>
                </c:pt>
                <c:pt idx="86">
                  <c:v>4980</c:v>
                </c:pt>
                <c:pt idx="87">
                  <c:v>5071</c:v>
                </c:pt>
                <c:pt idx="88">
                  <c:v>4114</c:v>
                </c:pt>
                <c:pt idx="89">
                  <c:v>5079</c:v>
                </c:pt>
                <c:pt idx="90">
                  <c:v>4657</c:v>
                </c:pt>
                <c:pt idx="91">
                  <c:v>4570</c:v>
                </c:pt>
                <c:pt idx="92">
                  <c:v>4694</c:v>
                </c:pt>
                <c:pt idx="93">
                  <c:v>4716</c:v>
                </c:pt>
                <c:pt idx="94">
                  <c:v>4546</c:v>
                </c:pt>
                <c:pt idx="95">
                  <c:v>4676</c:v>
                </c:pt>
                <c:pt idx="96">
                  <c:v>4557</c:v>
                </c:pt>
                <c:pt idx="97">
                  <c:v>4130</c:v>
                </c:pt>
                <c:pt idx="98">
                  <c:v>4750</c:v>
                </c:pt>
                <c:pt idx="99">
                  <c:v>4433</c:v>
                </c:pt>
                <c:pt idx="100">
                  <c:v>4660</c:v>
                </c:pt>
                <c:pt idx="101">
                  <c:v>4503</c:v>
                </c:pt>
                <c:pt idx="102">
                  <c:v>4650</c:v>
                </c:pt>
                <c:pt idx="103">
                  <c:v>4637</c:v>
                </c:pt>
                <c:pt idx="104">
                  <c:v>4320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037-4C45-BAE6-FAAECAC47E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Sheet1!$C$2:$C$105</c:f>
              <c:numCache>
                <c:formatCode>General</c:formatCode>
                <c:ptCount val="104"/>
                <c:pt idx="0">
                  <c:v>5468</c:v>
                </c:pt>
                <c:pt idx="1">
                  <c:v>5092</c:v>
                </c:pt>
                <c:pt idx="2">
                  <c:v>5480</c:v>
                </c:pt>
                <c:pt idx="3">
                  <c:v>6019</c:v>
                </c:pt>
                <c:pt idx="4">
                  <c:v>4553</c:v>
                </c:pt>
                <c:pt idx="5">
                  <c:v>6243</c:v>
                </c:pt>
                <c:pt idx="6">
                  <c:v>5639</c:v>
                </c:pt>
                <c:pt idx="7">
                  <c:v>5774</c:v>
                </c:pt>
                <c:pt idx="8">
                  <c:v>6200</c:v>
                </c:pt>
                <c:pt idx="9">
                  <c:v>4989</c:v>
                </c:pt>
                <c:pt idx="10">
                  <c:v>4746</c:v>
                </c:pt>
                <c:pt idx="11">
                  <c:v>5459</c:v>
                </c:pt>
                <c:pt idx="12">
                  <c:v>4980</c:v>
                </c:pt>
                <c:pt idx="13">
                  <c:v>5712</c:v>
                </c:pt>
                <c:pt idx="14">
                  <c:v>5548</c:v>
                </c:pt>
                <c:pt idx="15">
                  <c:v>5300</c:v>
                </c:pt>
                <c:pt idx="16">
                  <c:v>5467</c:v>
                </c:pt>
                <c:pt idx="17">
                  <c:v>4875</c:v>
                </c:pt>
                <c:pt idx="18">
                  <c:v>4860</c:v>
                </c:pt>
                <c:pt idx="19">
                  <c:v>4859</c:v>
                </c:pt>
                <c:pt idx="20">
                  <c:v>4945</c:v>
                </c:pt>
                <c:pt idx="21">
                  <c:v>4915</c:v>
                </c:pt>
                <c:pt idx="22">
                  <c:v>5111</c:v>
                </c:pt>
                <c:pt idx="23">
                  <c:v>5109</c:v>
                </c:pt>
                <c:pt idx="24">
                  <c:v>4814</c:v>
                </c:pt>
                <c:pt idx="25">
                  <c:v>5048</c:v>
                </c:pt>
                <c:pt idx="26">
                  <c:v>4990</c:v>
                </c:pt>
                <c:pt idx="27">
                  <c:v>4889</c:v>
                </c:pt>
                <c:pt idx="28">
                  <c:v>4738</c:v>
                </c:pt>
                <c:pt idx="29">
                  <c:v>4862</c:v>
                </c:pt>
                <c:pt idx="30">
                  <c:v>4957</c:v>
                </c:pt>
                <c:pt idx="31">
                  <c:v>4632</c:v>
                </c:pt>
                <c:pt idx="32">
                  <c:v>5417</c:v>
                </c:pt>
                <c:pt idx="33">
                  <c:v>5327</c:v>
                </c:pt>
                <c:pt idx="34">
                  <c:v>5396</c:v>
                </c:pt>
                <c:pt idx="35">
                  <c:v>5367</c:v>
                </c:pt>
                <c:pt idx="36">
                  <c:v>4532</c:v>
                </c:pt>
                <c:pt idx="37">
                  <c:v>5685</c:v>
                </c:pt>
                <c:pt idx="38">
                  <c:v>5370</c:v>
                </c:pt>
                <c:pt idx="39">
                  <c:v>5283</c:v>
                </c:pt>
                <c:pt idx="40">
                  <c:v>5421</c:v>
                </c:pt>
                <c:pt idx="41">
                  <c:v>5144</c:v>
                </c:pt>
                <c:pt idx="42">
                  <c:v>5406</c:v>
                </c:pt>
                <c:pt idx="43">
                  <c:v>5514</c:v>
                </c:pt>
                <c:pt idx="44">
                  <c:v>5489</c:v>
                </c:pt>
                <c:pt idx="45">
                  <c:v>4810</c:v>
                </c:pt>
                <c:pt idx="46">
                  <c:v>5533</c:v>
                </c:pt>
                <c:pt idx="47">
                  <c:v>5292</c:v>
                </c:pt>
                <c:pt idx="48">
                  <c:v>5213</c:v>
                </c:pt>
                <c:pt idx="49">
                  <c:v>5566</c:v>
                </c:pt>
                <c:pt idx="50">
                  <c:v>5141</c:v>
                </c:pt>
                <c:pt idx="51">
                  <c:v>5500</c:v>
                </c:pt>
                <c:pt idx="52">
                  <c:v>5356</c:v>
                </c:pt>
                <c:pt idx="53">
                  <c:v>5311</c:v>
                </c:pt>
                <c:pt idx="54">
                  <c:v>5368</c:v>
                </c:pt>
                <c:pt idx="55">
                  <c:v>5339</c:v>
                </c:pt>
                <c:pt idx="56">
                  <c:v>5467</c:v>
                </c:pt>
                <c:pt idx="57">
                  <c:v>4361</c:v>
                </c:pt>
                <c:pt idx="58">
                  <c:v>5891</c:v>
                </c:pt>
                <c:pt idx="59">
                  <c:v>5492</c:v>
                </c:pt>
                <c:pt idx="60">
                  <c:v>5462</c:v>
                </c:pt>
                <c:pt idx="61">
                  <c:v>4654</c:v>
                </c:pt>
                <c:pt idx="62">
                  <c:v>4711</c:v>
                </c:pt>
                <c:pt idx="63">
                  <c:v>4731</c:v>
                </c:pt>
                <c:pt idx="64">
                  <c:v>5295</c:v>
                </c:pt>
                <c:pt idx="65">
                  <c:v>5039</c:v>
                </c:pt>
                <c:pt idx="66">
                  <c:v>5400</c:v>
                </c:pt>
                <c:pt idx="67">
                  <c:v>5158</c:v>
                </c:pt>
                <c:pt idx="68">
                  <c:v>5358</c:v>
                </c:pt>
                <c:pt idx="69">
                  <c:v>5167</c:v>
                </c:pt>
                <c:pt idx="70">
                  <c:v>5276</c:v>
                </c:pt>
                <c:pt idx="71">
                  <c:v>5304</c:v>
                </c:pt>
                <c:pt idx="72">
                  <c:v>5322</c:v>
                </c:pt>
                <c:pt idx="73">
                  <c:v>5319</c:v>
                </c:pt>
                <c:pt idx="74">
                  <c:v>5200</c:v>
                </c:pt>
                <c:pt idx="75">
                  <c:v>5219</c:v>
                </c:pt>
                <c:pt idx="76">
                  <c:v>5348</c:v>
                </c:pt>
                <c:pt idx="77">
                  <c:v>5046</c:v>
                </c:pt>
                <c:pt idx="78">
                  <c:v>5169</c:v>
                </c:pt>
                <c:pt idx="79">
                  <c:v>5093</c:v>
                </c:pt>
                <c:pt idx="80">
                  <c:v>5138</c:v>
                </c:pt>
                <c:pt idx="81">
                  <c:v>5032</c:v>
                </c:pt>
                <c:pt idx="82">
                  <c:v>5069</c:v>
                </c:pt>
                <c:pt idx="83">
                  <c:v>4511</c:v>
                </c:pt>
                <c:pt idx="84">
                  <c:v>5113</c:v>
                </c:pt>
                <c:pt idx="85">
                  <c:v>4831</c:v>
                </c:pt>
                <c:pt idx="86">
                  <c:v>4980</c:v>
                </c:pt>
                <c:pt idx="87">
                  <c:v>5071</c:v>
                </c:pt>
                <c:pt idx="88">
                  <c:v>4114</c:v>
                </c:pt>
                <c:pt idx="89">
                  <c:v>5079</c:v>
                </c:pt>
                <c:pt idx="90">
                  <c:v>4657</c:v>
                </c:pt>
                <c:pt idx="91">
                  <c:v>4570</c:v>
                </c:pt>
                <c:pt idx="92">
                  <c:v>4688</c:v>
                </c:pt>
                <c:pt idx="93">
                  <c:v>4712</c:v>
                </c:pt>
                <c:pt idx="94">
                  <c:v>4544</c:v>
                </c:pt>
                <c:pt idx="95">
                  <c:v>4667</c:v>
                </c:pt>
                <c:pt idx="96">
                  <c:v>4556</c:v>
                </c:pt>
                <c:pt idx="97">
                  <c:v>4125</c:v>
                </c:pt>
                <c:pt idx="98">
                  <c:v>4735</c:v>
                </c:pt>
                <c:pt idx="99">
                  <c:v>4431</c:v>
                </c:pt>
                <c:pt idx="100">
                  <c:v>4653</c:v>
                </c:pt>
                <c:pt idx="101">
                  <c:v>4506</c:v>
                </c:pt>
                <c:pt idx="102">
                  <c:v>4647</c:v>
                </c:pt>
                <c:pt idx="103">
                  <c:v>4472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037-4C45-BAE6-FAAECAC47E1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Sheet1!$D$2:$D$104</c:f>
              <c:numCache>
                <c:formatCode>General</c:formatCode>
                <c:ptCount val="103"/>
                <c:pt idx="0">
                  <c:v>5468</c:v>
                </c:pt>
                <c:pt idx="1">
                  <c:v>5092</c:v>
                </c:pt>
                <c:pt idx="2">
                  <c:v>5480</c:v>
                </c:pt>
                <c:pt idx="3">
                  <c:v>6019</c:v>
                </c:pt>
                <c:pt idx="4">
                  <c:v>4553</c:v>
                </c:pt>
                <c:pt idx="5">
                  <c:v>6243</c:v>
                </c:pt>
                <c:pt idx="6">
                  <c:v>5639</c:v>
                </c:pt>
                <c:pt idx="7">
                  <c:v>5774</c:v>
                </c:pt>
                <c:pt idx="8">
                  <c:v>6200</c:v>
                </c:pt>
                <c:pt idx="9">
                  <c:v>4989</c:v>
                </c:pt>
                <c:pt idx="10">
                  <c:v>4746</c:v>
                </c:pt>
                <c:pt idx="11">
                  <c:v>5459</c:v>
                </c:pt>
                <c:pt idx="12">
                  <c:v>4980</c:v>
                </c:pt>
                <c:pt idx="13">
                  <c:v>5712</c:v>
                </c:pt>
                <c:pt idx="14">
                  <c:v>5548</c:v>
                </c:pt>
                <c:pt idx="15">
                  <c:v>5300</c:v>
                </c:pt>
                <c:pt idx="16">
                  <c:v>5467</c:v>
                </c:pt>
                <c:pt idx="17">
                  <c:v>4875</c:v>
                </c:pt>
                <c:pt idx="18">
                  <c:v>4860</c:v>
                </c:pt>
                <c:pt idx="19">
                  <c:v>4859</c:v>
                </c:pt>
                <c:pt idx="20">
                  <c:v>4945</c:v>
                </c:pt>
                <c:pt idx="21">
                  <c:v>4915</c:v>
                </c:pt>
                <c:pt idx="22">
                  <c:v>5111</c:v>
                </c:pt>
                <c:pt idx="23">
                  <c:v>5109</c:v>
                </c:pt>
                <c:pt idx="24">
                  <c:v>4814</c:v>
                </c:pt>
                <c:pt idx="25">
                  <c:v>5048</c:v>
                </c:pt>
                <c:pt idx="26">
                  <c:v>4990</c:v>
                </c:pt>
                <c:pt idx="27">
                  <c:v>4889</c:v>
                </c:pt>
                <c:pt idx="28">
                  <c:v>4738</c:v>
                </c:pt>
                <c:pt idx="29">
                  <c:v>4862</c:v>
                </c:pt>
                <c:pt idx="30">
                  <c:v>4957</c:v>
                </c:pt>
                <c:pt idx="31">
                  <c:v>4632</c:v>
                </c:pt>
                <c:pt idx="32">
                  <c:v>5417</c:v>
                </c:pt>
                <c:pt idx="33">
                  <c:v>5327</c:v>
                </c:pt>
                <c:pt idx="34">
                  <c:v>5396</c:v>
                </c:pt>
                <c:pt idx="35">
                  <c:v>5367</c:v>
                </c:pt>
                <c:pt idx="36">
                  <c:v>4532</c:v>
                </c:pt>
                <c:pt idx="37">
                  <c:v>5685</c:v>
                </c:pt>
                <c:pt idx="38">
                  <c:v>5370</c:v>
                </c:pt>
                <c:pt idx="39">
                  <c:v>5283</c:v>
                </c:pt>
                <c:pt idx="40">
                  <c:v>5421</c:v>
                </c:pt>
                <c:pt idx="41">
                  <c:v>5144</c:v>
                </c:pt>
                <c:pt idx="42">
                  <c:v>5406</c:v>
                </c:pt>
                <c:pt idx="43">
                  <c:v>5514</c:v>
                </c:pt>
                <c:pt idx="44">
                  <c:v>5489</c:v>
                </c:pt>
                <c:pt idx="45">
                  <c:v>4810</c:v>
                </c:pt>
                <c:pt idx="46">
                  <c:v>5533</c:v>
                </c:pt>
                <c:pt idx="47">
                  <c:v>5292</c:v>
                </c:pt>
                <c:pt idx="48">
                  <c:v>5213</c:v>
                </c:pt>
                <c:pt idx="49">
                  <c:v>5566</c:v>
                </c:pt>
                <c:pt idx="50">
                  <c:v>5141</c:v>
                </c:pt>
                <c:pt idx="51">
                  <c:v>5500</c:v>
                </c:pt>
                <c:pt idx="52">
                  <c:v>5356</c:v>
                </c:pt>
                <c:pt idx="53">
                  <c:v>5311</c:v>
                </c:pt>
                <c:pt idx="54">
                  <c:v>5368</c:v>
                </c:pt>
                <c:pt idx="55">
                  <c:v>5339</c:v>
                </c:pt>
                <c:pt idx="56">
                  <c:v>5467</c:v>
                </c:pt>
                <c:pt idx="57">
                  <c:v>4361</c:v>
                </c:pt>
                <c:pt idx="58">
                  <c:v>5891</c:v>
                </c:pt>
                <c:pt idx="59">
                  <c:v>5492</c:v>
                </c:pt>
                <c:pt idx="60">
                  <c:v>5462</c:v>
                </c:pt>
                <c:pt idx="61">
                  <c:v>4654</c:v>
                </c:pt>
                <c:pt idx="62">
                  <c:v>4711</c:v>
                </c:pt>
                <c:pt idx="63">
                  <c:v>4731</c:v>
                </c:pt>
                <c:pt idx="64">
                  <c:v>5295</c:v>
                </c:pt>
                <c:pt idx="65">
                  <c:v>5039</c:v>
                </c:pt>
                <c:pt idx="66">
                  <c:v>5400</c:v>
                </c:pt>
                <c:pt idx="67">
                  <c:v>5158</c:v>
                </c:pt>
                <c:pt idx="68">
                  <c:v>5358</c:v>
                </c:pt>
                <c:pt idx="69">
                  <c:v>5167</c:v>
                </c:pt>
                <c:pt idx="70">
                  <c:v>5276</c:v>
                </c:pt>
                <c:pt idx="71">
                  <c:v>5304</c:v>
                </c:pt>
                <c:pt idx="72">
                  <c:v>5322</c:v>
                </c:pt>
                <c:pt idx="73">
                  <c:v>5319</c:v>
                </c:pt>
                <c:pt idx="74">
                  <c:v>5200</c:v>
                </c:pt>
                <c:pt idx="75">
                  <c:v>5219</c:v>
                </c:pt>
                <c:pt idx="76">
                  <c:v>5348</c:v>
                </c:pt>
                <c:pt idx="77">
                  <c:v>5046</c:v>
                </c:pt>
                <c:pt idx="78">
                  <c:v>5169</c:v>
                </c:pt>
                <c:pt idx="79">
                  <c:v>5093</c:v>
                </c:pt>
                <c:pt idx="80">
                  <c:v>5138</c:v>
                </c:pt>
                <c:pt idx="81">
                  <c:v>5032</c:v>
                </c:pt>
                <c:pt idx="82">
                  <c:v>5069</c:v>
                </c:pt>
                <c:pt idx="83">
                  <c:v>4511</c:v>
                </c:pt>
                <c:pt idx="84">
                  <c:v>5113</c:v>
                </c:pt>
                <c:pt idx="85">
                  <c:v>4831</c:v>
                </c:pt>
                <c:pt idx="86">
                  <c:v>4980</c:v>
                </c:pt>
                <c:pt idx="87">
                  <c:v>5071</c:v>
                </c:pt>
                <c:pt idx="88">
                  <c:v>4114</c:v>
                </c:pt>
                <c:pt idx="89">
                  <c:v>5079</c:v>
                </c:pt>
                <c:pt idx="90">
                  <c:v>4657</c:v>
                </c:pt>
                <c:pt idx="91">
                  <c:v>4571</c:v>
                </c:pt>
                <c:pt idx="92">
                  <c:v>4688</c:v>
                </c:pt>
                <c:pt idx="93">
                  <c:v>4712</c:v>
                </c:pt>
                <c:pt idx="94">
                  <c:v>4544</c:v>
                </c:pt>
                <c:pt idx="95">
                  <c:v>4668</c:v>
                </c:pt>
                <c:pt idx="96">
                  <c:v>4556</c:v>
                </c:pt>
                <c:pt idx="97">
                  <c:v>4123</c:v>
                </c:pt>
                <c:pt idx="98">
                  <c:v>4734</c:v>
                </c:pt>
                <c:pt idx="99">
                  <c:v>4435</c:v>
                </c:pt>
                <c:pt idx="100">
                  <c:v>4653</c:v>
                </c:pt>
                <c:pt idx="101">
                  <c:v>4530</c:v>
                </c:pt>
                <c:pt idx="102">
                  <c:v>4508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037-4C45-BAE6-FAAECAC47E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/>
              <a:t>Hormonal Drugs RX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131025</c:v>
                </c:pt>
                <c:pt idx="1">
                  <c:v>130533</c:v>
                </c:pt>
                <c:pt idx="2">
                  <c:v>130710</c:v>
                </c:pt>
                <c:pt idx="3">
                  <c:v>129973</c:v>
                </c:pt>
                <c:pt idx="4">
                  <c:v>112969</c:v>
                </c:pt>
                <c:pt idx="5">
                  <c:v>136013</c:v>
                </c:pt>
                <c:pt idx="6">
                  <c:v>130571</c:v>
                </c:pt>
                <c:pt idx="7">
                  <c:v>129861</c:v>
                </c:pt>
                <c:pt idx="8">
                  <c:v>125017</c:v>
                </c:pt>
                <c:pt idx="9">
                  <c:v>112919</c:v>
                </c:pt>
                <c:pt idx="10">
                  <c:v>118208</c:v>
                </c:pt>
                <c:pt idx="11">
                  <c:v>125938</c:v>
                </c:pt>
                <c:pt idx="12">
                  <c:v>115460</c:v>
                </c:pt>
                <c:pt idx="13">
                  <c:v>119920</c:v>
                </c:pt>
                <c:pt idx="14">
                  <c:v>121635</c:v>
                </c:pt>
                <c:pt idx="15">
                  <c:v>118952</c:v>
                </c:pt>
                <c:pt idx="16">
                  <c:v>113676</c:v>
                </c:pt>
                <c:pt idx="17">
                  <c:v>112147</c:v>
                </c:pt>
                <c:pt idx="18">
                  <c:v>116621</c:v>
                </c:pt>
                <c:pt idx="19">
                  <c:v>116184</c:v>
                </c:pt>
                <c:pt idx="20">
                  <c:v>114441</c:v>
                </c:pt>
                <c:pt idx="21">
                  <c:v>112084</c:v>
                </c:pt>
                <c:pt idx="22">
                  <c:v>111337</c:v>
                </c:pt>
                <c:pt idx="23">
                  <c:v>117089</c:v>
                </c:pt>
                <c:pt idx="24">
                  <c:v>115083</c:v>
                </c:pt>
                <c:pt idx="25">
                  <c:v>114651</c:v>
                </c:pt>
                <c:pt idx="26">
                  <c:v>114432</c:v>
                </c:pt>
                <c:pt idx="27">
                  <c:v>115381</c:v>
                </c:pt>
                <c:pt idx="28">
                  <c:v>112941</c:v>
                </c:pt>
                <c:pt idx="29">
                  <c:v>113649</c:v>
                </c:pt>
                <c:pt idx="30">
                  <c:v>113270</c:v>
                </c:pt>
                <c:pt idx="31">
                  <c:v>109143</c:v>
                </c:pt>
                <c:pt idx="32">
                  <c:v>118471</c:v>
                </c:pt>
                <c:pt idx="33">
                  <c:v>117716</c:v>
                </c:pt>
                <c:pt idx="34">
                  <c:v>114558</c:v>
                </c:pt>
                <c:pt idx="35">
                  <c:v>115702</c:v>
                </c:pt>
                <c:pt idx="36">
                  <c:v>106916</c:v>
                </c:pt>
                <c:pt idx="37">
                  <c:v>117309</c:v>
                </c:pt>
                <c:pt idx="38">
                  <c:v>112222</c:v>
                </c:pt>
                <c:pt idx="39">
                  <c:v>111674</c:v>
                </c:pt>
                <c:pt idx="40">
                  <c:v>110144</c:v>
                </c:pt>
                <c:pt idx="41">
                  <c:v>109383</c:v>
                </c:pt>
                <c:pt idx="42">
                  <c:v>110704</c:v>
                </c:pt>
                <c:pt idx="43">
                  <c:v>107556</c:v>
                </c:pt>
                <c:pt idx="44">
                  <c:v>110212</c:v>
                </c:pt>
                <c:pt idx="45">
                  <c:v>104819</c:v>
                </c:pt>
                <c:pt idx="46">
                  <c:v>110536</c:v>
                </c:pt>
                <c:pt idx="47">
                  <c:v>110023</c:v>
                </c:pt>
                <c:pt idx="48">
                  <c:v>106929</c:v>
                </c:pt>
                <c:pt idx="49">
                  <c:v>111638</c:v>
                </c:pt>
                <c:pt idx="50">
                  <c:v>108473</c:v>
                </c:pt>
                <c:pt idx="51">
                  <c:v>109714</c:v>
                </c:pt>
                <c:pt idx="52">
                  <c:v>109595</c:v>
                </c:pt>
                <c:pt idx="53">
                  <c:v>109396</c:v>
                </c:pt>
                <c:pt idx="54">
                  <c:v>109189</c:v>
                </c:pt>
                <c:pt idx="55">
                  <c:v>108395</c:v>
                </c:pt>
                <c:pt idx="56">
                  <c:v>109469</c:v>
                </c:pt>
                <c:pt idx="57">
                  <c:v>93359</c:v>
                </c:pt>
                <c:pt idx="58">
                  <c:v>114669</c:v>
                </c:pt>
                <c:pt idx="59">
                  <c:v>109156</c:v>
                </c:pt>
                <c:pt idx="60">
                  <c:v>111216</c:v>
                </c:pt>
                <c:pt idx="61">
                  <c:v>87908</c:v>
                </c:pt>
                <c:pt idx="62">
                  <c:v>98561</c:v>
                </c:pt>
                <c:pt idx="63">
                  <c:v>107357</c:v>
                </c:pt>
                <c:pt idx="64">
                  <c:v>110487</c:v>
                </c:pt>
                <c:pt idx="65">
                  <c:v>102218</c:v>
                </c:pt>
                <c:pt idx="66">
                  <c:v>107591</c:v>
                </c:pt>
                <c:pt idx="67">
                  <c:v>108510</c:v>
                </c:pt>
                <c:pt idx="68">
                  <c:v>107432</c:v>
                </c:pt>
                <c:pt idx="69">
                  <c:v>103614</c:v>
                </c:pt>
                <c:pt idx="70">
                  <c:v>109285</c:v>
                </c:pt>
                <c:pt idx="71">
                  <c:v>110342</c:v>
                </c:pt>
                <c:pt idx="72">
                  <c:v>109384</c:v>
                </c:pt>
                <c:pt idx="73">
                  <c:v>105937</c:v>
                </c:pt>
                <c:pt idx="74">
                  <c:v>107398</c:v>
                </c:pt>
                <c:pt idx="75">
                  <c:v>108874</c:v>
                </c:pt>
                <c:pt idx="76">
                  <c:v>109404</c:v>
                </c:pt>
                <c:pt idx="77">
                  <c:v>106522</c:v>
                </c:pt>
                <c:pt idx="78">
                  <c:v>111352</c:v>
                </c:pt>
                <c:pt idx="79">
                  <c:v>112226</c:v>
                </c:pt>
                <c:pt idx="80">
                  <c:v>110271</c:v>
                </c:pt>
                <c:pt idx="81">
                  <c:v>108979</c:v>
                </c:pt>
                <c:pt idx="82">
                  <c:v>109576</c:v>
                </c:pt>
                <c:pt idx="83">
                  <c:v>105652</c:v>
                </c:pt>
                <c:pt idx="84">
                  <c:v>110330</c:v>
                </c:pt>
                <c:pt idx="85">
                  <c:v>109184</c:v>
                </c:pt>
                <c:pt idx="86">
                  <c:v>107816</c:v>
                </c:pt>
                <c:pt idx="87">
                  <c:v>109888</c:v>
                </c:pt>
                <c:pt idx="88">
                  <c:v>101526</c:v>
                </c:pt>
                <c:pt idx="89">
                  <c:v>114899</c:v>
                </c:pt>
                <c:pt idx="90">
                  <c:v>109058</c:v>
                </c:pt>
                <c:pt idx="91">
                  <c:v>109787</c:v>
                </c:pt>
                <c:pt idx="92">
                  <c:v>108699</c:v>
                </c:pt>
                <c:pt idx="93">
                  <c:v>110460</c:v>
                </c:pt>
                <c:pt idx="94">
                  <c:v>110291</c:v>
                </c:pt>
                <c:pt idx="95">
                  <c:v>109729</c:v>
                </c:pt>
                <c:pt idx="96">
                  <c:v>110967</c:v>
                </c:pt>
                <c:pt idx="97">
                  <c:v>108063</c:v>
                </c:pt>
                <c:pt idx="98">
                  <c:v>114464</c:v>
                </c:pt>
                <c:pt idx="99">
                  <c:v>112839</c:v>
                </c:pt>
                <c:pt idx="100">
                  <c:v>111661</c:v>
                </c:pt>
                <c:pt idx="101">
                  <c:v>112695</c:v>
                </c:pt>
                <c:pt idx="102">
                  <c:v>113141</c:v>
                </c:pt>
                <c:pt idx="103">
                  <c:v>107066</c:v>
                </c:pt>
                <c:pt idx="104">
                  <c:v>70715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B6-CF40-9868-9CDFB6AECA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Sheet1!$C$2:$C$105</c:f>
              <c:numCache>
                <c:formatCode>General</c:formatCode>
                <c:ptCount val="104"/>
                <c:pt idx="0">
                  <c:v>131025</c:v>
                </c:pt>
                <c:pt idx="1">
                  <c:v>130533</c:v>
                </c:pt>
                <c:pt idx="2">
                  <c:v>130710</c:v>
                </c:pt>
                <c:pt idx="3">
                  <c:v>129973</c:v>
                </c:pt>
                <c:pt idx="4">
                  <c:v>112969</c:v>
                </c:pt>
                <c:pt idx="5">
                  <c:v>136013</c:v>
                </c:pt>
                <c:pt idx="6">
                  <c:v>130571</c:v>
                </c:pt>
                <c:pt idx="7">
                  <c:v>129861</c:v>
                </c:pt>
                <c:pt idx="8">
                  <c:v>125017</c:v>
                </c:pt>
                <c:pt idx="9">
                  <c:v>112919</c:v>
                </c:pt>
                <c:pt idx="10">
                  <c:v>118208</c:v>
                </c:pt>
                <c:pt idx="11">
                  <c:v>125938</c:v>
                </c:pt>
                <c:pt idx="12">
                  <c:v>115460</c:v>
                </c:pt>
                <c:pt idx="13">
                  <c:v>119920</c:v>
                </c:pt>
                <c:pt idx="14">
                  <c:v>121635</c:v>
                </c:pt>
                <c:pt idx="15">
                  <c:v>118952</c:v>
                </c:pt>
                <c:pt idx="16">
                  <c:v>113676</c:v>
                </c:pt>
                <c:pt idx="17">
                  <c:v>112147</c:v>
                </c:pt>
                <c:pt idx="18">
                  <c:v>116621</c:v>
                </c:pt>
                <c:pt idx="19">
                  <c:v>116184</c:v>
                </c:pt>
                <c:pt idx="20">
                  <c:v>114441</c:v>
                </c:pt>
                <c:pt idx="21">
                  <c:v>112084</c:v>
                </c:pt>
                <c:pt idx="22">
                  <c:v>111337</c:v>
                </c:pt>
                <c:pt idx="23">
                  <c:v>117089</c:v>
                </c:pt>
                <c:pt idx="24">
                  <c:v>115083</c:v>
                </c:pt>
                <c:pt idx="25">
                  <c:v>114651</c:v>
                </c:pt>
                <c:pt idx="26">
                  <c:v>114432</c:v>
                </c:pt>
                <c:pt idx="27">
                  <c:v>115381</c:v>
                </c:pt>
                <c:pt idx="28">
                  <c:v>112941</c:v>
                </c:pt>
                <c:pt idx="29">
                  <c:v>113649</c:v>
                </c:pt>
                <c:pt idx="30">
                  <c:v>113270</c:v>
                </c:pt>
                <c:pt idx="31">
                  <c:v>109143</c:v>
                </c:pt>
                <c:pt idx="32">
                  <c:v>118471</c:v>
                </c:pt>
                <c:pt idx="33">
                  <c:v>117716</c:v>
                </c:pt>
                <c:pt idx="34">
                  <c:v>114558</c:v>
                </c:pt>
                <c:pt idx="35">
                  <c:v>115702</c:v>
                </c:pt>
                <c:pt idx="36">
                  <c:v>106916</c:v>
                </c:pt>
                <c:pt idx="37">
                  <c:v>117309</c:v>
                </c:pt>
                <c:pt idx="38">
                  <c:v>112222</c:v>
                </c:pt>
                <c:pt idx="39">
                  <c:v>111674</c:v>
                </c:pt>
                <c:pt idx="40">
                  <c:v>110144</c:v>
                </c:pt>
                <c:pt idx="41">
                  <c:v>109383</c:v>
                </c:pt>
                <c:pt idx="42">
                  <c:v>110704</c:v>
                </c:pt>
                <c:pt idx="43">
                  <c:v>107556</c:v>
                </c:pt>
                <c:pt idx="44">
                  <c:v>110212</c:v>
                </c:pt>
                <c:pt idx="45">
                  <c:v>104819</c:v>
                </c:pt>
                <c:pt idx="46">
                  <c:v>110536</c:v>
                </c:pt>
                <c:pt idx="47">
                  <c:v>110023</c:v>
                </c:pt>
                <c:pt idx="48">
                  <c:v>106929</c:v>
                </c:pt>
                <c:pt idx="49">
                  <c:v>111638</c:v>
                </c:pt>
                <c:pt idx="50">
                  <c:v>108473</c:v>
                </c:pt>
                <c:pt idx="51">
                  <c:v>109714</c:v>
                </c:pt>
                <c:pt idx="52">
                  <c:v>109595</c:v>
                </c:pt>
                <c:pt idx="53">
                  <c:v>109396</c:v>
                </c:pt>
                <c:pt idx="54">
                  <c:v>109189</c:v>
                </c:pt>
                <c:pt idx="55">
                  <c:v>108395</c:v>
                </c:pt>
                <c:pt idx="56">
                  <c:v>109469</c:v>
                </c:pt>
                <c:pt idx="57">
                  <c:v>93359</c:v>
                </c:pt>
                <c:pt idx="58">
                  <c:v>114669</c:v>
                </c:pt>
                <c:pt idx="59">
                  <c:v>109156</c:v>
                </c:pt>
                <c:pt idx="60">
                  <c:v>111216</c:v>
                </c:pt>
                <c:pt idx="61">
                  <c:v>87908</c:v>
                </c:pt>
                <c:pt idx="62">
                  <c:v>98561</c:v>
                </c:pt>
                <c:pt idx="63">
                  <c:v>107357</c:v>
                </c:pt>
                <c:pt idx="64">
                  <c:v>110487</c:v>
                </c:pt>
                <c:pt idx="65">
                  <c:v>102218</c:v>
                </c:pt>
                <c:pt idx="66">
                  <c:v>107591</c:v>
                </c:pt>
                <c:pt idx="67">
                  <c:v>108510</c:v>
                </c:pt>
                <c:pt idx="68">
                  <c:v>107432</c:v>
                </c:pt>
                <c:pt idx="69">
                  <c:v>103614</c:v>
                </c:pt>
                <c:pt idx="70">
                  <c:v>109285</c:v>
                </c:pt>
                <c:pt idx="71">
                  <c:v>110342</c:v>
                </c:pt>
                <c:pt idx="72">
                  <c:v>109384</c:v>
                </c:pt>
                <c:pt idx="73">
                  <c:v>105937</c:v>
                </c:pt>
                <c:pt idx="74">
                  <c:v>107398</c:v>
                </c:pt>
                <c:pt idx="75">
                  <c:v>108874</c:v>
                </c:pt>
                <c:pt idx="76">
                  <c:v>109404</c:v>
                </c:pt>
                <c:pt idx="77">
                  <c:v>106522</c:v>
                </c:pt>
                <c:pt idx="78">
                  <c:v>111352</c:v>
                </c:pt>
                <c:pt idx="79">
                  <c:v>112226</c:v>
                </c:pt>
                <c:pt idx="80">
                  <c:v>110271</c:v>
                </c:pt>
                <c:pt idx="81">
                  <c:v>108979</c:v>
                </c:pt>
                <c:pt idx="82">
                  <c:v>109576</c:v>
                </c:pt>
                <c:pt idx="83">
                  <c:v>105652</c:v>
                </c:pt>
                <c:pt idx="84">
                  <c:v>110330</c:v>
                </c:pt>
                <c:pt idx="85">
                  <c:v>109184</c:v>
                </c:pt>
                <c:pt idx="86">
                  <c:v>107816</c:v>
                </c:pt>
                <c:pt idx="87">
                  <c:v>109888</c:v>
                </c:pt>
                <c:pt idx="88">
                  <c:v>101526</c:v>
                </c:pt>
                <c:pt idx="89">
                  <c:v>114899</c:v>
                </c:pt>
                <c:pt idx="90">
                  <c:v>109058</c:v>
                </c:pt>
                <c:pt idx="91">
                  <c:v>109776</c:v>
                </c:pt>
                <c:pt idx="92">
                  <c:v>108659</c:v>
                </c:pt>
                <c:pt idx="93">
                  <c:v>110410</c:v>
                </c:pt>
                <c:pt idx="94">
                  <c:v>110253</c:v>
                </c:pt>
                <c:pt idx="95">
                  <c:v>109673</c:v>
                </c:pt>
                <c:pt idx="96">
                  <c:v>110912</c:v>
                </c:pt>
                <c:pt idx="97">
                  <c:v>108004</c:v>
                </c:pt>
                <c:pt idx="98">
                  <c:v>114416</c:v>
                </c:pt>
                <c:pt idx="99">
                  <c:v>112767</c:v>
                </c:pt>
                <c:pt idx="100">
                  <c:v>111618</c:v>
                </c:pt>
                <c:pt idx="101">
                  <c:v>112615</c:v>
                </c:pt>
                <c:pt idx="102">
                  <c:v>108750</c:v>
                </c:pt>
                <c:pt idx="103">
                  <c:v>70518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CB6-CF40-9868-9CDFB6AECAA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Sheet1!$D$2:$D$104</c:f>
              <c:numCache>
                <c:formatCode>General</c:formatCode>
                <c:ptCount val="103"/>
                <c:pt idx="0">
                  <c:v>131025</c:v>
                </c:pt>
                <c:pt idx="1">
                  <c:v>130533</c:v>
                </c:pt>
                <c:pt idx="2">
                  <c:v>130710</c:v>
                </c:pt>
                <c:pt idx="3">
                  <c:v>129973</c:v>
                </c:pt>
                <c:pt idx="4">
                  <c:v>112969</c:v>
                </c:pt>
                <c:pt idx="5">
                  <c:v>136013</c:v>
                </c:pt>
                <c:pt idx="6">
                  <c:v>130571</c:v>
                </c:pt>
                <c:pt idx="7">
                  <c:v>129861</c:v>
                </c:pt>
                <c:pt idx="8">
                  <c:v>125017</c:v>
                </c:pt>
                <c:pt idx="9">
                  <c:v>112919</c:v>
                </c:pt>
                <c:pt idx="10">
                  <c:v>118208</c:v>
                </c:pt>
                <c:pt idx="11">
                  <c:v>125938</c:v>
                </c:pt>
                <c:pt idx="12">
                  <c:v>115460</c:v>
                </c:pt>
                <c:pt idx="13">
                  <c:v>119920</c:v>
                </c:pt>
                <c:pt idx="14">
                  <c:v>121635</c:v>
                </c:pt>
                <c:pt idx="15">
                  <c:v>118952</c:v>
                </c:pt>
                <c:pt idx="16">
                  <c:v>113676</c:v>
                </c:pt>
                <c:pt idx="17">
                  <c:v>112147</c:v>
                </c:pt>
                <c:pt idx="18">
                  <c:v>116621</c:v>
                </c:pt>
                <c:pt idx="19">
                  <c:v>116184</c:v>
                </c:pt>
                <c:pt idx="20">
                  <c:v>114441</c:v>
                </c:pt>
                <c:pt idx="21">
                  <c:v>112084</c:v>
                </c:pt>
                <c:pt idx="22">
                  <c:v>111337</c:v>
                </c:pt>
                <c:pt idx="23">
                  <c:v>117089</c:v>
                </c:pt>
                <c:pt idx="24">
                  <c:v>115083</c:v>
                </c:pt>
                <c:pt idx="25">
                  <c:v>114651</c:v>
                </c:pt>
                <c:pt idx="26">
                  <c:v>114432</c:v>
                </c:pt>
                <c:pt idx="27">
                  <c:v>115381</c:v>
                </c:pt>
                <c:pt idx="28">
                  <c:v>112941</c:v>
                </c:pt>
                <c:pt idx="29">
                  <c:v>113649</c:v>
                </c:pt>
                <c:pt idx="30">
                  <c:v>113270</c:v>
                </c:pt>
                <c:pt idx="31">
                  <c:v>109143</c:v>
                </c:pt>
                <c:pt idx="32">
                  <c:v>118471</c:v>
                </c:pt>
                <c:pt idx="33">
                  <c:v>117716</c:v>
                </c:pt>
                <c:pt idx="34">
                  <c:v>114558</c:v>
                </c:pt>
                <c:pt idx="35">
                  <c:v>115702</c:v>
                </c:pt>
                <c:pt idx="36">
                  <c:v>106916</c:v>
                </c:pt>
                <c:pt idx="37">
                  <c:v>117309</c:v>
                </c:pt>
                <c:pt idx="38">
                  <c:v>112222</c:v>
                </c:pt>
                <c:pt idx="39">
                  <c:v>111674</c:v>
                </c:pt>
                <c:pt idx="40">
                  <c:v>110144</c:v>
                </c:pt>
                <c:pt idx="41">
                  <c:v>109383</c:v>
                </c:pt>
                <c:pt idx="42">
                  <c:v>110704</c:v>
                </c:pt>
                <c:pt idx="43">
                  <c:v>107556</c:v>
                </c:pt>
                <c:pt idx="44">
                  <c:v>110212</c:v>
                </c:pt>
                <c:pt idx="45">
                  <c:v>104819</c:v>
                </c:pt>
                <c:pt idx="46">
                  <c:v>110536</c:v>
                </c:pt>
                <c:pt idx="47">
                  <c:v>110023</c:v>
                </c:pt>
                <c:pt idx="48">
                  <c:v>106929</c:v>
                </c:pt>
                <c:pt idx="49">
                  <c:v>111638</c:v>
                </c:pt>
                <c:pt idx="50">
                  <c:v>108473</c:v>
                </c:pt>
                <c:pt idx="51">
                  <c:v>109714</c:v>
                </c:pt>
                <c:pt idx="52">
                  <c:v>109595</c:v>
                </c:pt>
                <c:pt idx="53">
                  <c:v>109396</c:v>
                </c:pt>
                <c:pt idx="54">
                  <c:v>109189</c:v>
                </c:pt>
                <c:pt idx="55">
                  <c:v>108395</c:v>
                </c:pt>
                <c:pt idx="56">
                  <c:v>109469</c:v>
                </c:pt>
                <c:pt idx="57">
                  <c:v>93359</c:v>
                </c:pt>
                <c:pt idx="58">
                  <c:v>114669</c:v>
                </c:pt>
                <c:pt idx="59">
                  <c:v>109156</c:v>
                </c:pt>
                <c:pt idx="60">
                  <c:v>111216</c:v>
                </c:pt>
                <c:pt idx="61">
                  <c:v>87908</c:v>
                </c:pt>
                <c:pt idx="62">
                  <c:v>98561</c:v>
                </c:pt>
                <c:pt idx="63">
                  <c:v>107357</c:v>
                </c:pt>
                <c:pt idx="64">
                  <c:v>110487</c:v>
                </c:pt>
                <c:pt idx="65">
                  <c:v>102218</c:v>
                </c:pt>
                <c:pt idx="66">
                  <c:v>107591</c:v>
                </c:pt>
                <c:pt idx="67">
                  <c:v>108510</c:v>
                </c:pt>
                <c:pt idx="68">
                  <c:v>107432</c:v>
                </c:pt>
                <c:pt idx="69">
                  <c:v>103614</c:v>
                </c:pt>
                <c:pt idx="70">
                  <c:v>109285</c:v>
                </c:pt>
                <c:pt idx="71">
                  <c:v>110342</c:v>
                </c:pt>
                <c:pt idx="72">
                  <c:v>109384</c:v>
                </c:pt>
                <c:pt idx="73">
                  <c:v>105937</c:v>
                </c:pt>
                <c:pt idx="74">
                  <c:v>107398</c:v>
                </c:pt>
                <c:pt idx="75">
                  <c:v>108874</c:v>
                </c:pt>
                <c:pt idx="76">
                  <c:v>109404</c:v>
                </c:pt>
                <c:pt idx="77">
                  <c:v>106522</c:v>
                </c:pt>
                <c:pt idx="78">
                  <c:v>111352</c:v>
                </c:pt>
                <c:pt idx="79">
                  <c:v>112226</c:v>
                </c:pt>
                <c:pt idx="80">
                  <c:v>110271</c:v>
                </c:pt>
                <c:pt idx="81">
                  <c:v>108979</c:v>
                </c:pt>
                <c:pt idx="82">
                  <c:v>109576</c:v>
                </c:pt>
                <c:pt idx="83">
                  <c:v>105652</c:v>
                </c:pt>
                <c:pt idx="84">
                  <c:v>110330</c:v>
                </c:pt>
                <c:pt idx="85">
                  <c:v>109184</c:v>
                </c:pt>
                <c:pt idx="86">
                  <c:v>107816</c:v>
                </c:pt>
                <c:pt idx="87">
                  <c:v>109888</c:v>
                </c:pt>
                <c:pt idx="88">
                  <c:v>101526</c:v>
                </c:pt>
                <c:pt idx="89">
                  <c:v>114899</c:v>
                </c:pt>
                <c:pt idx="90">
                  <c:v>109055</c:v>
                </c:pt>
                <c:pt idx="91">
                  <c:v>109781</c:v>
                </c:pt>
                <c:pt idx="92">
                  <c:v>108651</c:v>
                </c:pt>
                <c:pt idx="93">
                  <c:v>110399</c:v>
                </c:pt>
                <c:pt idx="94">
                  <c:v>110245</c:v>
                </c:pt>
                <c:pt idx="95">
                  <c:v>109678</c:v>
                </c:pt>
                <c:pt idx="96">
                  <c:v>110918</c:v>
                </c:pt>
                <c:pt idx="97">
                  <c:v>108004</c:v>
                </c:pt>
                <c:pt idx="98">
                  <c:v>114421</c:v>
                </c:pt>
                <c:pt idx="99">
                  <c:v>112758</c:v>
                </c:pt>
                <c:pt idx="100">
                  <c:v>111581</c:v>
                </c:pt>
                <c:pt idx="101">
                  <c:v>108173</c:v>
                </c:pt>
                <c:pt idx="102">
                  <c:v>71514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CB6-CF40-9868-9CDFB6AECA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/>
              <a:t>Targeted Therapy Drugs MX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15353</c:v>
                </c:pt>
                <c:pt idx="1">
                  <c:v>16148</c:v>
                </c:pt>
                <c:pt idx="2">
                  <c:v>15662</c:v>
                </c:pt>
                <c:pt idx="3">
                  <c:v>16093</c:v>
                </c:pt>
                <c:pt idx="4">
                  <c:v>11330</c:v>
                </c:pt>
                <c:pt idx="5">
                  <c:v>18472</c:v>
                </c:pt>
                <c:pt idx="6">
                  <c:v>16440</c:v>
                </c:pt>
                <c:pt idx="7">
                  <c:v>13046</c:v>
                </c:pt>
                <c:pt idx="8">
                  <c:v>15970</c:v>
                </c:pt>
                <c:pt idx="9">
                  <c:v>14428</c:v>
                </c:pt>
                <c:pt idx="10">
                  <c:v>14197</c:v>
                </c:pt>
                <c:pt idx="11">
                  <c:v>17459</c:v>
                </c:pt>
                <c:pt idx="12">
                  <c:v>14241</c:v>
                </c:pt>
                <c:pt idx="13">
                  <c:v>13894</c:v>
                </c:pt>
                <c:pt idx="14">
                  <c:v>16160</c:v>
                </c:pt>
                <c:pt idx="15">
                  <c:v>14245</c:v>
                </c:pt>
                <c:pt idx="16">
                  <c:v>12721</c:v>
                </c:pt>
                <c:pt idx="17">
                  <c:v>12541</c:v>
                </c:pt>
                <c:pt idx="18">
                  <c:v>11695</c:v>
                </c:pt>
                <c:pt idx="19">
                  <c:v>12627</c:v>
                </c:pt>
                <c:pt idx="20">
                  <c:v>12797</c:v>
                </c:pt>
                <c:pt idx="21">
                  <c:v>11837</c:v>
                </c:pt>
                <c:pt idx="22">
                  <c:v>11128</c:v>
                </c:pt>
                <c:pt idx="23">
                  <c:v>14358</c:v>
                </c:pt>
                <c:pt idx="24">
                  <c:v>13147</c:v>
                </c:pt>
                <c:pt idx="25">
                  <c:v>12559</c:v>
                </c:pt>
                <c:pt idx="26">
                  <c:v>12990</c:v>
                </c:pt>
                <c:pt idx="27">
                  <c:v>13392</c:v>
                </c:pt>
                <c:pt idx="28">
                  <c:v>13433</c:v>
                </c:pt>
                <c:pt idx="29">
                  <c:v>13519</c:v>
                </c:pt>
                <c:pt idx="30">
                  <c:v>12677</c:v>
                </c:pt>
                <c:pt idx="31">
                  <c:v>11545</c:v>
                </c:pt>
                <c:pt idx="32">
                  <c:v>14430</c:v>
                </c:pt>
                <c:pt idx="33">
                  <c:v>12935</c:v>
                </c:pt>
                <c:pt idx="34">
                  <c:v>12021</c:v>
                </c:pt>
                <c:pt idx="35">
                  <c:v>13247</c:v>
                </c:pt>
                <c:pt idx="36">
                  <c:v>12112</c:v>
                </c:pt>
                <c:pt idx="37">
                  <c:v>14081</c:v>
                </c:pt>
                <c:pt idx="38">
                  <c:v>13679</c:v>
                </c:pt>
                <c:pt idx="39">
                  <c:v>11894</c:v>
                </c:pt>
                <c:pt idx="40">
                  <c:v>13482</c:v>
                </c:pt>
                <c:pt idx="41">
                  <c:v>14273</c:v>
                </c:pt>
                <c:pt idx="42">
                  <c:v>12367</c:v>
                </c:pt>
                <c:pt idx="43">
                  <c:v>13405</c:v>
                </c:pt>
                <c:pt idx="44">
                  <c:v>13368</c:v>
                </c:pt>
                <c:pt idx="45">
                  <c:v>12649</c:v>
                </c:pt>
                <c:pt idx="46">
                  <c:v>14368</c:v>
                </c:pt>
                <c:pt idx="47">
                  <c:v>14059</c:v>
                </c:pt>
                <c:pt idx="48">
                  <c:v>11847</c:v>
                </c:pt>
                <c:pt idx="49">
                  <c:v>14800</c:v>
                </c:pt>
                <c:pt idx="50">
                  <c:v>13837</c:v>
                </c:pt>
                <c:pt idx="51">
                  <c:v>12850</c:v>
                </c:pt>
                <c:pt idx="52">
                  <c:v>13735</c:v>
                </c:pt>
                <c:pt idx="53">
                  <c:v>13814</c:v>
                </c:pt>
                <c:pt idx="54">
                  <c:v>13520</c:v>
                </c:pt>
                <c:pt idx="55">
                  <c:v>14503</c:v>
                </c:pt>
                <c:pt idx="56">
                  <c:v>13982</c:v>
                </c:pt>
                <c:pt idx="57">
                  <c:v>9248</c:v>
                </c:pt>
                <c:pt idx="58">
                  <c:v>17142</c:v>
                </c:pt>
                <c:pt idx="59">
                  <c:v>14535</c:v>
                </c:pt>
                <c:pt idx="60">
                  <c:v>11336</c:v>
                </c:pt>
                <c:pt idx="61">
                  <c:v>11864</c:v>
                </c:pt>
                <c:pt idx="62">
                  <c:v>13946</c:v>
                </c:pt>
                <c:pt idx="63">
                  <c:v>13754</c:v>
                </c:pt>
                <c:pt idx="64">
                  <c:v>13952</c:v>
                </c:pt>
                <c:pt idx="65">
                  <c:v>12833</c:v>
                </c:pt>
                <c:pt idx="66">
                  <c:v>13432</c:v>
                </c:pt>
                <c:pt idx="67">
                  <c:v>14314</c:v>
                </c:pt>
                <c:pt idx="68">
                  <c:v>13508</c:v>
                </c:pt>
                <c:pt idx="69">
                  <c:v>13116</c:v>
                </c:pt>
                <c:pt idx="70">
                  <c:v>13784</c:v>
                </c:pt>
                <c:pt idx="71">
                  <c:v>13993</c:v>
                </c:pt>
                <c:pt idx="72">
                  <c:v>13526</c:v>
                </c:pt>
                <c:pt idx="73">
                  <c:v>13873</c:v>
                </c:pt>
                <c:pt idx="74">
                  <c:v>13073</c:v>
                </c:pt>
                <c:pt idx="75">
                  <c:v>13812</c:v>
                </c:pt>
                <c:pt idx="76">
                  <c:v>14101</c:v>
                </c:pt>
                <c:pt idx="77">
                  <c:v>13217</c:v>
                </c:pt>
                <c:pt idx="78">
                  <c:v>13102</c:v>
                </c:pt>
                <c:pt idx="79">
                  <c:v>13635</c:v>
                </c:pt>
                <c:pt idx="80">
                  <c:v>13867</c:v>
                </c:pt>
                <c:pt idx="81">
                  <c:v>13490</c:v>
                </c:pt>
                <c:pt idx="82">
                  <c:v>13630</c:v>
                </c:pt>
                <c:pt idx="83">
                  <c:v>12457</c:v>
                </c:pt>
                <c:pt idx="84">
                  <c:v>14444</c:v>
                </c:pt>
                <c:pt idx="85">
                  <c:v>13573</c:v>
                </c:pt>
                <c:pt idx="86">
                  <c:v>12743</c:v>
                </c:pt>
                <c:pt idx="87">
                  <c:v>13692</c:v>
                </c:pt>
                <c:pt idx="88">
                  <c:v>12394</c:v>
                </c:pt>
                <c:pt idx="89">
                  <c:v>14246</c:v>
                </c:pt>
                <c:pt idx="90">
                  <c:v>14183</c:v>
                </c:pt>
                <c:pt idx="91">
                  <c:v>12696</c:v>
                </c:pt>
                <c:pt idx="92">
                  <c:v>13722</c:v>
                </c:pt>
                <c:pt idx="93">
                  <c:v>14346</c:v>
                </c:pt>
                <c:pt idx="94">
                  <c:v>13059</c:v>
                </c:pt>
                <c:pt idx="95">
                  <c:v>13679</c:v>
                </c:pt>
                <c:pt idx="96">
                  <c:v>13678</c:v>
                </c:pt>
                <c:pt idx="97">
                  <c:v>12455</c:v>
                </c:pt>
                <c:pt idx="98">
                  <c:v>13887</c:v>
                </c:pt>
                <c:pt idx="99">
                  <c:v>13639</c:v>
                </c:pt>
                <c:pt idx="100">
                  <c:v>11869</c:v>
                </c:pt>
                <c:pt idx="101">
                  <c:v>10457</c:v>
                </c:pt>
                <c:pt idx="102">
                  <c:v>6818</c:v>
                </c:pt>
                <c:pt idx="103">
                  <c:v>4338</c:v>
                </c:pt>
                <c:pt idx="104">
                  <c:v>2779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F8-5842-8D38-BBDE239122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Sheet1!$C$2:$C$105</c:f>
              <c:numCache>
                <c:formatCode>General</c:formatCode>
                <c:ptCount val="104"/>
                <c:pt idx="0">
                  <c:v>15353</c:v>
                </c:pt>
                <c:pt idx="1">
                  <c:v>16148</c:v>
                </c:pt>
                <c:pt idx="2">
                  <c:v>15662</c:v>
                </c:pt>
                <c:pt idx="3">
                  <c:v>16093</c:v>
                </c:pt>
                <c:pt idx="4">
                  <c:v>11330</c:v>
                </c:pt>
                <c:pt idx="5">
                  <c:v>18472</c:v>
                </c:pt>
                <c:pt idx="6">
                  <c:v>16440</c:v>
                </c:pt>
                <c:pt idx="7">
                  <c:v>13046</c:v>
                </c:pt>
                <c:pt idx="8">
                  <c:v>15970</c:v>
                </c:pt>
                <c:pt idx="9">
                  <c:v>14428</c:v>
                </c:pt>
                <c:pt idx="10">
                  <c:v>14197</c:v>
                </c:pt>
                <c:pt idx="11">
                  <c:v>17459</c:v>
                </c:pt>
                <c:pt idx="12">
                  <c:v>14241</c:v>
                </c:pt>
                <c:pt idx="13">
                  <c:v>13894</c:v>
                </c:pt>
                <c:pt idx="14">
                  <c:v>16160</c:v>
                </c:pt>
                <c:pt idx="15">
                  <c:v>14245</c:v>
                </c:pt>
                <c:pt idx="16">
                  <c:v>12721</c:v>
                </c:pt>
                <c:pt idx="17">
                  <c:v>12541</c:v>
                </c:pt>
                <c:pt idx="18">
                  <c:v>11695</c:v>
                </c:pt>
                <c:pt idx="19">
                  <c:v>12627</c:v>
                </c:pt>
                <c:pt idx="20">
                  <c:v>12797</c:v>
                </c:pt>
                <c:pt idx="21">
                  <c:v>11837</c:v>
                </c:pt>
                <c:pt idx="22">
                  <c:v>11128</c:v>
                </c:pt>
                <c:pt idx="23">
                  <c:v>14358</c:v>
                </c:pt>
                <c:pt idx="24">
                  <c:v>13147</c:v>
                </c:pt>
                <c:pt idx="25">
                  <c:v>12559</c:v>
                </c:pt>
                <c:pt idx="26">
                  <c:v>12990</c:v>
                </c:pt>
                <c:pt idx="27">
                  <c:v>13392</c:v>
                </c:pt>
                <c:pt idx="28">
                  <c:v>13433</c:v>
                </c:pt>
                <c:pt idx="29">
                  <c:v>13519</c:v>
                </c:pt>
                <c:pt idx="30">
                  <c:v>12677</c:v>
                </c:pt>
                <c:pt idx="31">
                  <c:v>11545</c:v>
                </c:pt>
                <c:pt idx="32">
                  <c:v>14430</c:v>
                </c:pt>
                <c:pt idx="33">
                  <c:v>12935</c:v>
                </c:pt>
                <c:pt idx="34">
                  <c:v>12021</c:v>
                </c:pt>
                <c:pt idx="35">
                  <c:v>13247</c:v>
                </c:pt>
                <c:pt idx="36">
                  <c:v>12112</c:v>
                </c:pt>
                <c:pt idx="37">
                  <c:v>14081</c:v>
                </c:pt>
                <c:pt idx="38">
                  <c:v>13679</c:v>
                </c:pt>
                <c:pt idx="39">
                  <c:v>11894</c:v>
                </c:pt>
                <c:pt idx="40">
                  <c:v>13482</c:v>
                </c:pt>
                <c:pt idx="41">
                  <c:v>14273</c:v>
                </c:pt>
                <c:pt idx="42">
                  <c:v>12367</c:v>
                </c:pt>
                <c:pt idx="43">
                  <c:v>13405</c:v>
                </c:pt>
                <c:pt idx="44">
                  <c:v>13368</c:v>
                </c:pt>
                <c:pt idx="45">
                  <c:v>12649</c:v>
                </c:pt>
                <c:pt idx="46">
                  <c:v>14368</c:v>
                </c:pt>
                <c:pt idx="47">
                  <c:v>14059</c:v>
                </c:pt>
                <c:pt idx="48">
                  <c:v>11847</c:v>
                </c:pt>
                <c:pt idx="49">
                  <c:v>14800</c:v>
                </c:pt>
                <c:pt idx="50">
                  <c:v>13837</c:v>
                </c:pt>
                <c:pt idx="51">
                  <c:v>12850</c:v>
                </c:pt>
                <c:pt idx="52">
                  <c:v>13735</c:v>
                </c:pt>
                <c:pt idx="53">
                  <c:v>13814</c:v>
                </c:pt>
                <c:pt idx="54">
                  <c:v>13520</c:v>
                </c:pt>
                <c:pt idx="55">
                  <c:v>14503</c:v>
                </c:pt>
                <c:pt idx="56">
                  <c:v>13982</c:v>
                </c:pt>
                <c:pt idx="57">
                  <c:v>9248</c:v>
                </c:pt>
                <c:pt idx="58">
                  <c:v>17142</c:v>
                </c:pt>
                <c:pt idx="59">
                  <c:v>14535</c:v>
                </c:pt>
                <c:pt idx="60">
                  <c:v>11336</c:v>
                </c:pt>
                <c:pt idx="61">
                  <c:v>11864</c:v>
                </c:pt>
                <c:pt idx="62">
                  <c:v>13946</c:v>
                </c:pt>
                <c:pt idx="63">
                  <c:v>13754</c:v>
                </c:pt>
                <c:pt idx="64">
                  <c:v>13952</c:v>
                </c:pt>
                <c:pt idx="65">
                  <c:v>12833</c:v>
                </c:pt>
                <c:pt idx="66">
                  <c:v>13432</c:v>
                </c:pt>
                <c:pt idx="67">
                  <c:v>14314</c:v>
                </c:pt>
                <c:pt idx="68">
                  <c:v>13508</c:v>
                </c:pt>
                <c:pt idx="69">
                  <c:v>13116</c:v>
                </c:pt>
                <c:pt idx="70">
                  <c:v>13784</c:v>
                </c:pt>
                <c:pt idx="71">
                  <c:v>13993</c:v>
                </c:pt>
                <c:pt idx="72">
                  <c:v>13526</c:v>
                </c:pt>
                <c:pt idx="73">
                  <c:v>13873</c:v>
                </c:pt>
                <c:pt idx="74">
                  <c:v>13073</c:v>
                </c:pt>
                <c:pt idx="75">
                  <c:v>13812</c:v>
                </c:pt>
                <c:pt idx="76">
                  <c:v>14101</c:v>
                </c:pt>
                <c:pt idx="77">
                  <c:v>13217</c:v>
                </c:pt>
                <c:pt idx="78">
                  <c:v>13102</c:v>
                </c:pt>
                <c:pt idx="79">
                  <c:v>13635</c:v>
                </c:pt>
                <c:pt idx="80">
                  <c:v>13867</c:v>
                </c:pt>
                <c:pt idx="81">
                  <c:v>13490</c:v>
                </c:pt>
                <c:pt idx="82">
                  <c:v>13630</c:v>
                </c:pt>
                <c:pt idx="83">
                  <c:v>12457</c:v>
                </c:pt>
                <c:pt idx="84">
                  <c:v>14444</c:v>
                </c:pt>
                <c:pt idx="85">
                  <c:v>13573</c:v>
                </c:pt>
                <c:pt idx="86">
                  <c:v>12743</c:v>
                </c:pt>
                <c:pt idx="87">
                  <c:v>13692</c:v>
                </c:pt>
                <c:pt idx="88">
                  <c:v>12394</c:v>
                </c:pt>
                <c:pt idx="89">
                  <c:v>14246</c:v>
                </c:pt>
                <c:pt idx="90">
                  <c:v>14182</c:v>
                </c:pt>
                <c:pt idx="91">
                  <c:v>12694</c:v>
                </c:pt>
                <c:pt idx="92">
                  <c:v>13709</c:v>
                </c:pt>
                <c:pt idx="93">
                  <c:v>14315</c:v>
                </c:pt>
                <c:pt idx="94">
                  <c:v>13020</c:v>
                </c:pt>
                <c:pt idx="95">
                  <c:v>13635</c:v>
                </c:pt>
                <c:pt idx="96">
                  <c:v>13624</c:v>
                </c:pt>
                <c:pt idx="97">
                  <c:v>12201</c:v>
                </c:pt>
                <c:pt idx="98">
                  <c:v>13630</c:v>
                </c:pt>
                <c:pt idx="99">
                  <c:v>13325</c:v>
                </c:pt>
                <c:pt idx="100">
                  <c:v>11468</c:v>
                </c:pt>
                <c:pt idx="101">
                  <c:v>9974</c:v>
                </c:pt>
                <c:pt idx="102">
                  <c:v>5788</c:v>
                </c:pt>
                <c:pt idx="103">
                  <c:v>2519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F8-5842-8D38-BBDE2391223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Sheet1!$D$2:$D$104</c:f>
              <c:numCache>
                <c:formatCode>General</c:formatCode>
                <c:ptCount val="103"/>
                <c:pt idx="0">
                  <c:v>15353</c:v>
                </c:pt>
                <c:pt idx="1">
                  <c:v>16148</c:v>
                </c:pt>
                <c:pt idx="2">
                  <c:v>15662</c:v>
                </c:pt>
                <c:pt idx="3">
                  <c:v>16093</c:v>
                </c:pt>
                <c:pt idx="4">
                  <c:v>11330</c:v>
                </c:pt>
                <c:pt idx="5">
                  <c:v>18472</c:v>
                </c:pt>
                <c:pt idx="6">
                  <c:v>16440</c:v>
                </c:pt>
                <c:pt idx="7">
                  <c:v>13046</c:v>
                </c:pt>
                <c:pt idx="8">
                  <c:v>15970</c:v>
                </c:pt>
                <c:pt idx="9">
                  <c:v>14428</c:v>
                </c:pt>
                <c:pt idx="10">
                  <c:v>14197</c:v>
                </c:pt>
                <c:pt idx="11">
                  <c:v>17459</c:v>
                </c:pt>
                <c:pt idx="12">
                  <c:v>14241</c:v>
                </c:pt>
                <c:pt idx="13">
                  <c:v>13894</c:v>
                </c:pt>
                <c:pt idx="14">
                  <c:v>16160</c:v>
                </c:pt>
                <c:pt idx="15">
                  <c:v>14245</c:v>
                </c:pt>
                <c:pt idx="16">
                  <c:v>12721</c:v>
                </c:pt>
                <c:pt idx="17">
                  <c:v>12541</c:v>
                </c:pt>
                <c:pt idx="18">
                  <c:v>11695</c:v>
                </c:pt>
                <c:pt idx="19">
                  <c:v>12627</c:v>
                </c:pt>
                <c:pt idx="20">
                  <c:v>12797</c:v>
                </c:pt>
                <c:pt idx="21">
                  <c:v>11837</c:v>
                </c:pt>
                <c:pt idx="22">
                  <c:v>11128</c:v>
                </c:pt>
                <c:pt idx="23">
                  <c:v>14358</c:v>
                </c:pt>
                <c:pt idx="24">
                  <c:v>13147</c:v>
                </c:pt>
                <c:pt idx="25">
                  <c:v>12559</c:v>
                </c:pt>
                <c:pt idx="26">
                  <c:v>12990</c:v>
                </c:pt>
                <c:pt idx="27">
                  <c:v>13392</c:v>
                </c:pt>
                <c:pt idx="28">
                  <c:v>13433</c:v>
                </c:pt>
                <c:pt idx="29">
                  <c:v>13519</c:v>
                </c:pt>
                <c:pt idx="30">
                  <c:v>12677</c:v>
                </c:pt>
                <c:pt idx="31">
                  <c:v>11545</c:v>
                </c:pt>
                <c:pt idx="32">
                  <c:v>14430</c:v>
                </c:pt>
                <c:pt idx="33">
                  <c:v>12935</c:v>
                </c:pt>
                <c:pt idx="34">
                  <c:v>12021</c:v>
                </c:pt>
                <c:pt idx="35">
                  <c:v>13247</c:v>
                </c:pt>
                <c:pt idx="36">
                  <c:v>12112</c:v>
                </c:pt>
                <c:pt idx="37">
                  <c:v>14081</c:v>
                </c:pt>
                <c:pt idx="38">
                  <c:v>13679</c:v>
                </c:pt>
                <c:pt idx="39">
                  <c:v>11894</c:v>
                </c:pt>
                <c:pt idx="40">
                  <c:v>13482</c:v>
                </c:pt>
                <c:pt idx="41">
                  <c:v>14273</c:v>
                </c:pt>
                <c:pt idx="42">
                  <c:v>12367</c:v>
                </c:pt>
                <c:pt idx="43">
                  <c:v>13405</c:v>
                </c:pt>
                <c:pt idx="44">
                  <c:v>13368</c:v>
                </c:pt>
                <c:pt idx="45">
                  <c:v>12649</c:v>
                </c:pt>
                <c:pt idx="46">
                  <c:v>14368</c:v>
                </c:pt>
                <c:pt idx="47">
                  <c:v>14059</c:v>
                </c:pt>
                <c:pt idx="48">
                  <c:v>11847</c:v>
                </c:pt>
                <c:pt idx="49">
                  <c:v>14800</c:v>
                </c:pt>
                <c:pt idx="50">
                  <c:v>13837</c:v>
                </c:pt>
                <c:pt idx="51">
                  <c:v>12850</c:v>
                </c:pt>
                <c:pt idx="52">
                  <c:v>13735</c:v>
                </c:pt>
                <c:pt idx="53">
                  <c:v>13814</c:v>
                </c:pt>
                <c:pt idx="54">
                  <c:v>13520</c:v>
                </c:pt>
                <c:pt idx="55">
                  <c:v>14503</c:v>
                </c:pt>
                <c:pt idx="56">
                  <c:v>13982</c:v>
                </c:pt>
                <c:pt idx="57">
                  <c:v>9248</c:v>
                </c:pt>
                <c:pt idx="58">
                  <c:v>17142</c:v>
                </c:pt>
                <c:pt idx="59">
                  <c:v>14535</c:v>
                </c:pt>
                <c:pt idx="60">
                  <c:v>11336</c:v>
                </c:pt>
                <c:pt idx="61">
                  <c:v>11864</c:v>
                </c:pt>
                <c:pt idx="62">
                  <c:v>13946</c:v>
                </c:pt>
                <c:pt idx="63">
                  <c:v>13754</c:v>
                </c:pt>
                <c:pt idx="64">
                  <c:v>13952</c:v>
                </c:pt>
                <c:pt idx="65">
                  <c:v>12833</c:v>
                </c:pt>
                <c:pt idx="66">
                  <c:v>13432</c:v>
                </c:pt>
                <c:pt idx="67">
                  <c:v>14314</c:v>
                </c:pt>
                <c:pt idx="68">
                  <c:v>13508</c:v>
                </c:pt>
                <c:pt idx="69">
                  <c:v>13116</c:v>
                </c:pt>
                <c:pt idx="70">
                  <c:v>13784</c:v>
                </c:pt>
                <c:pt idx="71">
                  <c:v>13993</c:v>
                </c:pt>
                <c:pt idx="72">
                  <c:v>13526</c:v>
                </c:pt>
                <c:pt idx="73">
                  <c:v>13873</c:v>
                </c:pt>
                <c:pt idx="74">
                  <c:v>13073</c:v>
                </c:pt>
                <c:pt idx="75">
                  <c:v>13812</c:v>
                </c:pt>
                <c:pt idx="76">
                  <c:v>14101</c:v>
                </c:pt>
                <c:pt idx="77">
                  <c:v>13217</c:v>
                </c:pt>
                <c:pt idx="78">
                  <c:v>13102</c:v>
                </c:pt>
                <c:pt idx="79">
                  <c:v>13635</c:v>
                </c:pt>
                <c:pt idx="80">
                  <c:v>13867</c:v>
                </c:pt>
                <c:pt idx="81">
                  <c:v>13487</c:v>
                </c:pt>
                <c:pt idx="82">
                  <c:v>13630</c:v>
                </c:pt>
                <c:pt idx="83">
                  <c:v>12457</c:v>
                </c:pt>
                <c:pt idx="84">
                  <c:v>14441</c:v>
                </c:pt>
                <c:pt idx="85">
                  <c:v>13573</c:v>
                </c:pt>
                <c:pt idx="86">
                  <c:v>12743</c:v>
                </c:pt>
                <c:pt idx="87">
                  <c:v>13692</c:v>
                </c:pt>
                <c:pt idx="88">
                  <c:v>12394</c:v>
                </c:pt>
                <c:pt idx="89">
                  <c:v>14246</c:v>
                </c:pt>
                <c:pt idx="90">
                  <c:v>14179</c:v>
                </c:pt>
                <c:pt idx="91">
                  <c:v>12670</c:v>
                </c:pt>
                <c:pt idx="92">
                  <c:v>13683</c:v>
                </c:pt>
                <c:pt idx="93">
                  <c:v>14258</c:v>
                </c:pt>
                <c:pt idx="94">
                  <c:v>12987</c:v>
                </c:pt>
                <c:pt idx="95">
                  <c:v>13586</c:v>
                </c:pt>
                <c:pt idx="96">
                  <c:v>13559</c:v>
                </c:pt>
                <c:pt idx="97">
                  <c:v>10161</c:v>
                </c:pt>
                <c:pt idx="98">
                  <c:v>11135</c:v>
                </c:pt>
                <c:pt idx="99">
                  <c:v>10737</c:v>
                </c:pt>
                <c:pt idx="100">
                  <c:v>9157</c:v>
                </c:pt>
                <c:pt idx="101">
                  <c:v>8214</c:v>
                </c:pt>
                <c:pt idx="102">
                  <c:v>3903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4F8-5842-8D38-BBDE239122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/>
              <a:t>Chemo Drugs MX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92554</c:v>
                </c:pt>
                <c:pt idx="1">
                  <c:v>96863</c:v>
                </c:pt>
                <c:pt idx="2">
                  <c:v>94949</c:v>
                </c:pt>
                <c:pt idx="3">
                  <c:v>96227</c:v>
                </c:pt>
                <c:pt idx="4">
                  <c:v>64080</c:v>
                </c:pt>
                <c:pt idx="5">
                  <c:v>109926</c:v>
                </c:pt>
                <c:pt idx="6">
                  <c:v>89505</c:v>
                </c:pt>
                <c:pt idx="7">
                  <c:v>95328</c:v>
                </c:pt>
                <c:pt idx="8">
                  <c:v>83556</c:v>
                </c:pt>
                <c:pt idx="9">
                  <c:v>82946</c:v>
                </c:pt>
                <c:pt idx="10">
                  <c:v>89767</c:v>
                </c:pt>
                <c:pt idx="11">
                  <c:v>98064</c:v>
                </c:pt>
                <c:pt idx="12">
                  <c:v>81904</c:v>
                </c:pt>
                <c:pt idx="13">
                  <c:v>89349</c:v>
                </c:pt>
                <c:pt idx="14">
                  <c:v>87047</c:v>
                </c:pt>
                <c:pt idx="15">
                  <c:v>90722</c:v>
                </c:pt>
                <c:pt idx="16">
                  <c:v>78968</c:v>
                </c:pt>
                <c:pt idx="17">
                  <c:v>72739</c:v>
                </c:pt>
                <c:pt idx="18">
                  <c:v>71866</c:v>
                </c:pt>
                <c:pt idx="19">
                  <c:v>78871</c:v>
                </c:pt>
                <c:pt idx="20">
                  <c:v>73663</c:v>
                </c:pt>
                <c:pt idx="21">
                  <c:v>72327</c:v>
                </c:pt>
                <c:pt idx="22">
                  <c:v>70266</c:v>
                </c:pt>
                <c:pt idx="23">
                  <c:v>82972</c:v>
                </c:pt>
                <c:pt idx="24">
                  <c:v>77243</c:v>
                </c:pt>
                <c:pt idx="25">
                  <c:v>76883</c:v>
                </c:pt>
                <c:pt idx="26">
                  <c:v>75114</c:v>
                </c:pt>
                <c:pt idx="27">
                  <c:v>80609</c:v>
                </c:pt>
                <c:pt idx="28">
                  <c:v>78936</c:v>
                </c:pt>
                <c:pt idx="29">
                  <c:v>76655</c:v>
                </c:pt>
                <c:pt idx="30">
                  <c:v>75596</c:v>
                </c:pt>
                <c:pt idx="31">
                  <c:v>67452</c:v>
                </c:pt>
                <c:pt idx="32">
                  <c:v>83510</c:v>
                </c:pt>
                <c:pt idx="33">
                  <c:v>74665</c:v>
                </c:pt>
                <c:pt idx="34">
                  <c:v>73435</c:v>
                </c:pt>
                <c:pt idx="35">
                  <c:v>72663</c:v>
                </c:pt>
                <c:pt idx="36">
                  <c:v>71036</c:v>
                </c:pt>
                <c:pt idx="37">
                  <c:v>79667</c:v>
                </c:pt>
                <c:pt idx="38">
                  <c:v>72752</c:v>
                </c:pt>
                <c:pt idx="39">
                  <c:v>73274</c:v>
                </c:pt>
                <c:pt idx="40">
                  <c:v>73843</c:v>
                </c:pt>
                <c:pt idx="41">
                  <c:v>79132</c:v>
                </c:pt>
                <c:pt idx="42">
                  <c:v>72999</c:v>
                </c:pt>
                <c:pt idx="43">
                  <c:v>74406</c:v>
                </c:pt>
                <c:pt idx="44">
                  <c:v>73177</c:v>
                </c:pt>
                <c:pt idx="45">
                  <c:v>72077</c:v>
                </c:pt>
                <c:pt idx="46">
                  <c:v>78975</c:v>
                </c:pt>
                <c:pt idx="47">
                  <c:v>72879</c:v>
                </c:pt>
                <c:pt idx="48">
                  <c:v>73017</c:v>
                </c:pt>
                <c:pt idx="49">
                  <c:v>78595</c:v>
                </c:pt>
                <c:pt idx="50">
                  <c:v>75757</c:v>
                </c:pt>
                <c:pt idx="51">
                  <c:v>74923</c:v>
                </c:pt>
                <c:pt idx="52">
                  <c:v>75893</c:v>
                </c:pt>
                <c:pt idx="53">
                  <c:v>75927</c:v>
                </c:pt>
                <c:pt idx="54">
                  <c:v>80340</c:v>
                </c:pt>
                <c:pt idx="55">
                  <c:v>78406</c:v>
                </c:pt>
                <c:pt idx="56">
                  <c:v>77768</c:v>
                </c:pt>
                <c:pt idx="57">
                  <c:v>50501</c:v>
                </c:pt>
                <c:pt idx="58">
                  <c:v>95319</c:v>
                </c:pt>
                <c:pt idx="59">
                  <c:v>71655</c:v>
                </c:pt>
                <c:pt idx="60">
                  <c:v>78903</c:v>
                </c:pt>
                <c:pt idx="61">
                  <c:v>48105</c:v>
                </c:pt>
                <c:pt idx="62">
                  <c:v>73773</c:v>
                </c:pt>
                <c:pt idx="63">
                  <c:v>76930</c:v>
                </c:pt>
                <c:pt idx="64">
                  <c:v>76960</c:v>
                </c:pt>
                <c:pt idx="65">
                  <c:v>66966</c:v>
                </c:pt>
                <c:pt idx="66">
                  <c:v>77294</c:v>
                </c:pt>
                <c:pt idx="67">
                  <c:v>76943</c:v>
                </c:pt>
                <c:pt idx="68">
                  <c:v>77207</c:v>
                </c:pt>
                <c:pt idx="69">
                  <c:v>72565</c:v>
                </c:pt>
                <c:pt idx="70">
                  <c:v>76864</c:v>
                </c:pt>
                <c:pt idx="71">
                  <c:v>77532</c:v>
                </c:pt>
                <c:pt idx="72">
                  <c:v>79203</c:v>
                </c:pt>
                <c:pt idx="73">
                  <c:v>73799</c:v>
                </c:pt>
                <c:pt idx="74">
                  <c:v>74966</c:v>
                </c:pt>
                <c:pt idx="75">
                  <c:v>78974</c:v>
                </c:pt>
                <c:pt idx="76">
                  <c:v>79333</c:v>
                </c:pt>
                <c:pt idx="77">
                  <c:v>74295</c:v>
                </c:pt>
                <c:pt idx="78">
                  <c:v>75638</c:v>
                </c:pt>
                <c:pt idx="79">
                  <c:v>76131</c:v>
                </c:pt>
                <c:pt idx="80">
                  <c:v>78893</c:v>
                </c:pt>
                <c:pt idx="81">
                  <c:v>75749</c:v>
                </c:pt>
                <c:pt idx="82">
                  <c:v>76911</c:v>
                </c:pt>
                <c:pt idx="83">
                  <c:v>68107</c:v>
                </c:pt>
                <c:pt idx="84">
                  <c:v>82145</c:v>
                </c:pt>
                <c:pt idx="85">
                  <c:v>74550</c:v>
                </c:pt>
                <c:pt idx="86">
                  <c:v>75748</c:v>
                </c:pt>
                <c:pt idx="87">
                  <c:v>72821</c:v>
                </c:pt>
                <c:pt idx="88">
                  <c:v>70806</c:v>
                </c:pt>
                <c:pt idx="89">
                  <c:v>80932</c:v>
                </c:pt>
                <c:pt idx="90">
                  <c:v>74700</c:v>
                </c:pt>
                <c:pt idx="91">
                  <c:v>74920</c:v>
                </c:pt>
                <c:pt idx="92">
                  <c:v>74382</c:v>
                </c:pt>
                <c:pt idx="93">
                  <c:v>79401</c:v>
                </c:pt>
                <c:pt idx="94">
                  <c:v>75215</c:v>
                </c:pt>
                <c:pt idx="95">
                  <c:v>74985</c:v>
                </c:pt>
                <c:pt idx="96">
                  <c:v>73785</c:v>
                </c:pt>
                <c:pt idx="97">
                  <c:v>70566</c:v>
                </c:pt>
                <c:pt idx="98">
                  <c:v>76300</c:v>
                </c:pt>
                <c:pt idx="99">
                  <c:v>69994</c:v>
                </c:pt>
                <c:pt idx="100">
                  <c:v>70459</c:v>
                </c:pt>
                <c:pt idx="101">
                  <c:v>55699</c:v>
                </c:pt>
                <c:pt idx="102">
                  <c:v>37735</c:v>
                </c:pt>
                <c:pt idx="103">
                  <c:v>23475</c:v>
                </c:pt>
                <c:pt idx="104">
                  <c:v>15524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002-AA48-B059-C5DC47C35D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Sheet1!$C$2:$C$105</c:f>
              <c:numCache>
                <c:formatCode>General</c:formatCode>
                <c:ptCount val="104"/>
                <c:pt idx="0">
                  <c:v>92554</c:v>
                </c:pt>
                <c:pt idx="1">
                  <c:v>96863</c:v>
                </c:pt>
                <c:pt idx="2">
                  <c:v>94949</c:v>
                </c:pt>
                <c:pt idx="3">
                  <c:v>96227</c:v>
                </c:pt>
                <c:pt idx="4">
                  <c:v>64080</c:v>
                </c:pt>
                <c:pt idx="5">
                  <c:v>109926</c:v>
                </c:pt>
                <c:pt idx="6">
                  <c:v>89505</c:v>
                </c:pt>
                <c:pt idx="7">
                  <c:v>95327</c:v>
                </c:pt>
                <c:pt idx="8">
                  <c:v>83556</c:v>
                </c:pt>
                <c:pt idx="9">
                  <c:v>82946</c:v>
                </c:pt>
                <c:pt idx="10">
                  <c:v>89766</c:v>
                </c:pt>
                <c:pt idx="11">
                  <c:v>98064</c:v>
                </c:pt>
                <c:pt idx="12">
                  <c:v>81904</c:v>
                </c:pt>
                <c:pt idx="13">
                  <c:v>89348</c:v>
                </c:pt>
                <c:pt idx="14">
                  <c:v>87047</c:v>
                </c:pt>
                <c:pt idx="15">
                  <c:v>90722</c:v>
                </c:pt>
                <c:pt idx="16">
                  <c:v>78968</c:v>
                </c:pt>
                <c:pt idx="17">
                  <c:v>72738</c:v>
                </c:pt>
                <c:pt idx="18">
                  <c:v>71866</c:v>
                </c:pt>
                <c:pt idx="19">
                  <c:v>78871</c:v>
                </c:pt>
                <c:pt idx="20">
                  <c:v>73662</c:v>
                </c:pt>
                <c:pt idx="21">
                  <c:v>72327</c:v>
                </c:pt>
                <c:pt idx="22">
                  <c:v>70266</c:v>
                </c:pt>
                <c:pt idx="23">
                  <c:v>82972</c:v>
                </c:pt>
                <c:pt idx="24">
                  <c:v>77243</c:v>
                </c:pt>
                <c:pt idx="25">
                  <c:v>76883</c:v>
                </c:pt>
                <c:pt idx="26">
                  <c:v>75114</c:v>
                </c:pt>
                <c:pt idx="27">
                  <c:v>80609</c:v>
                </c:pt>
                <c:pt idx="28">
                  <c:v>78936</c:v>
                </c:pt>
                <c:pt idx="29">
                  <c:v>76655</c:v>
                </c:pt>
                <c:pt idx="30">
                  <c:v>75596</c:v>
                </c:pt>
                <c:pt idx="31">
                  <c:v>67452</c:v>
                </c:pt>
                <c:pt idx="32">
                  <c:v>83509</c:v>
                </c:pt>
                <c:pt idx="33">
                  <c:v>74665</c:v>
                </c:pt>
                <c:pt idx="34">
                  <c:v>73434</c:v>
                </c:pt>
                <c:pt idx="35">
                  <c:v>72663</c:v>
                </c:pt>
                <c:pt idx="36">
                  <c:v>71036</c:v>
                </c:pt>
                <c:pt idx="37">
                  <c:v>79667</c:v>
                </c:pt>
                <c:pt idx="38">
                  <c:v>72751</c:v>
                </c:pt>
                <c:pt idx="39">
                  <c:v>73274</c:v>
                </c:pt>
                <c:pt idx="40">
                  <c:v>73842</c:v>
                </c:pt>
                <c:pt idx="41">
                  <c:v>79132</c:v>
                </c:pt>
                <c:pt idx="42">
                  <c:v>72999</c:v>
                </c:pt>
                <c:pt idx="43">
                  <c:v>74406</c:v>
                </c:pt>
                <c:pt idx="44">
                  <c:v>73176</c:v>
                </c:pt>
                <c:pt idx="45">
                  <c:v>72076</c:v>
                </c:pt>
                <c:pt idx="46">
                  <c:v>78974</c:v>
                </c:pt>
                <c:pt idx="47">
                  <c:v>72879</c:v>
                </c:pt>
                <c:pt idx="48">
                  <c:v>73017</c:v>
                </c:pt>
                <c:pt idx="49">
                  <c:v>78595</c:v>
                </c:pt>
                <c:pt idx="50">
                  <c:v>75756</c:v>
                </c:pt>
                <c:pt idx="51">
                  <c:v>74919</c:v>
                </c:pt>
                <c:pt idx="52">
                  <c:v>75892</c:v>
                </c:pt>
                <c:pt idx="53">
                  <c:v>75927</c:v>
                </c:pt>
                <c:pt idx="54">
                  <c:v>80338</c:v>
                </c:pt>
                <c:pt idx="55">
                  <c:v>78406</c:v>
                </c:pt>
                <c:pt idx="56">
                  <c:v>77768</c:v>
                </c:pt>
                <c:pt idx="57">
                  <c:v>50499</c:v>
                </c:pt>
                <c:pt idx="58">
                  <c:v>95319</c:v>
                </c:pt>
                <c:pt idx="59">
                  <c:v>71654</c:v>
                </c:pt>
                <c:pt idx="60">
                  <c:v>78901</c:v>
                </c:pt>
                <c:pt idx="61">
                  <c:v>48105</c:v>
                </c:pt>
                <c:pt idx="62">
                  <c:v>73772</c:v>
                </c:pt>
                <c:pt idx="63">
                  <c:v>76929</c:v>
                </c:pt>
                <c:pt idx="64">
                  <c:v>76960</c:v>
                </c:pt>
                <c:pt idx="65">
                  <c:v>66966</c:v>
                </c:pt>
                <c:pt idx="66">
                  <c:v>77293</c:v>
                </c:pt>
                <c:pt idx="67">
                  <c:v>76943</c:v>
                </c:pt>
                <c:pt idx="68">
                  <c:v>77207</c:v>
                </c:pt>
                <c:pt idx="69">
                  <c:v>72564</c:v>
                </c:pt>
                <c:pt idx="70">
                  <c:v>76864</c:v>
                </c:pt>
                <c:pt idx="71">
                  <c:v>77532</c:v>
                </c:pt>
                <c:pt idx="72">
                  <c:v>79202</c:v>
                </c:pt>
                <c:pt idx="73">
                  <c:v>73799</c:v>
                </c:pt>
                <c:pt idx="74">
                  <c:v>74966</c:v>
                </c:pt>
                <c:pt idx="75">
                  <c:v>78973</c:v>
                </c:pt>
                <c:pt idx="76">
                  <c:v>79333</c:v>
                </c:pt>
                <c:pt idx="77">
                  <c:v>74295</c:v>
                </c:pt>
                <c:pt idx="78">
                  <c:v>75637</c:v>
                </c:pt>
                <c:pt idx="79">
                  <c:v>76131</c:v>
                </c:pt>
                <c:pt idx="80">
                  <c:v>78891</c:v>
                </c:pt>
                <c:pt idx="81">
                  <c:v>75749</c:v>
                </c:pt>
                <c:pt idx="82">
                  <c:v>76911</c:v>
                </c:pt>
                <c:pt idx="83">
                  <c:v>68104</c:v>
                </c:pt>
                <c:pt idx="84">
                  <c:v>82142</c:v>
                </c:pt>
                <c:pt idx="85">
                  <c:v>74548</c:v>
                </c:pt>
                <c:pt idx="86">
                  <c:v>75746</c:v>
                </c:pt>
                <c:pt idx="87">
                  <c:v>72817</c:v>
                </c:pt>
                <c:pt idx="88">
                  <c:v>70800</c:v>
                </c:pt>
                <c:pt idx="89">
                  <c:v>80922</c:v>
                </c:pt>
                <c:pt idx="90">
                  <c:v>74692</c:v>
                </c:pt>
                <c:pt idx="91">
                  <c:v>74895</c:v>
                </c:pt>
                <c:pt idx="92">
                  <c:v>74209</c:v>
                </c:pt>
                <c:pt idx="93">
                  <c:v>79107</c:v>
                </c:pt>
                <c:pt idx="94">
                  <c:v>74984</c:v>
                </c:pt>
                <c:pt idx="95">
                  <c:v>74554</c:v>
                </c:pt>
                <c:pt idx="96">
                  <c:v>73439</c:v>
                </c:pt>
                <c:pt idx="97">
                  <c:v>69057</c:v>
                </c:pt>
                <c:pt idx="98">
                  <c:v>74556</c:v>
                </c:pt>
                <c:pt idx="99">
                  <c:v>67947</c:v>
                </c:pt>
                <c:pt idx="100">
                  <c:v>67927</c:v>
                </c:pt>
                <c:pt idx="101">
                  <c:v>53110</c:v>
                </c:pt>
                <c:pt idx="102">
                  <c:v>32617</c:v>
                </c:pt>
                <c:pt idx="103">
                  <c:v>14439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002-AA48-B059-C5DC47C35D2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Sheet1!$D$2:$D$104</c:f>
              <c:numCache>
                <c:formatCode>General</c:formatCode>
                <c:ptCount val="103"/>
                <c:pt idx="0">
                  <c:v>92554</c:v>
                </c:pt>
                <c:pt idx="1">
                  <c:v>96863</c:v>
                </c:pt>
                <c:pt idx="2">
                  <c:v>94949</c:v>
                </c:pt>
                <c:pt idx="3">
                  <c:v>96227</c:v>
                </c:pt>
                <c:pt idx="4">
                  <c:v>64080</c:v>
                </c:pt>
                <c:pt idx="5">
                  <c:v>109926</c:v>
                </c:pt>
                <c:pt idx="6">
                  <c:v>89505</c:v>
                </c:pt>
                <c:pt idx="7">
                  <c:v>95327</c:v>
                </c:pt>
                <c:pt idx="8">
                  <c:v>83556</c:v>
                </c:pt>
                <c:pt idx="9">
                  <c:v>82946</c:v>
                </c:pt>
                <c:pt idx="10">
                  <c:v>89766</c:v>
                </c:pt>
                <c:pt idx="11">
                  <c:v>98064</c:v>
                </c:pt>
                <c:pt idx="12">
                  <c:v>81904</c:v>
                </c:pt>
                <c:pt idx="13">
                  <c:v>89348</c:v>
                </c:pt>
                <c:pt idx="14">
                  <c:v>87047</c:v>
                </c:pt>
                <c:pt idx="15">
                  <c:v>90722</c:v>
                </c:pt>
                <c:pt idx="16">
                  <c:v>78968</c:v>
                </c:pt>
                <c:pt idx="17">
                  <c:v>72738</c:v>
                </c:pt>
                <c:pt idx="18">
                  <c:v>71866</c:v>
                </c:pt>
                <c:pt idx="19">
                  <c:v>78871</c:v>
                </c:pt>
                <c:pt idx="20">
                  <c:v>73662</c:v>
                </c:pt>
                <c:pt idx="21">
                  <c:v>72327</c:v>
                </c:pt>
                <c:pt idx="22">
                  <c:v>70266</c:v>
                </c:pt>
                <c:pt idx="23">
                  <c:v>82972</c:v>
                </c:pt>
                <c:pt idx="24">
                  <c:v>77243</c:v>
                </c:pt>
                <c:pt idx="25">
                  <c:v>76881</c:v>
                </c:pt>
                <c:pt idx="26">
                  <c:v>75114</c:v>
                </c:pt>
                <c:pt idx="27">
                  <c:v>80609</c:v>
                </c:pt>
                <c:pt idx="28">
                  <c:v>78934</c:v>
                </c:pt>
                <c:pt idx="29">
                  <c:v>76655</c:v>
                </c:pt>
                <c:pt idx="30">
                  <c:v>75596</c:v>
                </c:pt>
                <c:pt idx="31">
                  <c:v>67452</c:v>
                </c:pt>
                <c:pt idx="32">
                  <c:v>83507</c:v>
                </c:pt>
                <c:pt idx="33">
                  <c:v>74665</c:v>
                </c:pt>
                <c:pt idx="34">
                  <c:v>73434</c:v>
                </c:pt>
                <c:pt idx="35">
                  <c:v>72661</c:v>
                </c:pt>
                <c:pt idx="36">
                  <c:v>71036</c:v>
                </c:pt>
                <c:pt idx="37">
                  <c:v>79667</c:v>
                </c:pt>
                <c:pt idx="38">
                  <c:v>72751</c:v>
                </c:pt>
                <c:pt idx="39">
                  <c:v>73273</c:v>
                </c:pt>
                <c:pt idx="40">
                  <c:v>73842</c:v>
                </c:pt>
                <c:pt idx="41">
                  <c:v>79132</c:v>
                </c:pt>
                <c:pt idx="42">
                  <c:v>72999</c:v>
                </c:pt>
                <c:pt idx="43">
                  <c:v>74406</c:v>
                </c:pt>
                <c:pt idx="44">
                  <c:v>73176</c:v>
                </c:pt>
                <c:pt idx="45">
                  <c:v>72076</c:v>
                </c:pt>
                <c:pt idx="46">
                  <c:v>78974</c:v>
                </c:pt>
                <c:pt idx="47">
                  <c:v>72879</c:v>
                </c:pt>
                <c:pt idx="48">
                  <c:v>73015</c:v>
                </c:pt>
                <c:pt idx="49">
                  <c:v>78595</c:v>
                </c:pt>
                <c:pt idx="50">
                  <c:v>75756</c:v>
                </c:pt>
                <c:pt idx="51">
                  <c:v>74917</c:v>
                </c:pt>
                <c:pt idx="52">
                  <c:v>75892</c:v>
                </c:pt>
                <c:pt idx="53">
                  <c:v>75922</c:v>
                </c:pt>
                <c:pt idx="54">
                  <c:v>80338</c:v>
                </c:pt>
                <c:pt idx="55">
                  <c:v>78405</c:v>
                </c:pt>
                <c:pt idx="56">
                  <c:v>77767</c:v>
                </c:pt>
                <c:pt idx="57">
                  <c:v>50498</c:v>
                </c:pt>
                <c:pt idx="58">
                  <c:v>95318</c:v>
                </c:pt>
                <c:pt idx="59">
                  <c:v>71654</c:v>
                </c:pt>
                <c:pt idx="60">
                  <c:v>78901</c:v>
                </c:pt>
                <c:pt idx="61">
                  <c:v>48105</c:v>
                </c:pt>
                <c:pt idx="62">
                  <c:v>73772</c:v>
                </c:pt>
                <c:pt idx="63">
                  <c:v>76929</c:v>
                </c:pt>
                <c:pt idx="64">
                  <c:v>76960</c:v>
                </c:pt>
                <c:pt idx="65">
                  <c:v>66966</c:v>
                </c:pt>
                <c:pt idx="66">
                  <c:v>77293</c:v>
                </c:pt>
                <c:pt idx="67">
                  <c:v>76943</c:v>
                </c:pt>
                <c:pt idx="68">
                  <c:v>77207</c:v>
                </c:pt>
                <c:pt idx="69">
                  <c:v>72564</c:v>
                </c:pt>
                <c:pt idx="70">
                  <c:v>76864</c:v>
                </c:pt>
                <c:pt idx="71">
                  <c:v>77532</c:v>
                </c:pt>
                <c:pt idx="72">
                  <c:v>79202</c:v>
                </c:pt>
                <c:pt idx="73">
                  <c:v>73797</c:v>
                </c:pt>
                <c:pt idx="74">
                  <c:v>74966</c:v>
                </c:pt>
                <c:pt idx="75">
                  <c:v>78973</c:v>
                </c:pt>
                <c:pt idx="76">
                  <c:v>79331</c:v>
                </c:pt>
                <c:pt idx="77">
                  <c:v>74295</c:v>
                </c:pt>
                <c:pt idx="78">
                  <c:v>75637</c:v>
                </c:pt>
                <c:pt idx="79">
                  <c:v>76131</c:v>
                </c:pt>
                <c:pt idx="80">
                  <c:v>78889</c:v>
                </c:pt>
                <c:pt idx="81">
                  <c:v>75747</c:v>
                </c:pt>
                <c:pt idx="82">
                  <c:v>76911</c:v>
                </c:pt>
                <c:pt idx="83">
                  <c:v>68103</c:v>
                </c:pt>
                <c:pt idx="84">
                  <c:v>82139</c:v>
                </c:pt>
                <c:pt idx="85">
                  <c:v>74548</c:v>
                </c:pt>
                <c:pt idx="86">
                  <c:v>75741</c:v>
                </c:pt>
                <c:pt idx="87">
                  <c:v>72815</c:v>
                </c:pt>
                <c:pt idx="88">
                  <c:v>70799</c:v>
                </c:pt>
                <c:pt idx="89">
                  <c:v>80918</c:v>
                </c:pt>
                <c:pt idx="90">
                  <c:v>74659</c:v>
                </c:pt>
                <c:pt idx="91">
                  <c:v>74712</c:v>
                </c:pt>
                <c:pt idx="92">
                  <c:v>74020</c:v>
                </c:pt>
                <c:pt idx="93">
                  <c:v>78747</c:v>
                </c:pt>
                <c:pt idx="94">
                  <c:v>74573</c:v>
                </c:pt>
                <c:pt idx="95">
                  <c:v>74175</c:v>
                </c:pt>
                <c:pt idx="96">
                  <c:v>73032</c:v>
                </c:pt>
                <c:pt idx="97">
                  <c:v>57170</c:v>
                </c:pt>
                <c:pt idx="98">
                  <c:v>61200</c:v>
                </c:pt>
                <c:pt idx="99">
                  <c:v>54627</c:v>
                </c:pt>
                <c:pt idx="100">
                  <c:v>53671</c:v>
                </c:pt>
                <c:pt idx="101">
                  <c:v>43179</c:v>
                </c:pt>
                <c:pt idx="102">
                  <c:v>23274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002-AA48-B059-C5DC47C35D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/>
              <a:t>Trodelvy MX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1656</c:v>
                </c:pt>
                <c:pt idx="1">
                  <c:v>1785</c:v>
                </c:pt>
                <c:pt idx="2">
                  <c:v>1692</c:v>
                </c:pt>
                <c:pt idx="3">
                  <c:v>1800</c:v>
                </c:pt>
                <c:pt idx="4">
                  <c:v>1219</c:v>
                </c:pt>
                <c:pt idx="5">
                  <c:v>1975</c:v>
                </c:pt>
                <c:pt idx="6">
                  <c:v>1879</c:v>
                </c:pt>
                <c:pt idx="7">
                  <c:v>1542</c:v>
                </c:pt>
                <c:pt idx="8">
                  <c:v>1593</c:v>
                </c:pt>
                <c:pt idx="9">
                  <c:v>1550</c:v>
                </c:pt>
                <c:pt idx="10">
                  <c:v>1755</c:v>
                </c:pt>
                <c:pt idx="11">
                  <c:v>1875</c:v>
                </c:pt>
                <c:pt idx="12">
                  <c:v>1523</c:v>
                </c:pt>
                <c:pt idx="13">
                  <c:v>1605</c:v>
                </c:pt>
                <c:pt idx="14">
                  <c:v>1777</c:v>
                </c:pt>
                <c:pt idx="15">
                  <c:v>1621</c:v>
                </c:pt>
                <c:pt idx="16">
                  <c:v>1478</c:v>
                </c:pt>
                <c:pt idx="17">
                  <c:v>1300</c:v>
                </c:pt>
                <c:pt idx="18">
                  <c:v>1337</c:v>
                </c:pt>
                <c:pt idx="19">
                  <c:v>1438</c:v>
                </c:pt>
                <c:pt idx="20">
                  <c:v>1420</c:v>
                </c:pt>
                <c:pt idx="21">
                  <c:v>1338</c:v>
                </c:pt>
                <c:pt idx="22">
                  <c:v>1294</c:v>
                </c:pt>
                <c:pt idx="23">
                  <c:v>1523</c:v>
                </c:pt>
                <c:pt idx="24">
                  <c:v>1578</c:v>
                </c:pt>
                <c:pt idx="25">
                  <c:v>1421</c:v>
                </c:pt>
                <c:pt idx="26">
                  <c:v>1341</c:v>
                </c:pt>
                <c:pt idx="27">
                  <c:v>1610</c:v>
                </c:pt>
                <c:pt idx="28">
                  <c:v>1553</c:v>
                </c:pt>
                <c:pt idx="29">
                  <c:v>1474</c:v>
                </c:pt>
                <c:pt idx="30">
                  <c:v>1404</c:v>
                </c:pt>
                <c:pt idx="31">
                  <c:v>1299</c:v>
                </c:pt>
                <c:pt idx="32">
                  <c:v>1633</c:v>
                </c:pt>
                <c:pt idx="33">
                  <c:v>1490</c:v>
                </c:pt>
                <c:pt idx="34">
                  <c:v>1309</c:v>
                </c:pt>
                <c:pt idx="35">
                  <c:v>1382</c:v>
                </c:pt>
                <c:pt idx="36">
                  <c:v>1371</c:v>
                </c:pt>
                <c:pt idx="37">
                  <c:v>1504</c:v>
                </c:pt>
                <c:pt idx="38">
                  <c:v>1452</c:v>
                </c:pt>
                <c:pt idx="39">
                  <c:v>1396</c:v>
                </c:pt>
                <c:pt idx="40">
                  <c:v>1481</c:v>
                </c:pt>
                <c:pt idx="41">
                  <c:v>1522</c:v>
                </c:pt>
                <c:pt idx="42">
                  <c:v>1432</c:v>
                </c:pt>
                <c:pt idx="43">
                  <c:v>1428</c:v>
                </c:pt>
                <c:pt idx="44">
                  <c:v>1398</c:v>
                </c:pt>
                <c:pt idx="45">
                  <c:v>1468</c:v>
                </c:pt>
                <c:pt idx="46">
                  <c:v>1495</c:v>
                </c:pt>
                <c:pt idx="47">
                  <c:v>1444</c:v>
                </c:pt>
                <c:pt idx="48">
                  <c:v>1350</c:v>
                </c:pt>
                <c:pt idx="49">
                  <c:v>1559</c:v>
                </c:pt>
                <c:pt idx="50">
                  <c:v>1443</c:v>
                </c:pt>
                <c:pt idx="51">
                  <c:v>1424</c:v>
                </c:pt>
                <c:pt idx="52">
                  <c:v>1357</c:v>
                </c:pt>
                <c:pt idx="53">
                  <c:v>1536</c:v>
                </c:pt>
                <c:pt idx="54">
                  <c:v>1487</c:v>
                </c:pt>
                <c:pt idx="55">
                  <c:v>1506</c:v>
                </c:pt>
                <c:pt idx="56">
                  <c:v>1516</c:v>
                </c:pt>
                <c:pt idx="57">
                  <c:v>1010</c:v>
                </c:pt>
                <c:pt idx="58">
                  <c:v>1730</c:v>
                </c:pt>
                <c:pt idx="59">
                  <c:v>1558</c:v>
                </c:pt>
                <c:pt idx="60">
                  <c:v>1304</c:v>
                </c:pt>
                <c:pt idx="61">
                  <c:v>1118</c:v>
                </c:pt>
                <c:pt idx="62">
                  <c:v>1462</c:v>
                </c:pt>
                <c:pt idx="63">
                  <c:v>1414</c:v>
                </c:pt>
                <c:pt idx="64">
                  <c:v>1463</c:v>
                </c:pt>
                <c:pt idx="65">
                  <c:v>1291</c:v>
                </c:pt>
                <c:pt idx="66">
                  <c:v>1386</c:v>
                </c:pt>
                <c:pt idx="67">
                  <c:v>1540</c:v>
                </c:pt>
                <c:pt idx="68">
                  <c:v>1430</c:v>
                </c:pt>
                <c:pt idx="69">
                  <c:v>1266</c:v>
                </c:pt>
                <c:pt idx="70">
                  <c:v>1444</c:v>
                </c:pt>
                <c:pt idx="71">
                  <c:v>1518</c:v>
                </c:pt>
                <c:pt idx="72">
                  <c:v>1405</c:v>
                </c:pt>
                <c:pt idx="73">
                  <c:v>1483</c:v>
                </c:pt>
                <c:pt idx="74">
                  <c:v>1302</c:v>
                </c:pt>
                <c:pt idx="75">
                  <c:v>1384</c:v>
                </c:pt>
                <c:pt idx="76">
                  <c:v>1489</c:v>
                </c:pt>
                <c:pt idx="77">
                  <c:v>1262</c:v>
                </c:pt>
                <c:pt idx="78">
                  <c:v>1287</c:v>
                </c:pt>
                <c:pt idx="79">
                  <c:v>1374</c:v>
                </c:pt>
                <c:pt idx="80">
                  <c:v>1410</c:v>
                </c:pt>
                <c:pt idx="81">
                  <c:v>1335</c:v>
                </c:pt>
                <c:pt idx="82">
                  <c:v>1365</c:v>
                </c:pt>
                <c:pt idx="83">
                  <c:v>1225</c:v>
                </c:pt>
                <c:pt idx="84">
                  <c:v>1456</c:v>
                </c:pt>
                <c:pt idx="85">
                  <c:v>1253</c:v>
                </c:pt>
                <c:pt idx="86">
                  <c:v>1249</c:v>
                </c:pt>
                <c:pt idx="87">
                  <c:v>1397</c:v>
                </c:pt>
                <c:pt idx="88">
                  <c:v>1277</c:v>
                </c:pt>
                <c:pt idx="89">
                  <c:v>1402</c:v>
                </c:pt>
                <c:pt idx="90">
                  <c:v>1384</c:v>
                </c:pt>
                <c:pt idx="91">
                  <c:v>1380</c:v>
                </c:pt>
                <c:pt idx="92">
                  <c:v>1394</c:v>
                </c:pt>
                <c:pt idx="93">
                  <c:v>1383</c:v>
                </c:pt>
                <c:pt idx="94">
                  <c:v>1415</c:v>
                </c:pt>
                <c:pt idx="95">
                  <c:v>1411</c:v>
                </c:pt>
                <c:pt idx="96">
                  <c:v>1425</c:v>
                </c:pt>
                <c:pt idx="97">
                  <c:v>1340</c:v>
                </c:pt>
                <c:pt idx="98">
                  <c:v>1373</c:v>
                </c:pt>
                <c:pt idx="99">
                  <c:v>1386</c:v>
                </c:pt>
                <c:pt idx="100">
                  <c:v>1303</c:v>
                </c:pt>
                <c:pt idx="101">
                  <c:v>1072</c:v>
                </c:pt>
                <c:pt idx="102">
                  <c:v>703</c:v>
                </c:pt>
                <c:pt idx="103">
                  <c:v>481</c:v>
                </c:pt>
                <c:pt idx="104">
                  <c:v>251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A2-1C4E-9910-D0713273BE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Sheet1!$C$2:$C$105</c:f>
              <c:numCache>
                <c:formatCode>General</c:formatCode>
                <c:ptCount val="104"/>
                <c:pt idx="0">
                  <c:v>1656</c:v>
                </c:pt>
                <c:pt idx="1">
                  <c:v>1785</c:v>
                </c:pt>
                <c:pt idx="2">
                  <c:v>1692</c:v>
                </c:pt>
                <c:pt idx="3">
                  <c:v>1800</c:v>
                </c:pt>
                <c:pt idx="4">
                  <c:v>1219</c:v>
                </c:pt>
                <c:pt idx="5">
                  <c:v>1975</c:v>
                </c:pt>
                <c:pt idx="6">
                  <c:v>1879</c:v>
                </c:pt>
                <c:pt idx="7">
                  <c:v>1542</c:v>
                </c:pt>
                <c:pt idx="8">
                  <c:v>1593</c:v>
                </c:pt>
                <c:pt idx="9">
                  <c:v>1550</c:v>
                </c:pt>
                <c:pt idx="10">
                  <c:v>1755</c:v>
                </c:pt>
                <c:pt idx="11">
                  <c:v>1875</c:v>
                </c:pt>
                <c:pt idx="12">
                  <c:v>1523</c:v>
                </c:pt>
                <c:pt idx="13">
                  <c:v>1605</c:v>
                </c:pt>
                <c:pt idx="14">
                  <c:v>1777</c:v>
                </c:pt>
                <c:pt idx="15">
                  <c:v>1621</c:v>
                </c:pt>
                <c:pt idx="16">
                  <c:v>1478</c:v>
                </c:pt>
                <c:pt idx="17">
                  <c:v>1300</c:v>
                </c:pt>
                <c:pt idx="18">
                  <c:v>1337</c:v>
                </c:pt>
                <c:pt idx="19">
                  <c:v>1438</c:v>
                </c:pt>
                <c:pt idx="20">
                  <c:v>1420</c:v>
                </c:pt>
                <c:pt idx="21">
                  <c:v>1338</c:v>
                </c:pt>
                <c:pt idx="22">
                  <c:v>1294</c:v>
                </c:pt>
                <c:pt idx="23">
                  <c:v>1523</c:v>
                </c:pt>
                <c:pt idx="24">
                  <c:v>1578</c:v>
                </c:pt>
                <c:pt idx="25">
                  <c:v>1421</c:v>
                </c:pt>
                <c:pt idx="26">
                  <c:v>1341</c:v>
                </c:pt>
                <c:pt idx="27">
                  <c:v>1610</c:v>
                </c:pt>
                <c:pt idx="28">
                  <c:v>1553</c:v>
                </c:pt>
                <c:pt idx="29">
                  <c:v>1474</c:v>
                </c:pt>
                <c:pt idx="30">
                  <c:v>1404</c:v>
                </c:pt>
                <c:pt idx="31">
                  <c:v>1299</c:v>
                </c:pt>
                <c:pt idx="32">
                  <c:v>1633</c:v>
                </c:pt>
                <c:pt idx="33">
                  <c:v>1490</c:v>
                </c:pt>
                <c:pt idx="34">
                  <c:v>1309</c:v>
                </c:pt>
                <c:pt idx="35">
                  <c:v>1382</c:v>
                </c:pt>
                <c:pt idx="36">
                  <c:v>1371</c:v>
                </c:pt>
                <c:pt idx="37">
                  <c:v>1504</c:v>
                </c:pt>
                <c:pt idx="38">
                  <c:v>1452</c:v>
                </c:pt>
                <c:pt idx="39">
                  <c:v>1396</c:v>
                </c:pt>
                <c:pt idx="40">
                  <c:v>1481</c:v>
                </c:pt>
                <c:pt idx="41">
                  <c:v>1522</c:v>
                </c:pt>
                <c:pt idx="42">
                  <c:v>1432</c:v>
                </c:pt>
                <c:pt idx="43">
                  <c:v>1428</c:v>
                </c:pt>
                <c:pt idx="44">
                  <c:v>1398</c:v>
                </c:pt>
                <c:pt idx="45">
                  <c:v>1468</c:v>
                </c:pt>
                <c:pt idx="46">
                  <c:v>1495</c:v>
                </c:pt>
                <c:pt idx="47">
                  <c:v>1444</c:v>
                </c:pt>
                <c:pt idx="48">
                  <c:v>1350</c:v>
                </c:pt>
                <c:pt idx="49">
                  <c:v>1559</c:v>
                </c:pt>
                <c:pt idx="50">
                  <c:v>1443</c:v>
                </c:pt>
                <c:pt idx="51">
                  <c:v>1424</c:v>
                </c:pt>
                <c:pt idx="52">
                  <c:v>1357</c:v>
                </c:pt>
                <c:pt idx="53">
                  <c:v>1536</c:v>
                </c:pt>
                <c:pt idx="54">
                  <c:v>1487</c:v>
                </c:pt>
                <c:pt idx="55">
                  <c:v>1506</c:v>
                </c:pt>
                <c:pt idx="56">
                  <c:v>1516</c:v>
                </c:pt>
                <c:pt idx="57">
                  <c:v>1010</c:v>
                </c:pt>
                <c:pt idx="58">
                  <c:v>1730</c:v>
                </c:pt>
                <c:pt idx="59">
                  <c:v>1558</c:v>
                </c:pt>
                <c:pt idx="60">
                  <c:v>1304</c:v>
                </c:pt>
                <c:pt idx="61">
                  <c:v>1118</c:v>
                </c:pt>
                <c:pt idx="62">
                  <c:v>1462</c:v>
                </c:pt>
                <c:pt idx="63">
                  <c:v>1414</c:v>
                </c:pt>
                <c:pt idx="64">
                  <c:v>1463</c:v>
                </c:pt>
                <c:pt idx="65">
                  <c:v>1291</c:v>
                </c:pt>
                <c:pt idx="66">
                  <c:v>1386</c:v>
                </c:pt>
                <c:pt idx="67">
                  <c:v>1540</c:v>
                </c:pt>
                <c:pt idx="68">
                  <c:v>1430</c:v>
                </c:pt>
                <c:pt idx="69">
                  <c:v>1266</c:v>
                </c:pt>
                <c:pt idx="70">
                  <c:v>1444</c:v>
                </c:pt>
                <c:pt idx="71">
                  <c:v>1518</c:v>
                </c:pt>
                <c:pt idx="72">
                  <c:v>1405</c:v>
                </c:pt>
                <c:pt idx="73">
                  <c:v>1483</c:v>
                </c:pt>
                <c:pt idx="74">
                  <c:v>1302</c:v>
                </c:pt>
                <c:pt idx="75">
                  <c:v>1384</c:v>
                </c:pt>
                <c:pt idx="76">
                  <c:v>1489</c:v>
                </c:pt>
                <c:pt idx="77">
                  <c:v>1262</c:v>
                </c:pt>
                <c:pt idx="78">
                  <c:v>1287</c:v>
                </c:pt>
                <c:pt idx="79">
                  <c:v>1374</c:v>
                </c:pt>
                <c:pt idx="80">
                  <c:v>1410</c:v>
                </c:pt>
                <c:pt idx="81">
                  <c:v>1335</c:v>
                </c:pt>
                <c:pt idx="82">
                  <c:v>1365</c:v>
                </c:pt>
                <c:pt idx="83">
                  <c:v>1225</c:v>
                </c:pt>
                <c:pt idx="84">
                  <c:v>1456</c:v>
                </c:pt>
                <c:pt idx="85">
                  <c:v>1253</c:v>
                </c:pt>
                <c:pt idx="86">
                  <c:v>1249</c:v>
                </c:pt>
                <c:pt idx="87">
                  <c:v>1397</c:v>
                </c:pt>
                <c:pt idx="88">
                  <c:v>1277</c:v>
                </c:pt>
                <c:pt idx="89">
                  <c:v>1402</c:v>
                </c:pt>
                <c:pt idx="90">
                  <c:v>1384</c:v>
                </c:pt>
                <c:pt idx="91">
                  <c:v>1380</c:v>
                </c:pt>
                <c:pt idx="92">
                  <c:v>1392</c:v>
                </c:pt>
                <c:pt idx="93">
                  <c:v>1377</c:v>
                </c:pt>
                <c:pt idx="94">
                  <c:v>1408</c:v>
                </c:pt>
                <c:pt idx="95">
                  <c:v>1404</c:v>
                </c:pt>
                <c:pt idx="96">
                  <c:v>1414</c:v>
                </c:pt>
                <c:pt idx="97">
                  <c:v>1297</c:v>
                </c:pt>
                <c:pt idx="98">
                  <c:v>1336</c:v>
                </c:pt>
                <c:pt idx="99">
                  <c:v>1340</c:v>
                </c:pt>
                <c:pt idx="100">
                  <c:v>1265</c:v>
                </c:pt>
                <c:pt idx="101">
                  <c:v>1027</c:v>
                </c:pt>
                <c:pt idx="102">
                  <c:v>620</c:v>
                </c:pt>
                <c:pt idx="103">
                  <c:v>291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A2-1C4E-9910-D0713273BEC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Sheet1!$D$2:$D$104</c:f>
              <c:numCache>
                <c:formatCode>General</c:formatCode>
                <c:ptCount val="103"/>
                <c:pt idx="0">
                  <c:v>1656</c:v>
                </c:pt>
                <c:pt idx="1">
                  <c:v>1785</c:v>
                </c:pt>
                <c:pt idx="2">
                  <c:v>1692</c:v>
                </c:pt>
                <c:pt idx="3">
                  <c:v>1800</c:v>
                </c:pt>
                <c:pt idx="4">
                  <c:v>1219</c:v>
                </c:pt>
                <c:pt idx="5">
                  <c:v>1975</c:v>
                </c:pt>
                <c:pt idx="6">
                  <c:v>1879</c:v>
                </c:pt>
                <c:pt idx="7">
                  <c:v>1542</c:v>
                </c:pt>
                <c:pt idx="8">
                  <c:v>1593</c:v>
                </c:pt>
                <c:pt idx="9">
                  <c:v>1550</c:v>
                </c:pt>
                <c:pt idx="10">
                  <c:v>1755</c:v>
                </c:pt>
                <c:pt idx="11">
                  <c:v>1875</c:v>
                </c:pt>
                <c:pt idx="12">
                  <c:v>1523</c:v>
                </c:pt>
                <c:pt idx="13">
                  <c:v>1605</c:v>
                </c:pt>
                <c:pt idx="14">
                  <c:v>1777</c:v>
                </c:pt>
                <c:pt idx="15">
                  <c:v>1621</c:v>
                </c:pt>
                <c:pt idx="16">
                  <c:v>1478</c:v>
                </c:pt>
                <c:pt idx="17">
                  <c:v>1300</c:v>
                </c:pt>
                <c:pt idx="18">
                  <c:v>1337</c:v>
                </c:pt>
                <c:pt idx="19">
                  <c:v>1438</c:v>
                </c:pt>
                <c:pt idx="20">
                  <c:v>1420</c:v>
                </c:pt>
                <c:pt idx="21">
                  <c:v>1338</c:v>
                </c:pt>
                <c:pt idx="22">
                  <c:v>1294</c:v>
                </c:pt>
                <c:pt idx="23">
                  <c:v>1523</c:v>
                </c:pt>
                <c:pt idx="24">
                  <c:v>1578</c:v>
                </c:pt>
                <c:pt idx="25">
                  <c:v>1421</c:v>
                </c:pt>
                <c:pt idx="26">
                  <c:v>1341</c:v>
                </c:pt>
                <c:pt idx="27">
                  <c:v>1610</c:v>
                </c:pt>
                <c:pt idx="28">
                  <c:v>1553</c:v>
                </c:pt>
                <c:pt idx="29">
                  <c:v>1474</c:v>
                </c:pt>
                <c:pt idx="30">
                  <c:v>1404</c:v>
                </c:pt>
                <c:pt idx="31">
                  <c:v>1299</c:v>
                </c:pt>
                <c:pt idx="32">
                  <c:v>1633</c:v>
                </c:pt>
                <c:pt idx="33">
                  <c:v>1490</c:v>
                </c:pt>
                <c:pt idx="34">
                  <c:v>1309</c:v>
                </c:pt>
                <c:pt idx="35">
                  <c:v>1382</c:v>
                </c:pt>
                <c:pt idx="36">
                  <c:v>1371</c:v>
                </c:pt>
                <c:pt idx="37">
                  <c:v>1504</c:v>
                </c:pt>
                <c:pt idx="38">
                  <c:v>1452</c:v>
                </c:pt>
                <c:pt idx="39">
                  <c:v>1396</c:v>
                </c:pt>
                <c:pt idx="40">
                  <c:v>1481</c:v>
                </c:pt>
                <c:pt idx="41">
                  <c:v>1522</c:v>
                </c:pt>
                <c:pt idx="42">
                  <c:v>1432</c:v>
                </c:pt>
                <c:pt idx="43">
                  <c:v>1428</c:v>
                </c:pt>
                <c:pt idx="44">
                  <c:v>1398</c:v>
                </c:pt>
                <c:pt idx="45">
                  <c:v>1468</c:v>
                </c:pt>
                <c:pt idx="46">
                  <c:v>1495</c:v>
                </c:pt>
                <c:pt idx="47">
                  <c:v>1444</c:v>
                </c:pt>
                <c:pt idx="48">
                  <c:v>1350</c:v>
                </c:pt>
                <c:pt idx="49">
                  <c:v>1559</c:v>
                </c:pt>
                <c:pt idx="50">
                  <c:v>1443</c:v>
                </c:pt>
                <c:pt idx="51">
                  <c:v>1424</c:v>
                </c:pt>
                <c:pt idx="52">
                  <c:v>1357</c:v>
                </c:pt>
                <c:pt idx="53">
                  <c:v>1536</c:v>
                </c:pt>
                <c:pt idx="54">
                  <c:v>1487</c:v>
                </c:pt>
                <c:pt idx="55">
                  <c:v>1506</c:v>
                </c:pt>
                <c:pt idx="56">
                  <c:v>1516</c:v>
                </c:pt>
                <c:pt idx="57">
                  <c:v>1010</c:v>
                </c:pt>
                <c:pt idx="58">
                  <c:v>1730</c:v>
                </c:pt>
                <c:pt idx="59">
                  <c:v>1558</c:v>
                </c:pt>
                <c:pt idx="60">
                  <c:v>1304</c:v>
                </c:pt>
                <c:pt idx="61">
                  <c:v>1118</c:v>
                </c:pt>
                <c:pt idx="62">
                  <c:v>1462</c:v>
                </c:pt>
                <c:pt idx="63">
                  <c:v>1414</c:v>
                </c:pt>
                <c:pt idx="64">
                  <c:v>1463</c:v>
                </c:pt>
                <c:pt idx="65">
                  <c:v>1291</c:v>
                </c:pt>
                <c:pt idx="66">
                  <c:v>1386</c:v>
                </c:pt>
                <c:pt idx="67">
                  <c:v>1540</c:v>
                </c:pt>
                <c:pt idx="68">
                  <c:v>1430</c:v>
                </c:pt>
                <c:pt idx="69">
                  <c:v>1266</c:v>
                </c:pt>
                <c:pt idx="70">
                  <c:v>1444</c:v>
                </c:pt>
                <c:pt idx="71">
                  <c:v>1518</c:v>
                </c:pt>
                <c:pt idx="72">
                  <c:v>1405</c:v>
                </c:pt>
                <c:pt idx="73">
                  <c:v>1483</c:v>
                </c:pt>
                <c:pt idx="74">
                  <c:v>1302</c:v>
                </c:pt>
                <c:pt idx="75">
                  <c:v>1384</c:v>
                </c:pt>
                <c:pt idx="76">
                  <c:v>1489</c:v>
                </c:pt>
                <c:pt idx="77">
                  <c:v>1262</c:v>
                </c:pt>
                <c:pt idx="78">
                  <c:v>1287</c:v>
                </c:pt>
                <c:pt idx="79">
                  <c:v>1374</c:v>
                </c:pt>
                <c:pt idx="80">
                  <c:v>1410</c:v>
                </c:pt>
                <c:pt idx="81">
                  <c:v>1335</c:v>
                </c:pt>
                <c:pt idx="82">
                  <c:v>1365</c:v>
                </c:pt>
                <c:pt idx="83">
                  <c:v>1225</c:v>
                </c:pt>
                <c:pt idx="84">
                  <c:v>1456</c:v>
                </c:pt>
                <c:pt idx="85">
                  <c:v>1253</c:v>
                </c:pt>
                <c:pt idx="86">
                  <c:v>1249</c:v>
                </c:pt>
                <c:pt idx="87">
                  <c:v>1397</c:v>
                </c:pt>
                <c:pt idx="88">
                  <c:v>1277</c:v>
                </c:pt>
                <c:pt idx="89">
                  <c:v>1402</c:v>
                </c:pt>
                <c:pt idx="90">
                  <c:v>1383</c:v>
                </c:pt>
                <c:pt idx="91">
                  <c:v>1375</c:v>
                </c:pt>
                <c:pt idx="92">
                  <c:v>1389</c:v>
                </c:pt>
                <c:pt idx="93">
                  <c:v>1375</c:v>
                </c:pt>
                <c:pt idx="94">
                  <c:v>1403</c:v>
                </c:pt>
                <c:pt idx="95">
                  <c:v>1402</c:v>
                </c:pt>
                <c:pt idx="96">
                  <c:v>1404</c:v>
                </c:pt>
                <c:pt idx="97">
                  <c:v>1076</c:v>
                </c:pt>
                <c:pt idx="98">
                  <c:v>1077</c:v>
                </c:pt>
                <c:pt idx="99">
                  <c:v>1078</c:v>
                </c:pt>
                <c:pt idx="100">
                  <c:v>1024</c:v>
                </c:pt>
                <c:pt idx="101">
                  <c:v>859</c:v>
                </c:pt>
                <c:pt idx="102">
                  <c:v>420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9A2-1C4E-9910-D0713273BE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/>
              <a:t>Enhertu MX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2589</c:v>
                </c:pt>
                <c:pt idx="1">
                  <c:v>2666</c:v>
                </c:pt>
                <c:pt idx="2">
                  <c:v>2651</c:v>
                </c:pt>
                <c:pt idx="3">
                  <c:v>2798</c:v>
                </c:pt>
                <c:pt idx="4">
                  <c:v>1841</c:v>
                </c:pt>
                <c:pt idx="5">
                  <c:v>3256</c:v>
                </c:pt>
                <c:pt idx="6">
                  <c:v>2904</c:v>
                </c:pt>
                <c:pt idx="7">
                  <c:v>2083</c:v>
                </c:pt>
                <c:pt idx="8">
                  <c:v>2741</c:v>
                </c:pt>
                <c:pt idx="9">
                  <c:v>2603</c:v>
                </c:pt>
                <c:pt idx="10">
                  <c:v>2395</c:v>
                </c:pt>
                <c:pt idx="11">
                  <c:v>3097</c:v>
                </c:pt>
                <c:pt idx="12">
                  <c:v>2498</c:v>
                </c:pt>
                <c:pt idx="13">
                  <c:v>2383</c:v>
                </c:pt>
                <c:pt idx="14">
                  <c:v>2966</c:v>
                </c:pt>
                <c:pt idx="15">
                  <c:v>2553</c:v>
                </c:pt>
                <c:pt idx="16">
                  <c:v>2188</c:v>
                </c:pt>
                <c:pt idx="17">
                  <c:v>2367</c:v>
                </c:pt>
                <c:pt idx="18">
                  <c:v>2163</c:v>
                </c:pt>
                <c:pt idx="19">
                  <c:v>2137</c:v>
                </c:pt>
                <c:pt idx="20">
                  <c:v>2409</c:v>
                </c:pt>
                <c:pt idx="21">
                  <c:v>2175</c:v>
                </c:pt>
                <c:pt idx="22">
                  <c:v>1850</c:v>
                </c:pt>
                <c:pt idx="23">
                  <c:v>2573</c:v>
                </c:pt>
                <c:pt idx="24">
                  <c:v>2532</c:v>
                </c:pt>
                <c:pt idx="25">
                  <c:v>2134</c:v>
                </c:pt>
                <c:pt idx="26">
                  <c:v>2461</c:v>
                </c:pt>
                <c:pt idx="27">
                  <c:v>2431</c:v>
                </c:pt>
                <c:pt idx="28">
                  <c:v>2289</c:v>
                </c:pt>
                <c:pt idx="29">
                  <c:v>2574</c:v>
                </c:pt>
                <c:pt idx="30">
                  <c:v>2355</c:v>
                </c:pt>
                <c:pt idx="31">
                  <c:v>2099</c:v>
                </c:pt>
                <c:pt idx="32">
                  <c:v>2630</c:v>
                </c:pt>
                <c:pt idx="33">
                  <c:v>2442</c:v>
                </c:pt>
                <c:pt idx="34">
                  <c:v>2113</c:v>
                </c:pt>
                <c:pt idx="35">
                  <c:v>2534</c:v>
                </c:pt>
                <c:pt idx="36">
                  <c:v>2261</c:v>
                </c:pt>
                <c:pt idx="37">
                  <c:v>2507</c:v>
                </c:pt>
                <c:pt idx="38">
                  <c:v>2630</c:v>
                </c:pt>
                <c:pt idx="39">
                  <c:v>2275</c:v>
                </c:pt>
                <c:pt idx="40">
                  <c:v>2453</c:v>
                </c:pt>
                <c:pt idx="41">
                  <c:v>2659</c:v>
                </c:pt>
                <c:pt idx="42">
                  <c:v>2396</c:v>
                </c:pt>
                <c:pt idx="43">
                  <c:v>2532</c:v>
                </c:pt>
                <c:pt idx="44">
                  <c:v>2596</c:v>
                </c:pt>
                <c:pt idx="45">
                  <c:v>2477</c:v>
                </c:pt>
                <c:pt idx="46">
                  <c:v>2737</c:v>
                </c:pt>
                <c:pt idx="47">
                  <c:v>2702</c:v>
                </c:pt>
                <c:pt idx="48">
                  <c:v>2428</c:v>
                </c:pt>
                <c:pt idx="49">
                  <c:v>2827</c:v>
                </c:pt>
                <c:pt idx="50">
                  <c:v>2619</c:v>
                </c:pt>
                <c:pt idx="51">
                  <c:v>2590</c:v>
                </c:pt>
                <c:pt idx="52">
                  <c:v>2861</c:v>
                </c:pt>
                <c:pt idx="53">
                  <c:v>2715</c:v>
                </c:pt>
                <c:pt idx="54">
                  <c:v>2712</c:v>
                </c:pt>
                <c:pt idx="55">
                  <c:v>3001</c:v>
                </c:pt>
                <c:pt idx="56">
                  <c:v>2829</c:v>
                </c:pt>
                <c:pt idx="57">
                  <c:v>1709</c:v>
                </c:pt>
                <c:pt idx="58">
                  <c:v>3537</c:v>
                </c:pt>
                <c:pt idx="59">
                  <c:v>2940</c:v>
                </c:pt>
                <c:pt idx="60">
                  <c:v>2164</c:v>
                </c:pt>
                <c:pt idx="61">
                  <c:v>2329</c:v>
                </c:pt>
                <c:pt idx="62">
                  <c:v>3002</c:v>
                </c:pt>
                <c:pt idx="63">
                  <c:v>2850</c:v>
                </c:pt>
                <c:pt idx="64">
                  <c:v>2695</c:v>
                </c:pt>
                <c:pt idx="65">
                  <c:v>2716</c:v>
                </c:pt>
                <c:pt idx="66">
                  <c:v>2826</c:v>
                </c:pt>
                <c:pt idx="67">
                  <c:v>2843</c:v>
                </c:pt>
                <c:pt idx="68">
                  <c:v>2774</c:v>
                </c:pt>
                <c:pt idx="69">
                  <c:v>2771</c:v>
                </c:pt>
                <c:pt idx="70">
                  <c:v>2902</c:v>
                </c:pt>
                <c:pt idx="71">
                  <c:v>2926</c:v>
                </c:pt>
                <c:pt idx="72">
                  <c:v>2862</c:v>
                </c:pt>
                <c:pt idx="73">
                  <c:v>2956</c:v>
                </c:pt>
                <c:pt idx="74">
                  <c:v>2832</c:v>
                </c:pt>
                <c:pt idx="75">
                  <c:v>3002</c:v>
                </c:pt>
                <c:pt idx="76">
                  <c:v>2986</c:v>
                </c:pt>
                <c:pt idx="77">
                  <c:v>2913</c:v>
                </c:pt>
                <c:pt idx="78">
                  <c:v>2927</c:v>
                </c:pt>
                <c:pt idx="79">
                  <c:v>2944</c:v>
                </c:pt>
                <c:pt idx="80">
                  <c:v>2984</c:v>
                </c:pt>
                <c:pt idx="81">
                  <c:v>3076</c:v>
                </c:pt>
                <c:pt idx="82">
                  <c:v>3092</c:v>
                </c:pt>
                <c:pt idx="83">
                  <c:v>2824</c:v>
                </c:pt>
                <c:pt idx="84">
                  <c:v>3282</c:v>
                </c:pt>
                <c:pt idx="85">
                  <c:v>3051</c:v>
                </c:pt>
                <c:pt idx="86">
                  <c:v>2951</c:v>
                </c:pt>
                <c:pt idx="87">
                  <c:v>3195</c:v>
                </c:pt>
                <c:pt idx="88">
                  <c:v>2707</c:v>
                </c:pt>
                <c:pt idx="89">
                  <c:v>3351</c:v>
                </c:pt>
                <c:pt idx="90">
                  <c:v>3329</c:v>
                </c:pt>
                <c:pt idx="91">
                  <c:v>2794</c:v>
                </c:pt>
                <c:pt idx="92">
                  <c:v>3226</c:v>
                </c:pt>
                <c:pt idx="93">
                  <c:v>3351</c:v>
                </c:pt>
                <c:pt idx="94">
                  <c:v>2938</c:v>
                </c:pt>
                <c:pt idx="95">
                  <c:v>3188</c:v>
                </c:pt>
                <c:pt idx="96">
                  <c:v>3285</c:v>
                </c:pt>
                <c:pt idx="97">
                  <c:v>2863</c:v>
                </c:pt>
                <c:pt idx="98">
                  <c:v>3307</c:v>
                </c:pt>
                <c:pt idx="99">
                  <c:v>3303</c:v>
                </c:pt>
                <c:pt idx="100">
                  <c:v>2776</c:v>
                </c:pt>
                <c:pt idx="101">
                  <c:v>2437</c:v>
                </c:pt>
                <c:pt idx="102">
                  <c:v>1643</c:v>
                </c:pt>
                <c:pt idx="103">
                  <c:v>969</c:v>
                </c:pt>
                <c:pt idx="104">
                  <c:v>626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73C-DE4A-AC0F-051F28EF08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Sheet1!$C$2:$C$105</c:f>
              <c:numCache>
                <c:formatCode>General</c:formatCode>
                <c:ptCount val="104"/>
                <c:pt idx="0">
                  <c:v>2589</c:v>
                </c:pt>
                <c:pt idx="1">
                  <c:v>2666</c:v>
                </c:pt>
                <c:pt idx="2">
                  <c:v>2651</c:v>
                </c:pt>
                <c:pt idx="3">
                  <c:v>2798</c:v>
                </c:pt>
                <c:pt idx="4">
                  <c:v>1841</c:v>
                </c:pt>
                <c:pt idx="5">
                  <c:v>3256</c:v>
                </c:pt>
                <c:pt idx="6">
                  <c:v>2904</c:v>
                </c:pt>
                <c:pt idx="7">
                  <c:v>2083</c:v>
                </c:pt>
                <c:pt idx="8">
                  <c:v>2741</c:v>
                </c:pt>
                <c:pt idx="9">
                  <c:v>2603</c:v>
                </c:pt>
                <c:pt idx="10">
                  <c:v>2395</c:v>
                </c:pt>
                <c:pt idx="11">
                  <c:v>3097</c:v>
                </c:pt>
                <c:pt idx="12">
                  <c:v>2498</c:v>
                </c:pt>
                <c:pt idx="13">
                  <c:v>2383</c:v>
                </c:pt>
                <c:pt idx="14">
                  <c:v>2966</c:v>
                </c:pt>
                <c:pt idx="15">
                  <c:v>2553</c:v>
                </c:pt>
                <c:pt idx="16">
                  <c:v>2188</c:v>
                </c:pt>
                <c:pt idx="17">
                  <c:v>2367</c:v>
                </c:pt>
                <c:pt idx="18">
                  <c:v>2163</c:v>
                </c:pt>
                <c:pt idx="19">
                  <c:v>2137</c:v>
                </c:pt>
                <c:pt idx="20">
                  <c:v>2409</c:v>
                </c:pt>
                <c:pt idx="21">
                  <c:v>2175</c:v>
                </c:pt>
                <c:pt idx="22">
                  <c:v>1850</c:v>
                </c:pt>
                <c:pt idx="23">
                  <c:v>2573</c:v>
                </c:pt>
                <c:pt idx="24">
                  <c:v>2532</c:v>
                </c:pt>
                <c:pt idx="25">
                  <c:v>2134</c:v>
                </c:pt>
                <c:pt idx="26">
                  <c:v>2461</c:v>
                </c:pt>
                <c:pt idx="27">
                  <c:v>2431</c:v>
                </c:pt>
                <c:pt idx="28">
                  <c:v>2289</c:v>
                </c:pt>
                <c:pt idx="29">
                  <c:v>2574</c:v>
                </c:pt>
                <c:pt idx="30">
                  <c:v>2355</c:v>
                </c:pt>
                <c:pt idx="31">
                  <c:v>2099</c:v>
                </c:pt>
                <c:pt idx="32">
                  <c:v>2630</c:v>
                </c:pt>
                <c:pt idx="33">
                  <c:v>2442</c:v>
                </c:pt>
                <c:pt idx="34">
                  <c:v>2113</c:v>
                </c:pt>
                <c:pt idx="35">
                  <c:v>2534</c:v>
                </c:pt>
                <c:pt idx="36">
                  <c:v>2261</c:v>
                </c:pt>
                <c:pt idx="37">
                  <c:v>2507</c:v>
                </c:pt>
                <c:pt idx="38">
                  <c:v>2630</c:v>
                </c:pt>
                <c:pt idx="39">
                  <c:v>2275</c:v>
                </c:pt>
                <c:pt idx="40">
                  <c:v>2453</c:v>
                </c:pt>
                <c:pt idx="41">
                  <c:v>2659</c:v>
                </c:pt>
                <c:pt idx="42">
                  <c:v>2396</c:v>
                </c:pt>
                <c:pt idx="43">
                  <c:v>2532</c:v>
                </c:pt>
                <c:pt idx="44">
                  <c:v>2596</c:v>
                </c:pt>
                <c:pt idx="45">
                  <c:v>2477</c:v>
                </c:pt>
                <c:pt idx="46">
                  <c:v>2737</c:v>
                </c:pt>
                <c:pt idx="47">
                  <c:v>2702</c:v>
                </c:pt>
                <c:pt idx="48">
                  <c:v>2428</c:v>
                </c:pt>
                <c:pt idx="49">
                  <c:v>2827</c:v>
                </c:pt>
                <c:pt idx="50">
                  <c:v>2619</c:v>
                </c:pt>
                <c:pt idx="51">
                  <c:v>2590</c:v>
                </c:pt>
                <c:pt idx="52">
                  <c:v>2861</c:v>
                </c:pt>
                <c:pt idx="53">
                  <c:v>2715</c:v>
                </c:pt>
                <c:pt idx="54">
                  <c:v>2712</c:v>
                </c:pt>
                <c:pt idx="55">
                  <c:v>3001</c:v>
                </c:pt>
                <c:pt idx="56">
                  <c:v>2829</c:v>
                </c:pt>
                <c:pt idx="57">
                  <c:v>1709</c:v>
                </c:pt>
                <c:pt idx="58">
                  <c:v>3537</c:v>
                </c:pt>
                <c:pt idx="59">
                  <c:v>2940</c:v>
                </c:pt>
                <c:pt idx="60">
                  <c:v>2164</c:v>
                </c:pt>
                <c:pt idx="61">
                  <c:v>2329</c:v>
                </c:pt>
                <c:pt idx="62">
                  <c:v>3002</c:v>
                </c:pt>
                <c:pt idx="63">
                  <c:v>2850</c:v>
                </c:pt>
                <c:pt idx="64">
                  <c:v>2695</c:v>
                </c:pt>
                <c:pt idx="65">
                  <c:v>2716</c:v>
                </c:pt>
                <c:pt idx="66">
                  <c:v>2826</c:v>
                </c:pt>
                <c:pt idx="67">
                  <c:v>2843</c:v>
                </c:pt>
                <c:pt idx="68">
                  <c:v>2774</c:v>
                </c:pt>
                <c:pt idx="69">
                  <c:v>2771</c:v>
                </c:pt>
                <c:pt idx="70">
                  <c:v>2902</c:v>
                </c:pt>
                <c:pt idx="71">
                  <c:v>2926</c:v>
                </c:pt>
                <c:pt idx="72">
                  <c:v>2862</c:v>
                </c:pt>
                <c:pt idx="73">
                  <c:v>2956</c:v>
                </c:pt>
                <c:pt idx="74">
                  <c:v>2832</c:v>
                </c:pt>
                <c:pt idx="75">
                  <c:v>3002</c:v>
                </c:pt>
                <c:pt idx="76">
                  <c:v>2986</c:v>
                </c:pt>
                <c:pt idx="77">
                  <c:v>2913</c:v>
                </c:pt>
                <c:pt idx="78">
                  <c:v>2927</c:v>
                </c:pt>
                <c:pt idx="79">
                  <c:v>2944</c:v>
                </c:pt>
                <c:pt idx="80">
                  <c:v>2984</c:v>
                </c:pt>
                <c:pt idx="81">
                  <c:v>3076</c:v>
                </c:pt>
                <c:pt idx="82">
                  <c:v>3092</c:v>
                </c:pt>
                <c:pt idx="83">
                  <c:v>2824</c:v>
                </c:pt>
                <c:pt idx="84">
                  <c:v>3282</c:v>
                </c:pt>
                <c:pt idx="85">
                  <c:v>3051</c:v>
                </c:pt>
                <c:pt idx="86">
                  <c:v>2951</c:v>
                </c:pt>
                <c:pt idx="87">
                  <c:v>3195</c:v>
                </c:pt>
                <c:pt idx="88">
                  <c:v>2707</c:v>
                </c:pt>
                <c:pt idx="89">
                  <c:v>3351</c:v>
                </c:pt>
                <c:pt idx="90">
                  <c:v>3329</c:v>
                </c:pt>
                <c:pt idx="91">
                  <c:v>2792</c:v>
                </c:pt>
                <c:pt idx="92">
                  <c:v>3225</c:v>
                </c:pt>
                <c:pt idx="93">
                  <c:v>3343</c:v>
                </c:pt>
                <c:pt idx="94">
                  <c:v>2931</c:v>
                </c:pt>
                <c:pt idx="95">
                  <c:v>3179</c:v>
                </c:pt>
                <c:pt idx="96">
                  <c:v>3271</c:v>
                </c:pt>
                <c:pt idx="97">
                  <c:v>2807</c:v>
                </c:pt>
                <c:pt idx="98">
                  <c:v>3241</c:v>
                </c:pt>
                <c:pt idx="99">
                  <c:v>3225</c:v>
                </c:pt>
                <c:pt idx="100">
                  <c:v>2687</c:v>
                </c:pt>
                <c:pt idx="101">
                  <c:v>2322</c:v>
                </c:pt>
                <c:pt idx="102">
                  <c:v>1415</c:v>
                </c:pt>
                <c:pt idx="103">
                  <c:v>537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73C-DE4A-AC0F-051F28EF08F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Sheet1!$D$2:$D$104</c:f>
              <c:numCache>
                <c:formatCode>General</c:formatCode>
                <c:ptCount val="103"/>
                <c:pt idx="0">
                  <c:v>2589</c:v>
                </c:pt>
                <c:pt idx="1">
                  <c:v>2666</c:v>
                </c:pt>
                <c:pt idx="2">
                  <c:v>2651</c:v>
                </c:pt>
                <c:pt idx="3">
                  <c:v>2798</c:v>
                </c:pt>
                <c:pt idx="4">
                  <c:v>1841</c:v>
                </c:pt>
                <c:pt idx="5">
                  <c:v>3256</c:v>
                </c:pt>
                <c:pt idx="6">
                  <c:v>2904</c:v>
                </c:pt>
                <c:pt idx="7">
                  <c:v>2083</c:v>
                </c:pt>
                <c:pt idx="8">
                  <c:v>2741</c:v>
                </c:pt>
                <c:pt idx="9">
                  <c:v>2603</c:v>
                </c:pt>
                <c:pt idx="10">
                  <c:v>2395</c:v>
                </c:pt>
                <c:pt idx="11">
                  <c:v>3097</c:v>
                </c:pt>
                <c:pt idx="12">
                  <c:v>2498</c:v>
                </c:pt>
                <c:pt idx="13">
                  <c:v>2383</c:v>
                </c:pt>
                <c:pt idx="14">
                  <c:v>2966</c:v>
                </c:pt>
                <c:pt idx="15">
                  <c:v>2553</c:v>
                </c:pt>
                <c:pt idx="16">
                  <c:v>2188</c:v>
                </c:pt>
                <c:pt idx="17">
                  <c:v>2367</c:v>
                </c:pt>
                <c:pt idx="18">
                  <c:v>2163</c:v>
                </c:pt>
                <c:pt idx="19">
                  <c:v>2137</c:v>
                </c:pt>
                <c:pt idx="20">
                  <c:v>2409</c:v>
                </c:pt>
                <c:pt idx="21">
                  <c:v>2175</c:v>
                </c:pt>
                <c:pt idx="22">
                  <c:v>1850</c:v>
                </c:pt>
                <c:pt idx="23">
                  <c:v>2573</c:v>
                </c:pt>
                <c:pt idx="24">
                  <c:v>2532</c:v>
                </c:pt>
                <c:pt idx="25">
                  <c:v>2134</c:v>
                </c:pt>
                <c:pt idx="26">
                  <c:v>2461</c:v>
                </c:pt>
                <c:pt idx="27">
                  <c:v>2431</c:v>
                </c:pt>
                <c:pt idx="28">
                  <c:v>2289</c:v>
                </c:pt>
                <c:pt idx="29">
                  <c:v>2574</c:v>
                </c:pt>
                <c:pt idx="30">
                  <c:v>2355</c:v>
                </c:pt>
                <c:pt idx="31">
                  <c:v>2099</c:v>
                </c:pt>
                <c:pt idx="32">
                  <c:v>2630</c:v>
                </c:pt>
                <c:pt idx="33">
                  <c:v>2442</c:v>
                </c:pt>
                <c:pt idx="34">
                  <c:v>2113</c:v>
                </c:pt>
                <c:pt idx="35">
                  <c:v>2534</c:v>
                </c:pt>
                <c:pt idx="36">
                  <c:v>2261</c:v>
                </c:pt>
                <c:pt idx="37">
                  <c:v>2507</c:v>
                </c:pt>
                <c:pt idx="38">
                  <c:v>2630</c:v>
                </c:pt>
                <c:pt idx="39">
                  <c:v>2275</c:v>
                </c:pt>
                <c:pt idx="40">
                  <c:v>2453</c:v>
                </c:pt>
                <c:pt idx="41">
                  <c:v>2659</c:v>
                </c:pt>
                <c:pt idx="42">
                  <c:v>2396</c:v>
                </c:pt>
                <c:pt idx="43">
                  <c:v>2532</c:v>
                </c:pt>
                <c:pt idx="44">
                  <c:v>2596</c:v>
                </c:pt>
                <c:pt idx="45">
                  <c:v>2477</c:v>
                </c:pt>
                <c:pt idx="46">
                  <c:v>2737</c:v>
                </c:pt>
                <c:pt idx="47">
                  <c:v>2702</c:v>
                </c:pt>
                <c:pt idx="48">
                  <c:v>2428</c:v>
                </c:pt>
                <c:pt idx="49">
                  <c:v>2827</c:v>
                </c:pt>
                <c:pt idx="50">
                  <c:v>2619</c:v>
                </c:pt>
                <c:pt idx="51">
                  <c:v>2590</c:v>
                </c:pt>
                <c:pt idx="52">
                  <c:v>2861</c:v>
                </c:pt>
                <c:pt idx="53">
                  <c:v>2715</c:v>
                </c:pt>
                <c:pt idx="54">
                  <c:v>2712</c:v>
                </c:pt>
                <c:pt idx="55">
                  <c:v>3001</c:v>
                </c:pt>
                <c:pt idx="56">
                  <c:v>2829</c:v>
                </c:pt>
                <c:pt idx="57">
                  <c:v>1709</c:v>
                </c:pt>
                <c:pt idx="58">
                  <c:v>3537</c:v>
                </c:pt>
                <c:pt idx="59">
                  <c:v>2940</c:v>
                </c:pt>
                <c:pt idx="60">
                  <c:v>2164</c:v>
                </c:pt>
                <c:pt idx="61">
                  <c:v>2329</c:v>
                </c:pt>
                <c:pt idx="62">
                  <c:v>3002</c:v>
                </c:pt>
                <c:pt idx="63">
                  <c:v>2850</c:v>
                </c:pt>
                <c:pt idx="64">
                  <c:v>2695</c:v>
                </c:pt>
                <c:pt idx="65">
                  <c:v>2716</c:v>
                </c:pt>
                <c:pt idx="66">
                  <c:v>2826</c:v>
                </c:pt>
                <c:pt idx="67">
                  <c:v>2843</c:v>
                </c:pt>
                <c:pt idx="68">
                  <c:v>2774</c:v>
                </c:pt>
                <c:pt idx="69">
                  <c:v>2771</c:v>
                </c:pt>
                <c:pt idx="70">
                  <c:v>2902</c:v>
                </c:pt>
                <c:pt idx="71">
                  <c:v>2926</c:v>
                </c:pt>
                <c:pt idx="72">
                  <c:v>2862</c:v>
                </c:pt>
                <c:pt idx="73">
                  <c:v>2956</c:v>
                </c:pt>
                <c:pt idx="74">
                  <c:v>2832</c:v>
                </c:pt>
                <c:pt idx="75">
                  <c:v>3002</c:v>
                </c:pt>
                <c:pt idx="76">
                  <c:v>2986</c:v>
                </c:pt>
                <c:pt idx="77">
                  <c:v>2913</c:v>
                </c:pt>
                <c:pt idx="78">
                  <c:v>2927</c:v>
                </c:pt>
                <c:pt idx="79">
                  <c:v>2944</c:v>
                </c:pt>
                <c:pt idx="80">
                  <c:v>2984</c:v>
                </c:pt>
                <c:pt idx="81">
                  <c:v>3076</c:v>
                </c:pt>
                <c:pt idx="82">
                  <c:v>3092</c:v>
                </c:pt>
                <c:pt idx="83">
                  <c:v>2824</c:v>
                </c:pt>
                <c:pt idx="84">
                  <c:v>3282</c:v>
                </c:pt>
                <c:pt idx="85">
                  <c:v>3051</c:v>
                </c:pt>
                <c:pt idx="86">
                  <c:v>2951</c:v>
                </c:pt>
                <c:pt idx="87">
                  <c:v>3195</c:v>
                </c:pt>
                <c:pt idx="88">
                  <c:v>2707</c:v>
                </c:pt>
                <c:pt idx="89">
                  <c:v>3351</c:v>
                </c:pt>
                <c:pt idx="90">
                  <c:v>3329</c:v>
                </c:pt>
                <c:pt idx="91">
                  <c:v>2789</c:v>
                </c:pt>
                <c:pt idx="92">
                  <c:v>3216</c:v>
                </c:pt>
                <c:pt idx="93">
                  <c:v>3326</c:v>
                </c:pt>
                <c:pt idx="94">
                  <c:v>2921</c:v>
                </c:pt>
                <c:pt idx="95">
                  <c:v>3172</c:v>
                </c:pt>
                <c:pt idx="96">
                  <c:v>3259</c:v>
                </c:pt>
                <c:pt idx="97">
                  <c:v>2296</c:v>
                </c:pt>
                <c:pt idx="98">
                  <c:v>2652</c:v>
                </c:pt>
                <c:pt idx="99">
                  <c:v>2565</c:v>
                </c:pt>
                <c:pt idx="100">
                  <c:v>2105</c:v>
                </c:pt>
                <c:pt idx="101">
                  <c:v>1927</c:v>
                </c:pt>
                <c:pt idx="102">
                  <c:v>938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73C-DE4A-AC0F-051F28EF08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/>
              <a:t>Datroway MX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Sheet1!$A$2:$A$39</c:f>
              <c:strCache>
                <c:ptCount val="38"/>
                <c:pt idx="0">
                  <c:v>2025-02-03</c:v>
                </c:pt>
                <c:pt idx="1">
                  <c:v>2025-02-10</c:v>
                </c:pt>
                <c:pt idx="2">
                  <c:v>2025-02-17</c:v>
                </c:pt>
                <c:pt idx="3">
                  <c:v>2025-02-24</c:v>
                </c:pt>
                <c:pt idx="4">
                  <c:v>2025-03-03</c:v>
                </c:pt>
                <c:pt idx="5">
                  <c:v>2025-03-10</c:v>
                </c:pt>
                <c:pt idx="6">
                  <c:v>2025-03-17</c:v>
                </c:pt>
                <c:pt idx="7">
                  <c:v>2025-03-24</c:v>
                </c:pt>
                <c:pt idx="8">
                  <c:v>2025-03-31</c:v>
                </c:pt>
                <c:pt idx="9">
                  <c:v>2025-04-07</c:v>
                </c:pt>
                <c:pt idx="10">
                  <c:v>2025-04-14</c:v>
                </c:pt>
                <c:pt idx="11">
                  <c:v>2025-04-21</c:v>
                </c:pt>
                <c:pt idx="12">
                  <c:v>2025-04-28</c:v>
                </c:pt>
                <c:pt idx="13">
                  <c:v>2025-05-05</c:v>
                </c:pt>
                <c:pt idx="14">
                  <c:v>2025-05-12</c:v>
                </c:pt>
                <c:pt idx="15">
                  <c:v>2025-05-19</c:v>
                </c:pt>
                <c:pt idx="16">
                  <c:v>2025-05-26</c:v>
                </c:pt>
                <c:pt idx="17">
                  <c:v>2025-06-02</c:v>
                </c:pt>
                <c:pt idx="18">
                  <c:v>2025-06-09</c:v>
                </c:pt>
                <c:pt idx="19">
                  <c:v>2025-06-16</c:v>
                </c:pt>
                <c:pt idx="20">
                  <c:v>2025-06-23</c:v>
                </c:pt>
                <c:pt idx="21">
                  <c:v>2025-06-30</c:v>
                </c:pt>
                <c:pt idx="22">
                  <c:v>2025-07-07</c:v>
                </c:pt>
                <c:pt idx="23">
                  <c:v>2025-07-14</c:v>
                </c:pt>
                <c:pt idx="24">
                  <c:v>2025-07-21</c:v>
                </c:pt>
                <c:pt idx="25">
                  <c:v>2025-07-28</c:v>
                </c:pt>
                <c:pt idx="26">
                  <c:v>2025-08-04</c:v>
                </c:pt>
                <c:pt idx="27">
                  <c:v>2025-08-11</c:v>
                </c:pt>
                <c:pt idx="28">
                  <c:v>2025-08-18</c:v>
                </c:pt>
                <c:pt idx="29">
                  <c:v>2025-08-25</c:v>
                </c:pt>
                <c:pt idx="30">
                  <c:v>2025-09-01</c:v>
                </c:pt>
                <c:pt idx="31">
                  <c:v>2025-09-08</c:v>
                </c:pt>
                <c:pt idx="32">
                  <c:v>2025-09-15</c:v>
                </c:pt>
                <c:pt idx="33">
                  <c:v>2025-09-22</c:v>
                </c:pt>
                <c:pt idx="34">
                  <c:v>2025-09-29</c:v>
                </c:pt>
                <c:pt idx="35">
                  <c:v>2025-10-06</c:v>
                </c:pt>
                <c:pt idx="36">
                  <c:v>2025-10-13</c:v>
                </c:pt>
                <c:pt idx="37">
                  <c:v>2025-10-20</c:v>
                </c:pt>
              </c:strCache>
            </c:strRef>
          </c:cat>
          <c:val>
            <c:numRef>
              <c:f>Sheet1!$B$2:$B$39</c:f>
              <c:numCache>
                <c:formatCode>General</c:formatCode>
                <c:ptCount val="38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7</c:v>
                </c:pt>
                <c:pt idx="4">
                  <c:v>12</c:v>
                </c:pt>
                <c:pt idx="5">
                  <c:v>15</c:v>
                </c:pt>
                <c:pt idx="6">
                  <c:v>5</c:v>
                </c:pt>
                <c:pt idx="7">
                  <c:v>21</c:v>
                </c:pt>
                <c:pt idx="8">
                  <c:v>24</c:v>
                </c:pt>
                <c:pt idx="9">
                  <c:v>14</c:v>
                </c:pt>
                <c:pt idx="10">
                  <c:v>23</c:v>
                </c:pt>
                <c:pt idx="11">
                  <c:v>25</c:v>
                </c:pt>
                <c:pt idx="12">
                  <c:v>24</c:v>
                </c:pt>
                <c:pt idx="13">
                  <c:v>27</c:v>
                </c:pt>
                <c:pt idx="14">
                  <c:v>30</c:v>
                </c:pt>
                <c:pt idx="15">
                  <c:v>31</c:v>
                </c:pt>
                <c:pt idx="16">
                  <c:v>40</c:v>
                </c:pt>
                <c:pt idx="17">
                  <c:v>35</c:v>
                </c:pt>
                <c:pt idx="18">
                  <c:v>71</c:v>
                </c:pt>
                <c:pt idx="19">
                  <c:v>37</c:v>
                </c:pt>
                <c:pt idx="20">
                  <c:v>34</c:v>
                </c:pt>
                <c:pt idx="21">
                  <c:v>51</c:v>
                </c:pt>
                <c:pt idx="22">
                  <c:v>51</c:v>
                </c:pt>
                <c:pt idx="23">
                  <c:v>46</c:v>
                </c:pt>
                <c:pt idx="24">
                  <c:v>56</c:v>
                </c:pt>
                <c:pt idx="25">
                  <c:v>51</c:v>
                </c:pt>
                <c:pt idx="26">
                  <c:v>62</c:v>
                </c:pt>
                <c:pt idx="27">
                  <c:v>86</c:v>
                </c:pt>
                <c:pt idx="28">
                  <c:v>66</c:v>
                </c:pt>
                <c:pt idx="29">
                  <c:v>78</c:v>
                </c:pt>
                <c:pt idx="30">
                  <c:v>77</c:v>
                </c:pt>
                <c:pt idx="31">
                  <c:v>95</c:v>
                </c:pt>
                <c:pt idx="32">
                  <c:v>66</c:v>
                </c:pt>
                <c:pt idx="33">
                  <c:v>68</c:v>
                </c:pt>
                <c:pt idx="34">
                  <c:v>86</c:v>
                </c:pt>
                <c:pt idx="35">
                  <c:v>34</c:v>
                </c:pt>
                <c:pt idx="36">
                  <c:v>16</c:v>
                </c:pt>
                <c:pt idx="37">
                  <c:v>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2AC-7147-A484-2A70AF8A8D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Sheet1!$A$2:$A$39</c:f>
              <c:strCache>
                <c:ptCount val="38"/>
                <c:pt idx="0">
                  <c:v>2025-02-03</c:v>
                </c:pt>
                <c:pt idx="1">
                  <c:v>2025-02-10</c:v>
                </c:pt>
                <c:pt idx="2">
                  <c:v>2025-02-17</c:v>
                </c:pt>
                <c:pt idx="3">
                  <c:v>2025-02-24</c:v>
                </c:pt>
                <c:pt idx="4">
                  <c:v>2025-03-03</c:v>
                </c:pt>
                <c:pt idx="5">
                  <c:v>2025-03-10</c:v>
                </c:pt>
                <c:pt idx="6">
                  <c:v>2025-03-17</c:v>
                </c:pt>
                <c:pt idx="7">
                  <c:v>2025-03-24</c:v>
                </c:pt>
                <c:pt idx="8">
                  <c:v>2025-03-31</c:v>
                </c:pt>
                <c:pt idx="9">
                  <c:v>2025-04-07</c:v>
                </c:pt>
                <c:pt idx="10">
                  <c:v>2025-04-14</c:v>
                </c:pt>
                <c:pt idx="11">
                  <c:v>2025-04-21</c:v>
                </c:pt>
                <c:pt idx="12">
                  <c:v>2025-04-28</c:v>
                </c:pt>
                <c:pt idx="13">
                  <c:v>2025-05-05</c:v>
                </c:pt>
                <c:pt idx="14">
                  <c:v>2025-05-12</c:v>
                </c:pt>
                <c:pt idx="15">
                  <c:v>2025-05-19</c:v>
                </c:pt>
                <c:pt idx="16">
                  <c:v>2025-05-26</c:v>
                </c:pt>
                <c:pt idx="17">
                  <c:v>2025-06-02</c:v>
                </c:pt>
                <c:pt idx="18">
                  <c:v>2025-06-09</c:v>
                </c:pt>
                <c:pt idx="19">
                  <c:v>2025-06-16</c:v>
                </c:pt>
                <c:pt idx="20">
                  <c:v>2025-06-23</c:v>
                </c:pt>
                <c:pt idx="21">
                  <c:v>2025-06-30</c:v>
                </c:pt>
                <c:pt idx="22">
                  <c:v>2025-07-07</c:v>
                </c:pt>
                <c:pt idx="23">
                  <c:v>2025-07-14</c:v>
                </c:pt>
                <c:pt idx="24">
                  <c:v>2025-07-21</c:v>
                </c:pt>
                <c:pt idx="25">
                  <c:v>2025-07-28</c:v>
                </c:pt>
                <c:pt idx="26">
                  <c:v>2025-08-04</c:v>
                </c:pt>
                <c:pt idx="27">
                  <c:v>2025-08-11</c:v>
                </c:pt>
                <c:pt idx="28">
                  <c:v>2025-08-18</c:v>
                </c:pt>
                <c:pt idx="29">
                  <c:v>2025-08-25</c:v>
                </c:pt>
                <c:pt idx="30">
                  <c:v>2025-09-01</c:v>
                </c:pt>
                <c:pt idx="31">
                  <c:v>2025-09-08</c:v>
                </c:pt>
                <c:pt idx="32">
                  <c:v>2025-09-15</c:v>
                </c:pt>
                <c:pt idx="33">
                  <c:v>2025-09-22</c:v>
                </c:pt>
                <c:pt idx="34">
                  <c:v>2025-09-29</c:v>
                </c:pt>
                <c:pt idx="35">
                  <c:v>2025-10-06</c:v>
                </c:pt>
                <c:pt idx="36">
                  <c:v>2025-10-13</c:v>
                </c:pt>
                <c:pt idx="37">
                  <c:v>2025-10-20</c:v>
                </c:pt>
              </c:strCache>
            </c:strRef>
          </c:cat>
          <c:val>
            <c:numRef>
              <c:f>Sheet1!$C$2:$C$38</c:f>
              <c:numCache>
                <c:formatCode>General</c:formatCode>
                <c:ptCount val="37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7</c:v>
                </c:pt>
                <c:pt idx="4">
                  <c:v>12</c:v>
                </c:pt>
                <c:pt idx="5">
                  <c:v>15</c:v>
                </c:pt>
                <c:pt idx="6">
                  <c:v>5</c:v>
                </c:pt>
                <c:pt idx="7">
                  <c:v>21</c:v>
                </c:pt>
                <c:pt idx="8">
                  <c:v>24</c:v>
                </c:pt>
                <c:pt idx="9">
                  <c:v>14</c:v>
                </c:pt>
                <c:pt idx="10">
                  <c:v>23</c:v>
                </c:pt>
                <c:pt idx="11">
                  <c:v>25</c:v>
                </c:pt>
                <c:pt idx="12">
                  <c:v>24</c:v>
                </c:pt>
                <c:pt idx="13">
                  <c:v>27</c:v>
                </c:pt>
                <c:pt idx="14">
                  <c:v>30</c:v>
                </c:pt>
                <c:pt idx="15">
                  <c:v>31</c:v>
                </c:pt>
                <c:pt idx="16">
                  <c:v>40</c:v>
                </c:pt>
                <c:pt idx="17">
                  <c:v>35</c:v>
                </c:pt>
                <c:pt idx="18">
                  <c:v>71</c:v>
                </c:pt>
                <c:pt idx="19">
                  <c:v>37</c:v>
                </c:pt>
                <c:pt idx="20">
                  <c:v>34</c:v>
                </c:pt>
                <c:pt idx="21">
                  <c:v>51</c:v>
                </c:pt>
                <c:pt idx="22">
                  <c:v>51</c:v>
                </c:pt>
                <c:pt idx="23">
                  <c:v>46</c:v>
                </c:pt>
                <c:pt idx="24">
                  <c:v>56</c:v>
                </c:pt>
                <c:pt idx="25">
                  <c:v>51</c:v>
                </c:pt>
                <c:pt idx="26">
                  <c:v>62</c:v>
                </c:pt>
                <c:pt idx="27">
                  <c:v>86</c:v>
                </c:pt>
                <c:pt idx="28">
                  <c:v>66</c:v>
                </c:pt>
                <c:pt idx="29">
                  <c:v>78</c:v>
                </c:pt>
                <c:pt idx="30">
                  <c:v>74</c:v>
                </c:pt>
                <c:pt idx="31">
                  <c:v>92</c:v>
                </c:pt>
                <c:pt idx="32">
                  <c:v>64</c:v>
                </c:pt>
                <c:pt idx="33">
                  <c:v>64</c:v>
                </c:pt>
                <c:pt idx="34">
                  <c:v>83</c:v>
                </c:pt>
                <c:pt idx="35">
                  <c:v>34</c:v>
                </c:pt>
                <c:pt idx="36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2AC-7147-A484-2A70AF8A8D2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Sheet1!$A$2:$A$39</c:f>
              <c:strCache>
                <c:ptCount val="38"/>
                <c:pt idx="0">
                  <c:v>2025-02-03</c:v>
                </c:pt>
                <c:pt idx="1">
                  <c:v>2025-02-10</c:v>
                </c:pt>
                <c:pt idx="2">
                  <c:v>2025-02-17</c:v>
                </c:pt>
                <c:pt idx="3">
                  <c:v>2025-02-24</c:v>
                </c:pt>
                <c:pt idx="4">
                  <c:v>2025-03-03</c:v>
                </c:pt>
                <c:pt idx="5">
                  <c:v>2025-03-10</c:v>
                </c:pt>
                <c:pt idx="6">
                  <c:v>2025-03-17</c:v>
                </c:pt>
                <c:pt idx="7">
                  <c:v>2025-03-24</c:v>
                </c:pt>
                <c:pt idx="8">
                  <c:v>2025-03-31</c:v>
                </c:pt>
                <c:pt idx="9">
                  <c:v>2025-04-07</c:v>
                </c:pt>
                <c:pt idx="10">
                  <c:v>2025-04-14</c:v>
                </c:pt>
                <c:pt idx="11">
                  <c:v>2025-04-21</c:v>
                </c:pt>
                <c:pt idx="12">
                  <c:v>2025-04-28</c:v>
                </c:pt>
                <c:pt idx="13">
                  <c:v>2025-05-05</c:v>
                </c:pt>
                <c:pt idx="14">
                  <c:v>2025-05-12</c:v>
                </c:pt>
                <c:pt idx="15">
                  <c:v>2025-05-19</c:v>
                </c:pt>
                <c:pt idx="16">
                  <c:v>2025-05-26</c:v>
                </c:pt>
                <c:pt idx="17">
                  <c:v>2025-06-02</c:v>
                </c:pt>
                <c:pt idx="18">
                  <c:v>2025-06-09</c:v>
                </c:pt>
                <c:pt idx="19">
                  <c:v>2025-06-16</c:v>
                </c:pt>
                <c:pt idx="20">
                  <c:v>2025-06-23</c:v>
                </c:pt>
                <c:pt idx="21">
                  <c:v>2025-06-30</c:v>
                </c:pt>
                <c:pt idx="22">
                  <c:v>2025-07-07</c:v>
                </c:pt>
                <c:pt idx="23">
                  <c:v>2025-07-14</c:v>
                </c:pt>
                <c:pt idx="24">
                  <c:v>2025-07-21</c:v>
                </c:pt>
                <c:pt idx="25">
                  <c:v>2025-07-28</c:v>
                </c:pt>
                <c:pt idx="26">
                  <c:v>2025-08-04</c:v>
                </c:pt>
                <c:pt idx="27">
                  <c:v>2025-08-11</c:v>
                </c:pt>
                <c:pt idx="28">
                  <c:v>2025-08-18</c:v>
                </c:pt>
                <c:pt idx="29">
                  <c:v>2025-08-25</c:v>
                </c:pt>
                <c:pt idx="30">
                  <c:v>2025-09-01</c:v>
                </c:pt>
                <c:pt idx="31">
                  <c:v>2025-09-08</c:v>
                </c:pt>
                <c:pt idx="32">
                  <c:v>2025-09-15</c:v>
                </c:pt>
                <c:pt idx="33">
                  <c:v>2025-09-22</c:v>
                </c:pt>
                <c:pt idx="34">
                  <c:v>2025-09-29</c:v>
                </c:pt>
                <c:pt idx="35">
                  <c:v>2025-10-06</c:v>
                </c:pt>
                <c:pt idx="36">
                  <c:v>2025-10-13</c:v>
                </c:pt>
                <c:pt idx="37">
                  <c:v>2025-10-20</c:v>
                </c:pt>
              </c:strCache>
            </c:strRef>
          </c:cat>
          <c:val>
            <c:numRef>
              <c:f>Sheet1!$D$2:$D$37</c:f>
              <c:numCache>
                <c:formatCode>General</c:formatCode>
                <c:ptCount val="36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7</c:v>
                </c:pt>
                <c:pt idx="4">
                  <c:v>12</c:v>
                </c:pt>
                <c:pt idx="5">
                  <c:v>15</c:v>
                </c:pt>
                <c:pt idx="6">
                  <c:v>5</c:v>
                </c:pt>
                <c:pt idx="7">
                  <c:v>21</c:v>
                </c:pt>
                <c:pt idx="8">
                  <c:v>24</c:v>
                </c:pt>
                <c:pt idx="9">
                  <c:v>14</c:v>
                </c:pt>
                <c:pt idx="10">
                  <c:v>23</c:v>
                </c:pt>
                <c:pt idx="11">
                  <c:v>25</c:v>
                </c:pt>
                <c:pt idx="12">
                  <c:v>24</c:v>
                </c:pt>
                <c:pt idx="13">
                  <c:v>27</c:v>
                </c:pt>
                <c:pt idx="14">
                  <c:v>30</c:v>
                </c:pt>
                <c:pt idx="15">
                  <c:v>31</c:v>
                </c:pt>
                <c:pt idx="16">
                  <c:v>40</c:v>
                </c:pt>
                <c:pt idx="17">
                  <c:v>35</c:v>
                </c:pt>
                <c:pt idx="18">
                  <c:v>71</c:v>
                </c:pt>
                <c:pt idx="19">
                  <c:v>37</c:v>
                </c:pt>
                <c:pt idx="20">
                  <c:v>34</c:v>
                </c:pt>
                <c:pt idx="21">
                  <c:v>51</c:v>
                </c:pt>
                <c:pt idx="22">
                  <c:v>51</c:v>
                </c:pt>
                <c:pt idx="23">
                  <c:v>46</c:v>
                </c:pt>
                <c:pt idx="24">
                  <c:v>56</c:v>
                </c:pt>
                <c:pt idx="25">
                  <c:v>51</c:v>
                </c:pt>
                <c:pt idx="26">
                  <c:v>62</c:v>
                </c:pt>
                <c:pt idx="27">
                  <c:v>85</c:v>
                </c:pt>
                <c:pt idx="28">
                  <c:v>66</c:v>
                </c:pt>
                <c:pt idx="29">
                  <c:v>78</c:v>
                </c:pt>
                <c:pt idx="30">
                  <c:v>67</c:v>
                </c:pt>
                <c:pt idx="31">
                  <c:v>80</c:v>
                </c:pt>
                <c:pt idx="32">
                  <c:v>50</c:v>
                </c:pt>
                <c:pt idx="33">
                  <c:v>51</c:v>
                </c:pt>
                <c:pt idx="34">
                  <c:v>68</c:v>
                </c:pt>
                <c:pt idx="35">
                  <c:v>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2AC-7147-A484-2A70AF8A8D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/>
              <a:t>Trodelvy Projection Factor trend (R12M)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Trodelvy Projection Factor trend (R12M)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2024-09</c:v>
                </c:pt>
                <c:pt idx="1">
                  <c:v>2024-10</c:v>
                </c:pt>
                <c:pt idx="2">
                  <c:v>2024-11</c:v>
                </c:pt>
                <c:pt idx="3">
                  <c:v>2024-12</c:v>
                </c:pt>
                <c:pt idx="4">
                  <c:v>2025-01</c:v>
                </c:pt>
                <c:pt idx="5">
                  <c:v>2025-02</c:v>
                </c:pt>
                <c:pt idx="6">
                  <c:v>2025-03</c:v>
                </c:pt>
                <c:pt idx="7">
                  <c:v>2025-04</c:v>
                </c:pt>
                <c:pt idx="8">
                  <c:v>2025-05</c:v>
                </c:pt>
                <c:pt idx="9">
                  <c:v>2025-06</c:v>
                </c:pt>
                <c:pt idx="10">
                  <c:v>2025-07</c:v>
                </c:pt>
                <c:pt idx="11">
                  <c:v>2025-08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2.15</c:v>
                </c:pt>
                <c:pt idx="1">
                  <c:v>2.17</c:v>
                </c:pt>
                <c:pt idx="2">
                  <c:v>2.2200000000000002</c:v>
                </c:pt>
                <c:pt idx="3">
                  <c:v>2.2400000000000002</c:v>
                </c:pt>
                <c:pt idx="4">
                  <c:v>2.2599999999999998</c:v>
                </c:pt>
                <c:pt idx="5">
                  <c:v>2.2799999999999998</c:v>
                </c:pt>
                <c:pt idx="6">
                  <c:v>2.27</c:v>
                </c:pt>
                <c:pt idx="7">
                  <c:v>2.27</c:v>
                </c:pt>
                <c:pt idx="8">
                  <c:v>2.2599999999999998</c:v>
                </c:pt>
                <c:pt idx="9">
                  <c:v>2.25</c:v>
                </c:pt>
                <c:pt idx="10">
                  <c:v>2.25</c:v>
                </c:pt>
                <c:pt idx="11">
                  <c:v>2.2599999999999998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F40-694B-89F4-F5B8A5E058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.0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/>
              <a:t>Infusion Drugs Projection Factor trend (R12M)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Infusion Drugs Projection Factor trend (R12M)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2024-09</c:v>
                </c:pt>
                <c:pt idx="1">
                  <c:v>2024-10</c:v>
                </c:pt>
                <c:pt idx="2">
                  <c:v>2024-11</c:v>
                </c:pt>
                <c:pt idx="3">
                  <c:v>2024-12</c:v>
                </c:pt>
                <c:pt idx="4">
                  <c:v>2025-01</c:v>
                </c:pt>
                <c:pt idx="5">
                  <c:v>2025-02</c:v>
                </c:pt>
                <c:pt idx="6">
                  <c:v>2025-03</c:v>
                </c:pt>
                <c:pt idx="7">
                  <c:v>2025-04</c:v>
                </c:pt>
                <c:pt idx="8">
                  <c:v>2025-05</c:v>
                </c:pt>
                <c:pt idx="9">
                  <c:v>2025-06</c:v>
                </c:pt>
                <c:pt idx="10">
                  <c:v>2025-07</c:v>
                </c:pt>
                <c:pt idx="11">
                  <c:v>2025-08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1.86</c:v>
                </c:pt>
                <c:pt idx="1">
                  <c:v>1.86</c:v>
                </c:pt>
                <c:pt idx="2">
                  <c:v>1.86</c:v>
                </c:pt>
                <c:pt idx="3">
                  <c:v>1.83</c:v>
                </c:pt>
                <c:pt idx="4">
                  <c:v>1.84</c:v>
                </c:pt>
                <c:pt idx="5">
                  <c:v>1.9</c:v>
                </c:pt>
                <c:pt idx="6">
                  <c:v>1.89</c:v>
                </c:pt>
                <c:pt idx="7">
                  <c:v>1.89</c:v>
                </c:pt>
                <c:pt idx="8">
                  <c:v>1.87</c:v>
                </c:pt>
                <c:pt idx="9">
                  <c:v>1.85</c:v>
                </c:pt>
                <c:pt idx="10">
                  <c:v>1.84</c:v>
                </c:pt>
                <c:pt idx="11">
                  <c:v>1.87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FE8-434C-BAA1-35D2305273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.0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/>
              <a:t>Oral Projection Factor trend (R12M)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Oral Projection Factor trend (R12M)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2024-09</c:v>
                </c:pt>
                <c:pt idx="1">
                  <c:v>2024-10</c:v>
                </c:pt>
                <c:pt idx="2">
                  <c:v>2024-11</c:v>
                </c:pt>
                <c:pt idx="3">
                  <c:v>2024-12</c:v>
                </c:pt>
                <c:pt idx="4">
                  <c:v>2025-01</c:v>
                </c:pt>
                <c:pt idx="5">
                  <c:v>2025-02</c:v>
                </c:pt>
                <c:pt idx="6">
                  <c:v>2025-03</c:v>
                </c:pt>
                <c:pt idx="7">
                  <c:v>2025-04</c:v>
                </c:pt>
                <c:pt idx="8">
                  <c:v>2025-05</c:v>
                </c:pt>
                <c:pt idx="9">
                  <c:v>2025-06</c:v>
                </c:pt>
                <c:pt idx="10">
                  <c:v>2025-07</c:v>
                </c:pt>
                <c:pt idx="11">
                  <c:v>2025-08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1.42</c:v>
                </c:pt>
                <c:pt idx="1">
                  <c:v>1.39</c:v>
                </c:pt>
                <c:pt idx="2">
                  <c:v>1.38</c:v>
                </c:pt>
                <c:pt idx="3">
                  <c:v>1.36</c:v>
                </c:pt>
                <c:pt idx="4">
                  <c:v>1.3</c:v>
                </c:pt>
                <c:pt idx="5">
                  <c:v>1.27</c:v>
                </c:pt>
                <c:pt idx="6">
                  <c:v>1.26</c:v>
                </c:pt>
                <c:pt idx="7">
                  <c:v>1.25</c:v>
                </c:pt>
                <c:pt idx="8">
                  <c:v>1.25</c:v>
                </c:pt>
                <c:pt idx="9">
                  <c:v>1.24</c:v>
                </c:pt>
                <c:pt idx="10">
                  <c:v>1.24</c:v>
                </c:pt>
                <c:pt idx="11">
                  <c:v>1.25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5E1-5F4D-BCCC-9BCD4F9F92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.0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/>
              <a:t>Weekly Trend of TRODELVY MX Claims with Outliers (IQR Method)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Claims</c:v>
                </c:pt>
              </c:strCache>
            </c:strRef>
          </c:tx>
          <c:spPr>
            <a:ln w="25400">
              <a:solidFill>
                <a:srgbClr val="1F77B4"/>
              </a:solidFill>
            </a:ln>
          </c:spPr>
          <c:marker>
            <c:symbol val="none"/>
          </c:marke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8E95-BE40-9903-7A8792BEE5D5}"/>
              </c:ext>
            </c:extLst>
          </c:dPt>
          <c:dPt>
            <c:idx val="1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8E95-BE40-9903-7A8792BEE5D5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2-8E95-BE40-9903-7A8792BEE5D5}"/>
              </c:ext>
            </c:extLst>
          </c:dPt>
          <c:dPt>
            <c:idx val="3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8E95-BE40-9903-7A8792BEE5D5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4-8E95-BE40-9903-7A8792BEE5D5}"/>
              </c:ext>
            </c:extLst>
          </c:dPt>
          <c:dPt>
            <c:idx val="5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8E95-BE40-9903-7A8792BEE5D5}"/>
              </c:ext>
            </c:extLst>
          </c:dPt>
          <c:dPt>
            <c:idx val="6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8E95-BE40-9903-7A8792BEE5D5}"/>
              </c:ext>
            </c:extLst>
          </c:dPt>
          <c:dPt>
            <c:idx val="7"/>
            <c:bubble3D val="0"/>
            <c:extLst>
              <c:ext xmlns:c16="http://schemas.microsoft.com/office/drawing/2014/chart" uri="{C3380CC4-5D6E-409C-BE32-E72D297353CC}">
                <c16:uniqueId val="{00000007-8E95-BE40-9903-7A8792BEE5D5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08-8E95-BE40-9903-7A8792BEE5D5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9-8E95-BE40-9903-7A8792BEE5D5}"/>
              </c:ext>
            </c:extLst>
          </c:dPt>
          <c:dPt>
            <c:idx val="10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8E95-BE40-9903-7A8792BEE5D5}"/>
              </c:ext>
            </c:extLst>
          </c:dPt>
          <c:dPt>
            <c:idx val="11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8E95-BE40-9903-7A8792BEE5D5}"/>
              </c:ext>
            </c:extLst>
          </c:dPt>
          <c:dPt>
            <c:idx val="12"/>
            <c:bubble3D val="0"/>
            <c:extLst>
              <c:ext xmlns:c16="http://schemas.microsoft.com/office/drawing/2014/chart" uri="{C3380CC4-5D6E-409C-BE32-E72D297353CC}">
                <c16:uniqueId val="{0000000C-8E95-BE40-9903-7A8792BEE5D5}"/>
              </c:ext>
            </c:extLst>
          </c:dPt>
          <c:dPt>
            <c:idx val="13"/>
            <c:bubble3D val="0"/>
            <c:extLst>
              <c:ext xmlns:c16="http://schemas.microsoft.com/office/drawing/2014/chart" uri="{C3380CC4-5D6E-409C-BE32-E72D297353CC}">
                <c16:uniqueId val="{0000000D-8E95-BE40-9903-7A8792BEE5D5}"/>
              </c:ext>
            </c:extLst>
          </c:dPt>
          <c:dPt>
            <c:idx val="14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E-8E95-BE40-9903-7A8792BEE5D5}"/>
              </c:ext>
            </c:extLst>
          </c:dPt>
          <c:dPt>
            <c:idx val="15"/>
            <c:bubble3D val="0"/>
            <c:extLst>
              <c:ext xmlns:c16="http://schemas.microsoft.com/office/drawing/2014/chart" uri="{C3380CC4-5D6E-409C-BE32-E72D297353CC}">
                <c16:uniqueId val="{0000000F-8E95-BE40-9903-7A8792BEE5D5}"/>
              </c:ext>
            </c:extLst>
          </c:dPt>
          <c:dPt>
            <c:idx val="16"/>
            <c:bubble3D val="0"/>
            <c:extLst>
              <c:ext xmlns:c16="http://schemas.microsoft.com/office/drawing/2014/chart" uri="{C3380CC4-5D6E-409C-BE32-E72D297353CC}">
                <c16:uniqueId val="{00000010-8E95-BE40-9903-7A8792BEE5D5}"/>
              </c:ext>
            </c:extLst>
          </c:dPt>
          <c:dPt>
            <c:idx val="17"/>
            <c:bubble3D val="0"/>
            <c:extLst>
              <c:ext xmlns:c16="http://schemas.microsoft.com/office/drawing/2014/chart" uri="{C3380CC4-5D6E-409C-BE32-E72D297353CC}">
                <c16:uniqueId val="{00000011-8E95-BE40-9903-7A8792BEE5D5}"/>
              </c:ext>
            </c:extLst>
          </c:dPt>
          <c:dPt>
            <c:idx val="18"/>
            <c:bubble3D val="0"/>
            <c:extLst>
              <c:ext xmlns:c16="http://schemas.microsoft.com/office/drawing/2014/chart" uri="{C3380CC4-5D6E-409C-BE32-E72D297353CC}">
                <c16:uniqueId val="{00000012-8E95-BE40-9903-7A8792BEE5D5}"/>
              </c:ext>
            </c:extLst>
          </c:dPt>
          <c:dPt>
            <c:idx val="19"/>
            <c:bubble3D val="0"/>
            <c:extLst>
              <c:ext xmlns:c16="http://schemas.microsoft.com/office/drawing/2014/chart" uri="{C3380CC4-5D6E-409C-BE32-E72D297353CC}">
                <c16:uniqueId val="{00000013-8E95-BE40-9903-7A8792BEE5D5}"/>
              </c:ext>
            </c:extLst>
          </c:dPt>
          <c:dPt>
            <c:idx val="20"/>
            <c:bubble3D val="0"/>
            <c:extLst>
              <c:ext xmlns:c16="http://schemas.microsoft.com/office/drawing/2014/chart" uri="{C3380CC4-5D6E-409C-BE32-E72D297353CC}">
                <c16:uniqueId val="{00000014-8E95-BE40-9903-7A8792BEE5D5}"/>
              </c:ext>
            </c:extLst>
          </c:dPt>
          <c:dPt>
            <c:idx val="21"/>
            <c:bubble3D val="0"/>
            <c:extLst>
              <c:ext xmlns:c16="http://schemas.microsoft.com/office/drawing/2014/chart" uri="{C3380CC4-5D6E-409C-BE32-E72D297353CC}">
                <c16:uniqueId val="{00000015-8E95-BE40-9903-7A8792BEE5D5}"/>
              </c:ext>
            </c:extLst>
          </c:dPt>
          <c:dPt>
            <c:idx val="22"/>
            <c:bubble3D val="0"/>
            <c:extLst>
              <c:ext xmlns:c16="http://schemas.microsoft.com/office/drawing/2014/chart" uri="{C3380CC4-5D6E-409C-BE32-E72D297353CC}">
                <c16:uniqueId val="{00000016-8E95-BE40-9903-7A8792BEE5D5}"/>
              </c:ext>
            </c:extLst>
          </c:dPt>
          <c:dPt>
            <c:idx val="23"/>
            <c:bubble3D val="0"/>
            <c:extLst>
              <c:ext xmlns:c16="http://schemas.microsoft.com/office/drawing/2014/chart" uri="{C3380CC4-5D6E-409C-BE32-E72D297353CC}">
                <c16:uniqueId val="{00000017-8E95-BE40-9903-7A8792BEE5D5}"/>
              </c:ext>
            </c:extLst>
          </c:dPt>
          <c:dPt>
            <c:idx val="24"/>
            <c:bubble3D val="0"/>
            <c:extLst>
              <c:ext xmlns:c16="http://schemas.microsoft.com/office/drawing/2014/chart" uri="{C3380CC4-5D6E-409C-BE32-E72D297353CC}">
                <c16:uniqueId val="{00000018-8E95-BE40-9903-7A8792BEE5D5}"/>
              </c:ext>
            </c:extLst>
          </c:dPt>
          <c:dPt>
            <c:idx val="25"/>
            <c:bubble3D val="0"/>
            <c:extLst>
              <c:ext xmlns:c16="http://schemas.microsoft.com/office/drawing/2014/chart" uri="{C3380CC4-5D6E-409C-BE32-E72D297353CC}">
                <c16:uniqueId val="{00000019-8E95-BE40-9903-7A8792BEE5D5}"/>
              </c:ext>
            </c:extLst>
          </c:dPt>
          <c:dPt>
            <c:idx val="26"/>
            <c:bubble3D val="0"/>
            <c:extLst>
              <c:ext xmlns:c16="http://schemas.microsoft.com/office/drawing/2014/chart" uri="{C3380CC4-5D6E-409C-BE32-E72D297353CC}">
                <c16:uniqueId val="{0000001A-8E95-BE40-9903-7A8792BEE5D5}"/>
              </c:ext>
            </c:extLst>
          </c:dPt>
          <c:dPt>
            <c:idx val="27"/>
            <c:bubble3D val="0"/>
            <c:extLst>
              <c:ext xmlns:c16="http://schemas.microsoft.com/office/drawing/2014/chart" uri="{C3380CC4-5D6E-409C-BE32-E72D297353CC}">
                <c16:uniqueId val="{0000001B-8E95-BE40-9903-7A8792BEE5D5}"/>
              </c:ext>
            </c:extLst>
          </c:dPt>
          <c:dPt>
            <c:idx val="28"/>
            <c:bubble3D val="0"/>
            <c:extLst>
              <c:ext xmlns:c16="http://schemas.microsoft.com/office/drawing/2014/chart" uri="{C3380CC4-5D6E-409C-BE32-E72D297353CC}">
                <c16:uniqueId val="{0000001C-8E95-BE40-9903-7A8792BEE5D5}"/>
              </c:ext>
            </c:extLst>
          </c:dPt>
          <c:dPt>
            <c:idx val="29"/>
            <c:bubble3D val="0"/>
            <c:extLst>
              <c:ext xmlns:c16="http://schemas.microsoft.com/office/drawing/2014/chart" uri="{C3380CC4-5D6E-409C-BE32-E72D297353CC}">
                <c16:uniqueId val="{0000001D-8E95-BE40-9903-7A8792BEE5D5}"/>
              </c:ext>
            </c:extLst>
          </c:dPt>
          <c:dPt>
            <c:idx val="30"/>
            <c:bubble3D val="0"/>
            <c:extLst>
              <c:ext xmlns:c16="http://schemas.microsoft.com/office/drawing/2014/chart" uri="{C3380CC4-5D6E-409C-BE32-E72D297353CC}">
                <c16:uniqueId val="{0000001E-8E95-BE40-9903-7A8792BEE5D5}"/>
              </c:ext>
            </c:extLst>
          </c:dPt>
          <c:dPt>
            <c:idx val="31"/>
            <c:bubble3D val="0"/>
            <c:extLst>
              <c:ext xmlns:c16="http://schemas.microsoft.com/office/drawing/2014/chart" uri="{C3380CC4-5D6E-409C-BE32-E72D297353CC}">
                <c16:uniqueId val="{0000001F-8E95-BE40-9903-7A8792BEE5D5}"/>
              </c:ext>
            </c:extLst>
          </c:dPt>
          <c:dPt>
            <c:idx val="32"/>
            <c:bubble3D val="0"/>
            <c:extLst>
              <c:ext xmlns:c16="http://schemas.microsoft.com/office/drawing/2014/chart" uri="{C3380CC4-5D6E-409C-BE32-E72D297353CC}">
                <c16:uniqueId val="{00000020-8E95-BE40-9903-7A8792BEE5D5}"/>
              </c:ext>
            </c:extLst>
          </c:dPt>
          <c:dPt>
            <c:idx val="33"/>
            <c:bubble3D val="0"/>
            <c:extLst>
              <c:ext xmlns:c16="http://schemas.microsoft.com/office/drawing/2014/chart" uri="{C3380CC4-5D6E-409C-BE32-E72D297353CC}">
                <c16:uniqueId val="{00000021-8E95-BE40-9903-7A8792BEE5D5}"/>
              </c:ext>
            </c:extLst>
          </c:dPt>
          <c:dPt>
            <c:idx val="34"/>
            <c:bubble3D val="0"/>
            <c:extLst>
              <c:ext xmlns:c16="http://schemas.microsoft.com/office/drawing/2014/chart" uri="{C3380CC4-5D6E-409C-BE32-E72D297353CC}">
                <c16:uniqueId val="{00000022-8E95-BE40-9903-7A8792BEE5D5}"/>
              </c:ext>
            </c:extLst>
          </c:dPt>
          <c:dPt>
            <c:idx val="35"/>
            <c:bubble3D val="0"/>
            <c:extLst>
              <c:ext xmlns:c16="http://schemas.microsoft.com/office/drawing/2014/chart" uri="{C3380CC4-5D6E-409C-BE32-E72D297353CC}">
                <c16:uniqueId val="{00000023-8E95-BE40-9903-7A8792BEE5D5}"/>
              </c:ext>
            </c:extLst>
          </c:dPt>
          <c:dPt>
            <c:idx val="36"/>
            <c:bubble3D val="0"/>
            <c:extLst>
              <c:ext xmlns:c16="http://schemas.microsoft.com/office/drawing/2014/chart" uri="{C3380CC4-5D6E-409C-BE32-E72D297353CC}">
                <c16:uniqueId val="{00000024-8E95-BE40-9903-7A8792BEE5D5}"/>
              </c:ext>
            </c:extLst>
          </c:dPt>
          <c:dPt>
            <c:idx val="37"/>
            <c:bubble3D val="0"/>
            <c:extLst>
              <c:ext xmlns:c16="http://schemas.microsoft.com/office/drawing/2014/chart" uri="{C3380CC4-5D6E-409C-BE32-E72D297353CC}">
                <c16:uniqueId val="{00000025-8E95-BE40-9903-7A8792BEE5D5}"/>
              </c:ext>
            </c:extLst>
          </c:dPt>
          <c:dPt>
            <c:idx val="38"/>
            <c:bubble3D val="0"/>
            <c:extLst>
              <c:ext xmlns:c16="http://schemas.microsoft.com/office/drawing/2014/chart" uri="{C3380CC4-5D6E-409C-BE32-E72D297353CC}">
                <c16:uniqueId val="{00000026-8E95-BE40-9903-7A8792BEE5D5}"/>
              </c:ext>
            </c:extLst>
          </c:dPt>
          <c:dPt>
            <c:idx val="39"/>
            <c:bubble3D val="0"/>
            <c:extLst>
              <c:ext xmlns:c16="http://schemas.microsoft.com/office/drawing/2014/chart" uri="{C3380CC4-5D6E-409C-BE32-E72D297353CC}">
                <c16:uniqueId val="{00000027-8E95-BE40-9903-7A8792BEE5D5}"/>
              </c:ext>
            </c:extLst>
          </c:dPt>
          <c:dPt>
            <c:idx val="40"/>
            <c:bubble3D val="0"/>
            <c:extLst>
              <c:ext xmlns:c16="http://schemas.microsoft.com/office/drawing/2014/chart" uri="{C3380CC4-5D6E-409C-BE32-E72D297353CC}">
                <c16:uniqueId val="{00000028-8E95-BE40-9903-7A8792BEE5D5}"/>
              </c:ext>
            </c:extLst>
          </c:dPt>
          <c:dPt>
            <c:idx val="41"/>
            <c:bubble3D val="0"/>
            <c:extLst>
              <c:ext xmlns:c16="http://schemas.microsoft.com/office/drawing/2014/chart" uri="{C3380CC4-5D6E-409C-BE32-E72D297353CC}">
                <c16:uniqueId val="{00000029-8E95-BE40-9903-7A8792BEE5D5}"/>
              </c:ext>
            </c:extLst>
          </c:dPt>
          <c:dPt>
            <c:idx val="42"/>
            <c:bubble3D val="0"/>
            <c:extLst>
              <c:ext xmlns:c16="http://schemas.microsoft.com/office/drawing/2014/chart" uri="{C3380CC4-5D6E-409C-BE32-E72D297353CC}">
                <c16:uniqueId val="{0000002A-8E95-BE40-9903-7A8792BEE5D5}"/>
              </c:ext>
            </c:extLst>
          </c:dPt>
          <c:dPt>
            <c:idx val="43"/>
            <c:bubble3D val="0"/>
            <c:extLst>
              <c:ext xmlns:c16="http://schemas.microsoft.com/office/drawing/2014/chart" uri="{C3380CC4-5D6E-409C-BE32-E72D297353CC}">
                <c16:uniqueId val="{0000002B-8E95-BE40-9903-7A8792BEE5D5}"/>
              </c:ext>
            </c:extLst>
          </c:dPt>
          <c:dPt>
            <c:idx val="44"/>
            <c:bubble3D val="0"/>
            <c:extLst>
              <c:ext xmlns:c16="http://schemas.microsoft.com/office/drawing/2014/chart" uri="{C3380CC4-5D6E-409C-BE32-E72D297353CC}">
                <c16:uniqueId val="{0000002C-8E95-BE40-9903-7A8792BEE5D5}"/>
              </c:ext>
            </c:extLst>
          </c:dPt>
          <c:dPt>
            <c:idx val="45"/>
            <c:bubble3D val="0"/>
            <c:extLst>
              <c:ext xmlns:c16="http://schemas.microsoft.com/office/drawing/2014/chart" uri="{C3380CC4-5D6E-409C-BE32-E72D297353CC}">
                <c16:uniqueId val="{0000002D-8E95-BE40-9903-7A8792BEE5D5}"/>
              </c:ext>
            </c:extLst>
          </c:dPt>
          <c:dPt>
            <c:idx val="46"/>
            <c:bubble3D val="0"/>
            <c:extLst>
              <c:ext xmlns:c16="http://schemas.microsoft.com/office/drawing/2014/chart" uri="{C3380CC4-5D6E-409C-BE32-E72D297353CC}">
                <c16:uniqueId val="{0000002E-8E95-BE40-9903-7A8792BEE5D5}"/>
              </c:ext>
            </c:extLst>
          </c:dPt>
          <c:dPt>
            <c:idx val="47"/>
            <c:bubble3D val="0"/>
            <c:extLst>
              <c:ext xmlns:c16="http://schemas.microsoft.com/office/drawing/2014/chart" uri="{C3380CC4-5D6E-409C-BE32-E72D297353CC}">
                <c16:uniqueId val="{0000002F-8E95-BE40-9903-7A8792BEE5D5}"/>
              </c:ext>
            </c:extLst>
          </c:dPt>
          <c:dPt>
            <c:idx val="48"/>
            <c:bubble3D val="0"/>
            <c:extLst>
              <c:ext xmlns:c16="http://schemas.microsoft.com/office/drawing/2014/chart" uri="{C3380CC4-5D6E-409C-BE32-E72D297353CC}">
                <c16:uniqueId val="{00000030-8E95-BE40-9903-7A8792BEE5D5}"/>
              </c:ext>
            </c:extLst>
          </c:dPt>
          <c:dPt>
            <c:idx val="49"/>
            <c:bubble3D val="0"/>
            <c:extLst>
              <c:ext xmlns:c16="http://schemas.microsoft.com/office/drawing/2014/chart" uri="{C3380CC4-5D6E-409C-BE32-E72D297353CC}">
                <c16:uniqueId val="{00000031-8E95-BE40-9903-7A8792BEE5D5}"/>
              </c:ext>
            </c:extLst>
          </c:dPt>
          <c:dPt>
            <c:idx val="50"/>
            <c:bubble3D val="0"/>
            <c:extLst>
              <c:ext xmlns:c16="http://schemas.microsoft.com/office/drawing/2014/chart" uri="{C3380CC4-5D6E-409C-BE32-E72D297353CC}">
                <c16:uniqueId val="{00000032-8E95-BE40-9903-7A8792BEE5D5}"/>
              </c:ext>
            </c:extLst>
          </c:dPt>
          <c:dPt>
            <c:idx val="51"/>
            <c:bubble3D val="0"/>
            <c:extLst>
              <c:ext xmlns:c16="http://schemas.microsoft.com/office/drawing/2014/chart" uri="{C3380CC4-5D6E-409C-BE32-E72D297353CC}">
                <c16:uniqueId val="{00000033-8E95-BE40-9903-7A8792BEE5D5}"/>
              </c:ext>
            </c:extLst>
          </c:dPt>
          <c:dPt>
            <c:idx val="52"/>
            <c:bubble3D val="0"/>
            <c:extLst>
              <c:ext xmlns:c16="http://schemas.microsoft.com/office/drawing/2014/chart" uri="{C3380CC4-5D6E-409C-BE32-E72D297353CC}">
                <c16:uniqueId val="{00000034-8E95-BE40-9903-7A8792BEE5D5}"/>
              </c:ext>
            </c:extLst>
          </c:dPt>
          <c:dPt>
            <c:idx val="53"/>
            <c:bubble3D val="0"/>
            <c:extLst>
              <c:ext xmlns:c16="http://schemas.microsoft.com/office/drawing/2014/chart" uri="{C3380CC4-5D6E-409C-BE32-E72D297353CC}">
                <c16:uniqueId val="{00000035-8E95-BE40-9903-7A8792BEE5D5}"/>
              </c:ext>
            </c:extLst>
          </c:dPt>
          <c:dPt>
            <c:idx val="54"/>
            <c:bubble3D val="0"/>
            <c:extLst>
              <c:ext xmlns:c16="http://schemas.microsoft.com/office/drawing/2014/chart" uri="{C3380CC4-5D6E-409C-BE32-E72D297353CC}">
                <c16:uniqueId val="{00000036-8E95-BE40-9903-7A8792BEE5D5}"/>
              </c:ext>
            </c:extLst>
          </c:dPt>
          <c:dPt>
            <c:idx val="55"/>
            <c:bubble3D val="0"/>
            <c:extLst>
              <c:ext xmlns:c16="http://schemas.microsoft.com/office/drawing/2014/chart" uri="{C3380CC4-5D6E-409C-BE32-E72D297353CC}">
                <c16:uniqueId val="{00000037-8E95-BE40-9903-7A8792BEE5D5}"/>
              </c:ext>
            </c:extLst>
          </c:dPt>
          <c:dPt>
            <c:idx val="56"/>
            <c:bubble3D val="0"/>
            <c:extLst>
              <c:ext xmlns:c16="http://schemas.microsoft.com/office/drawing/2014/chart" uri="{C3380CC4-5D6E-409C-BE32-E72D297353CC}">
                <c16:uniqueId val="{00000038-8E95-BE40-9903-7A8792BEE5D5}"/>
              </c:ext>
            </c:extLst>
          </c:dPt>
          <c:dPt>
            <c:idx val="57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9-8E95-BE40-9903-7A8792BEE5D5}"/>
              </c:ext>
            </c:extLst>
          </c:dPt>
          <c:dPt>
            <c:idx val="58"/>
            <c:bubble3D val="0"/>
            <c:extLst>
              <c:ext xmlns:c16="http://schemas.microsoft.com/office/drawing/2014/chart" uri="{C3380CC4-5D6E-409C-BE32-E72D297353CC}">
                <c16:uniqueId val="{0000003A-8E95-BE40-9903-7A8792BEE5D5}"/>
              </c:ext>
            </c:extLst>
          </c:dPt>
          <c:dPt>
            <c:idx val="59"/>
            <c:bubble3D val="0"/>
            <c:extLst>
              <c:ext xmlns:c16="http://schemas.microsoft.com/office/drawing/2014/chart" uri="{C3380CC4-5D6E-409C-BE32-E72D297353CC}">
                <c16:uniqueId val="{0000003B-8E95-BE40-9903-7A8792BEE5D5}"/>
              </c:ext>
            </c:extLst>
          </c:dPt>
          <c:dPt>
            <c:idx val="60"/>
            <c:bubble3D val="0"/>
            <c:extLst>
              <c:ext xmlns:c16="http://schemas.microsoft.com/office/drawing/2014/chart" uri="{C3380CC4-5D6E-409C-BE32-E72D297353CC}">
                <c16:uniqueId val="{0000003C-8E95-BE40-9903-7A8792BEE5D5}"/>
              </c:ext>
            </c:extLst>
          </c:dPt>
          <c:dPt>
            <c:idx val="61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D-8E95-BE40-9903-7A8792BEE5D5}"/>
              </c:ext>
            </c:extLst>
          </c:dPt>
          <c:dPt>
            <c:idx val="62"/>
            <c:bubble3D val="0"/>
            <c:extLst>
              <c:ext xmlns:c16="http://schemas.microsoft.com/office/drawing/2014/chart" uri="{C3380CC4-5D6E-409C-BE32-E72D297353CC}">
                <c16:uniqueId val="{0000003E-8E95-BE40-9903-7A8792BEE5D5}"/>
              </c:ext>
            </c:extLst>
          </c:dPt>
          <c:dPt>
            <c:idx val="63"/>
            <c:bubble3D val="0"/>
            <c:extLst>
              <c:ext xmlns:c16="http://schemas.microsoft.com/office/drawing/2014/chart" uri="{C3380CC4-5D6E-409C-BE32-E72D297353CC}">
                <c16:uniqueId val="{0000003F-8E95-BE40-9903-7A8792BEE5D5}"/>
              </c:ext>
            </c:extLst>
          </c:dPt>
          <c:dPt>
            <c:idx val="64"/>
            <c:bubble3D val="0"/>
            <c:extLst>
              <c:ext xmlns:c16="http://schemas.microsoft.com/office/drawing/2014/chart" uri="{C3380CC4-5D6E-409C-BE32-E72D297353CC}">
                <c16:uniqueId val="{00000040-8E95-BE40-9903-7A8792BEE5D5}"/>
              </c:ext>
            </c:extLst>
          </c:dPt>
          <c:dPt>
            <c:idx val="65"/>
            <c:bubble3D val="0"/>
            <c:extLst>
              <c:ext xmlns:c16="http://schemas.microsoft.com/office/drawing/2014/chart" uri="{C3380CC4-5D6E-409C-BE32-E72D297353CC}">
                <c16:uniqueId val="{00000041-8E95-BE40-9903-7A8792BEE5D5}"/>
              </c:ext>
            </c:extLst>
          </c:dPt>
          <c:dPt>
            <c:idx val="66"/>
            <c:bubble3D val="0"/>
            <c:extLst>
              <c:ext xmlns:c16="http://schemas.microsoft.com/office/drawing/2014/chart" uri="{C3380CC4-5D6E-409C-BE32-E72D297353CC}">
                <c16:uniqueId val="{00000042-8E95-BE40-9903-7A8792BEE5D5}"/>
              </c:ext>
            </c:extLst>
          </c:dPt>
          <c:dPt>
            <c:idx val="67"/>
            <c:bubble3D val="0"/>
            <c:extLst>
              <c:ext xmlns:c16="http://schemas.microsoft.com/office/drawing/2014/chart" uri="{C3380CC4-5D6E-409C-BE32-E72D297353CC}">
                <c16:uniqueId val="{00000043-8E95-BE40-9903-7A8792BEE5D5}"/>
              </c:ext>
            </c:extLst>
          </c:dPt>
          <c:dPt>
            <c:idx val="68"/>
            <c:bubble3D val="0"/>
            <c:extLst>
              <c:ext xmlns:c16="http://schemas.microsoft.com/office/drawing/2014/chart" uri="{C3380CC4-5D6E-409C-BE32-E72D297353CC}">
                <c16:uniqueId val="{00000044-8E95-BE40-9903-7A8792BEE5D5}"/>
              </c:ext>
            </c:extLst>
          </c:dPt>
          <c:dPt>
            <c:idx val="69"/>
            <c:bubble3D val="0"/>
            <c:extLst>
              <c:ext xmlns:c16="http://schemas.microsoft.com/office/drawing/2014/chart" uri="{C3380CC4-5D6E-409C-BE32-E72D297353CC}">
                <c16:uniqueId val="{00000045-8E95-BE40-9903-7A8792BEE5D5}"/>
              </c:ext>
            </c:extLst>
          </c:dPt>
          <c:dPt>
            <c:idx val="70"/>
            <c:bubble3D val="0"/>
            <c:extLst>
              <c:ext xmlns:c16="http://schemas.microsoft.com/office/drawing/2014/chart" uri="{C3380CC4-5D6E-409C-BE32-E72D297353CC}">
                <c16:uniqueId val="{00000046-8E95-BE40-9903-7A8792BEE5D5}"/>
              </c:ext>
            </c:extLst>
          </c:dPt>
          <c:dPt>
            <c:idx val="71"/>
            <c:bubble3D val="0"/>
            <c:extLst>
              <c:ext xmlns:c16="http://schemas.microsoft.com/office/drawing/2014/chart" uri="{C3380CC4-5D6E-409C-BE32-E72D297353CC}">
                <c16:uniqueId val="{00000047-8E95-BE40-9903-7A8792BEE5D5}"/>
              </c:ext>
            </c:extLst>
          </c:dPt>
          <c:dPt>
            <c:idx val="72"/>
            <c:bubble3D val="0"/>
            <c:extLst>
              <c:ext xmlns:c16="http://schemas.microsoft.com/office/drawing/2014/chart" uri="{C3380CC4-5D6E-409C-BE32-E72D297353CC}">
                <c16:uniqueId val="{00000048-8E95-BE40-9903-7A8792BEE5D5}"/>
              </c:ext>
            </c:extLst>
          </c:dPt>
          <c:dPt>
            <c:idx val="73"/>
            <c:bubble3D val="0"/>
            <c:extLst>
              <c:ext xmlns:c16="http://schemas.microsoft.com/office/drawing/2014/chart" uri="{C3380CC4-5D6E-409C-BE32-E72D297353CC}">
                <c16:uniqueId val="{00000049-8E95-BE40-9903-7A8792BEE5D5}"/>
              </c:ext>
            </c:extLst>
          </c:dPt>
          <c:dPt>
            <c:idx val="74"/>
            <c:bubble3D val="0"/>
            <c:extLst>
              <c:ext xmlns:c16="http://schemas.microsoft.com/office/drawing/2014/chart" uri="{C3380CC4-5D6E-409C-BE32-E72D297353CC}">
                <c16:uniqueId val="{0000004A-8E95-BE40-9903-7A8792BEE5D5}"/>
              </c:ext>
            </c:extLst>
          </c:dPt>
          <c:dPt>
            <c:idx val="75"/>
            <c:bubble3D val="0"/>
            <c:extLst>
              <c:ext xmlns:c16="http://schemas.microsoft.com/office/drawing/2014/chart" uri="{C3380CC4-5D6E-409C-BE32-E72D297353CC}">
                <c16:uniqueId val="{0000004B-8E95-BE40-9903-7A8792BEE5D5}"/>
              </c:ext>
            </c:extLst>
          </c:dPt>
          <c:dPt>
            <c:idx val="76"/>
            <c:bubble3D val="0"/>
            <c:extLst>
              <c:ext xmlns:c16="http://schemas.microsoft.com/office/drawing/2014/chart" uri="{C3380CC4-5D6E-409C-BE32-E72D297353CC}">
                <c16:uniqueId val="{0000004C-8E95-BE40-9903-7A8792BEE5D5}"/>
              </c:ext>
            </c:extLst>
          </c:dPt>
          <c:dPt>
            <c:idx val="77"/>
            <c:bubble3D val="0"/>
            <c:extLst>
              <c:ext xmlns:c16="http://schemas.microsoft.com/office/drawing/2014/chart" uri="{C3380CC4-5D6E-409C-BE32-E72D297353CC}">
                <c16:uniqueId val="{0000004D-8E95-BE40-9903-7A8792BEE5D5}"/>
              </c:ext>
            </c:extLst>
          </c:dPt>
          <c:dPt>
            <c:idx val="78"/>
            <c:bubble3D val="0"/>
            <c:extLst>
              <c:ext xmlns:c16="http://schemas.microsoft.com/office/drawing/2014/chart" uri="{C3380CC4-5D6E-409C-BE32-E72D297353CC}">
                <c16:uniqueId val="{0000004E-8E95-BE40-9903-7A8792BEE5D5}"/>
              </c:ext>
            </c:extLst>
          </c:dPt>
          <c:dPt>
            <c:idx val="79"/>
            <c:bubble3D val="0"/>
            <c:extLst>
              <c:ext xmlns:c16="http://schemas.microsoft.com/office/drawing/2014/chart" uri="{C3380CC4-5D6E-409C-BE32-E72D297353CC}">
                <c16:uniqueId val="{0000004F-8E95-BE40-9903-7A8792BEE5D5}"/>
              </c:ext>
            </c:extLst>
          </c:dPt>
          <c:dPt>
            <c:idx val="80"/>
            <c:bubble3D val="0"/>
            <c:extLst>
              <c:ext xmlns:c16="http://schemas.microsoft.com/office/drawing/2014/chart" uri="{C3380CC4-5D6E-409C-BE32-E72D297353CC}">
                <c16:uniqueId val="{00000050-8E95-BE40-9903-7A8792BEE5D5}"/>
              </c:ext>
            </c:extLst>
          </c:dPt>
          <c:dPt>
            <c:idx val="81"/>
            <c:bubble3D val="0"/>
            <c:extLst>
              <c:ext xmlns:c16="http://schemas.microsoft.com/office/drawing/2014/chart" uri="{C3380CC4-5D6E-409C-BE32-E72D297353CC}">
                <c16:uniqueId val="{00000051-8E95-BE40-9903-7A8792BEE5D5}"/>
              </c:ext>
            </c:extLst>
          </c:dPt>
          <c:dPt>
            <c:idx val="82"/>
            <c:bubble3D val="0"/>
            <c:extLst>
              <c:ext xmlns:c16="http://schemas.microsoft.com/office/drawing/2014/chart" uri="{C3380CC4-5D6E-409C-BE32-E72D297353CC}">
                <c16:uniqueId val="{00000052-8E95-BE40-9903-7A8792BEE5D5}"/>
              </c:ext>
            </c:extLst>
          </c:dPt>
          <c:dPt>
            <c:idx val="83"/>
            <c:bubble3D val="0"/>
            <c:extLst>
              <c:ext xmlns:c16="http://schemas.microsoft.com/office/drawing/2014/chart" uri="{C3380CC4-5D6E-409C-BE32-E72D297353CC}">
                <c16:uniqueId val="{00000053-8E95-BE40-9903-7A8792BEE5D5}"/>
              </c:ext>
            </c:extLst>
          </c:dPt>
          <c:dPt>
            <c:idx val="84"/>
            <c:bubble3D val="0"/>
            <c:extLst>
              <c:ext xmlns:c16="http://schemas.microsoft.com/office/drawing/2014/chart" uri="{C3380CC4-5D6E-409C-BE32-E72D297353CC}">
                <c16:uniqueId val="{00000054-8E95-BE40-9903-7A8792BEE5D5}"/>
              </c:ext>
            </c:extLst>
          </c:dPt>
          <c:dPt>
            <c:idx val="85"/>
            <c:bubble3D val="0"/>
            <c:extLst>
              <c:ext xmlns:c16="http://schemas.microsoft.com/office/drawing/2014/chart" uri="{C3380CC4-5D6E-409C-BE32-E72D297353CC}">
                <c16:uniqueId val="{00000055-8E95-BE40-9903-7A8792BEE5D5}"/>
              </c:ext>
            </c:extLst>
          </c:dPt>
          <c:dPt>
            <c:idx val="86"/>
            <c:bubble3D val="0"/>
            <c:extLst>
              <c:ext xmlns:c16="http://schemas.microsoft.com/office/drawing/2014/chart" uri="{C3380CC4-5D6E-409C-BE32-E72D297353CC}">
                <c16:uniqueId val="{00000056-8E95-BE40-9903-7A8792BEE5D5}"/>
              </c:ext>
            </c:extLst>
          </c:dPt>
          <c:dPt>
            <c:idx val="87"/>
            <c:bubble3D val="0"/>
            <c:extLst>
              <c:ext xmlns:c16="http://schemas.microsoft.com/office/drawing/2014/chart" uri="{C3380CC4-5D6E-409C-BE32-E72D297353CC}">
                <c16:uniqueId val="{00000057-8E95-BE40-9903-7A8792BEE5D5}"/>
              </c:ext>
            </c:extLst>
          </c:dPt>
          <c:dPt>
            <c:idx val="88"/>
            <c:bubble3D val="0"/>
            <c:extLst>
              <c:ext xmlns:c16="http://schemas.microsoft.com/office/drawing/2014/chart" uri="{C3380CC4-5D6E-409C-BE32-E72D297353CC}">
                <c16:uniqueId val="{00000058-8E95-BE40-9903-7A8792BEE5D5}"/>
              </c:ext>
            </c:extLst>
          </c:dPt>
          <c:dPt>
            <c:idx val="89"/>
            <c:bubble3D val="0"/>
            <c:extLst>
              <c:ext xmlns:c16="http://schemas.microsoft.com/office/drawing/2014/chart" uri="{C3380CC4-5D6E-409C-BE32-E72D297353CC}">
                <c16:uniqueId val="{00000059-8E95-BE40-9903-7A8792BEE5D5}"/>
              </c:ext>
            </c:extLst>
          </c:dPt>
          <c:dPt>
            <c:idx val="90"/>
            <c:bubble3D val="0"/>
            <c:extLst>
              <c:ext xmlns:c16="http://schemas.microsoft.com/office/drawing/2014/chart" uri="{C3380CC4-5D6E-409C-BE32-E72D297353CC}">
                <c16:uniqueId val="{0000005A-8E95-BE40-9903-7A8792BEE5D5}"/>
              </c:ext>
            </c:extLst>
          </c:dPt>
          <c:dPt>
            <c:idx val="91"/>
            <c:bubble3D val="0"/>
            <c:extLst>
              <c:ext xmlns:c16="http://schemas.microsoft.com/office/drawing/2014/chart" uri="{C3380CC4-5D6E-409C-BE32-E72D297353CC}">
                <c16:uniqueId val="{0000005B-8E95-BE40-9903-7A8792BEE5D5}"/>
              </c:ext>
            </c:extLst>
          </c:dPt>
          <c:dPt>
            <c:idx val="92"/>
            <c:bubble3D val="0"/>
            <c:extLst>
              <c:ext xmlns:c16="http://schemas.microsoft.com/office/drawing/2014/chart" uri="{C3380CC4-5D6E-409C-BE32-E72D297353CC}">
                <c16:uniqueId val="{0000005C-8E95-BE40-9903-7A8792BEE5D5}"/>
              </c:ext>
            </c:extLst>
          </c:dPt>
          <c:dPt>
            <c:idx val="93"/>
            <c:bubble3D val="0"/>
            <c:extLst>
              <c:ext xmlns:c16="http://schemas.microsoft.com/office/drawing/2014/chart" uri="{C3380CC4-5D6E-409C-BE32-E72D297353CC}">
                <c16:uniqueId val="{0000005D-8E95-BE40-9903-7A8792BEE5D5}"/>
              </c:ext>
            </c:extLst>
          </c:dPt>
          <c:dPt>
            <c:idx val="94"/>
            <c:bubble3D val="0"/>
            <c:extLst>
              <c:ext xmlns:c16="http://schemas.microsoft.com/office/drawing/2014/chart" uri="{C3380CC4-5D6E-409C-BE32-E72D297353CC}">
                <c16:uniqueId val="{0000005E-8E95-BE40-9903-7A8792BEE5D5}"/>
              </c:ext>
            </c:extLst>
          </c:dPt>
          <c:dPt>
            <c:idx val="95"/>
            <c:bubble3D val="0"/>
            <c:extLst>
              <c:ext xmlns:c16="http://schemas.microsoft.com/office/drawing/2014/chart" uri="{C3380CC4-5D6E-409C-BE32-E72D297353CC}">
                <c16:uniqueId val="{0000005F-8E95-BE40-9903-7A8792BEE5D5}"/>
              </c:ext>
            </c:extLst>
          </c:dPt>
          <c:dPt>
            <c:idx val="96"/>
            <c:bubble3D val="0"/>
            <c:extLst>
              <c:ext xmlns:c16="http://schemas.microsoft.com/office/drawing/2014/chart" uri="{C3380CC4-5D6E-409C-BE32-E72D297353CC}">
                <c16:uniqueId val="{00000060-8E95-BE40-9903-7A8792BEE5D5}"/>
              </c:ext>
            </c:extLst>
          </c:dPt>
          <c:cat>
            <c:strRef>
              <c:f>Sheet1!$A$2:$A$98</c:f>
              <c:strCache>
                <c:ptCount val="97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</c:strCache>
            </c:strRef>
          </c:cat>
          <c:val>
            <c:numRef>
              <c:f>Sheet1!$B$2:$B$98</c:f>
              <c:numCache>
                <c:formatCode>General</c:formatCode>
                <c:ptCount val="97"/>
                <c:pt idx="0">
                  <c:v>1656</c:v>
                </c:pt>
                <c:pt idx="1">
                  <c:v>1785</c:v>
                </c:pt>
                <c:pt idx="2">
                  <c:v>1692</c:v>
                </c:pt>
                <c:pt idx="3">
                  <c:v>1800</c:v>
                </c:pt>
                <c:pt idx="4">
                  <c:v>1219</c:v>
                </c:pt>
                <c:pt idx="5">
                  <c:v>1975</c:v>
                </c:pt>
                <c:pt idx="6">
                  <c:v>1879</c:v>
                </c:pt>
                <c:pt idx="7">
                  <c:v>1542</c:v>
                </c:pt>
                <c:pt idx="8">
                  <c:v>1593</c:v>
                </c:pt>
                <c:pt idx="9">
                  <c:v>1550</c:v>
                </c:pt>
                <c:pt idx="10">
                  <c:v>1755</c:v>
                </c:pt>
                <c:pt idx="11">
                  <c:v>1875</c:v>
                </c:pt>
                <c:pt idx="12">
                  <c:v>1523</c:v>
                </c:pt>
                <c:pt idx="13">
                  <c:v>1605</c:v>
                </c:pt>
                <c:pt idx="14">
                  <c:v>1777</c:v>
                </c:pt>
                <c:pt idx="15">
                  <c:v>1621</c:v>
                </c:pt>
                <c:pt idx="16">
                  <c:v>1478</c:v>
                </c:pt>
                <c:pt idx="17">
                  <c:v>1300</c:v>
                </c:pt>
                <c:pt idx="18">
                  <c:v>1337</c:v>
                </c:pt>
                <c:pt idx="19">
                  <c:v>1438</c:v>
                </c:pt>
                <c:pt idx="20">
                  <c:v>1420</c:v>
                </c:pt>
                <c:pt idx="21">
                  <c:v>1338</c:v>
                </c:pt>
                <c:pt idx="22">
                  <c:v>1294</c:v>
                </c:pt>
                <c:pt idx="23">
                  <c:v>1523</c:v>
                </c:pt>
                <c:pt idx="24">
                  <c:v>1578</c:v>
                </c:pt>
                <c:pt idx="25">
                  <c:v>1421</c:v>
                </c:pt>
                <c:pt idx="26">
                  <c:v>1341</c:v>
                </c:pt>
                <c:pt idx="27">
                  <c:v>1610</c:v>
                </c:pt>
                <c:pt idx="28">
                  <c:v>1553</c:v>
                </c:pt>
                <c:pt idx="29">
                  <c:v>1474</c:v>
                </c:pt>
                <c:pt idx="30">
                  <c:v>1404</c:v>
                </c:pt>
                <c:pt idx="31">
                  <c:v>1299</c:v>
                </c:pt>
                <c:pt idx="32">
                  <c:v>1633</c:v>
                </c:pt>
                <c:pt idx="33">
                  <c:v>1490</c:v>
                </c:pt>
                <c:pt idx="34">
                  <c:v>1309</c:v>
                </c:pt>
                <c:pt idx="35">
                  <c:v>1382</c:v>
                </c:pt>
                <c:pt idx="36">
                  <c:v>1371</c:v>
                </c:pt>
                <c:pt idx="37">
                  <c:v>1504</c:v>
                </c:pt>
                <c:pt idx="38">
                  <c:v>1452</c:v>
                </c:pt>
                <c:pt idx="39">
                  <c:v>1396</c:v>
                </c:pt>
                <c:pt idx="40">
                  <c:v>1481</c:v>
                </c:pt>
                <c:pt idx="41">
                  <c:v>1522</c:v>
                </c:pt>
                <c:pt idx="42">
                  <c:v>1432</c:v>
                </c:pt>
                <c:pt idx="43">
                  <c:v>1428</c:v>
                </c:pt>
                <c:pt idx="44">
                  <c:v>1398</c:v>
                </c:pt>
                <c:pt idx="45">
                  <c:v>1468</c:v>
                </c:pt>
                <c:pt idx="46">
                  <c:v>1495</c:v>
                </c:pt>
                <c:pt idx="47">
                  <c:v>1444</c:v>
                </c:pt>
                <c:pt idx="48">
                  <c:v>1350</c:v>
                </c:pt>
                <c:pt idx="49">
                  <c:v>1559</c:v>
                </c:pt>
                <c:pt idx="50">
                  <c:v>1443</c:v>
                </c:pt>
                <c:pt idx="51">
                  <c:v>1424</c:v>
                </c:pt>
                <c:pt idx="52">
                  <c:v>1357</c:v>
                </c:pt>
                <c:pt idx="53">
                  <c:v>1536</c:v>
                </c:pt>
                <c:pt idx="54">
                  <c:v>1487</c:v>
                </c:pt>
                <c:pt idx="55">
                  <c:v>1506</c:v>
                </c:pt>
                <c:pt idx="56">
                  <c:v>1516</c:v>
                </c:pt>
                <c:pt idx="57">
                  <c:v>1010</c:v>
                </c:pt>
                <c:pt idx="58">
                  <c:v>1730</c:v>
                </c:pt>
                <c:pt idx="59">
                  <c:v>1558</c:v>
                </c:pt>
                <c:pt idx="60">
                  <c:v>1304</c:v>
                </c:pt>
                <c:pt idx="61">
                  <c:v>1118</c:v>
                </c:pt>
                <c:pt idx="62">
                  <c:v>1462</c:v>
                </c:pt>
                <c:pt idx="63">
                  <c:v>1414</c:v>
                </c:pt>
                <c:pt idx="64">
                  <c:v>1463</c:v>
                </c:pt>
                <c:pt idx="65">
                  <c:v>1291</c:v>
                </c:pt>
                <c:pt idx="66">
                  <c:v>1386</c:v>
                </c:pt>
                <c:pt idx="67">
                  <c:v>1540</c:v>
                </c:pt>
                <c:pt idx="68">
                  <c:v>1430</c:v>
                </c:pt>
                <c:pt idx="69">
                  <c:v>1266</c:v>
                </c:pt>
                <c:pt idx="70">
                  <c:v>1444</c:v>
                </c:pt>
                <c:pt idx="71">
                  <c:v>1518</c:v>
                </c:pt>
                <c:pt idx="72">
                  <c:v>1405</c:v>
                </c:pt>
                <c:pt idx="73">
                  <c:v>1483</c:v>
                </c:pt>
                <c:pt idx="74">
                  <c:v>1302</c:v>
                </c:pt>
                <c:pt idx="75">
                  <c:v>1384</c:v>
                </c:pt>
                <c:pt idx="76">
                  <c:v>1489</c:v>
                </c:pt>
                <c:pt idx="77">
                  <c:v>1262</c:v>
                </c:pt>
                <c:pt idx="78">
                  <c:v>1287</c:v>
                </c:pt>
                <c:pt idx="79">
                  <c:v>1374</c:v>
                </c:pt>
                <c:pt idx="80">
                  <c:v>1410</c:v>
                </c:pt>
                <c:pt idx="81">
                  <c:v>1335</c:v>
                </c:pt>
                <c:pt idx="82">
                  <c:v>1365</c:v>
                </c:pt>
                <c:pt idx="83">
                  <c:v>1225</c:v>
                </c:pt>
                <c:pt idx="84">
                  <c:v>1456</c:v>
                </c:pt>
                <c:pt idx="85">
                  <c:v>1253</c:v>
                </c:pt>
                <c:pt idx="86">
                  <c:v>1249</c:v>
                </c:pt>
                <c:pt idx="87">
                  <c:v>1397</c:v>
                </c:pt>
                <c:pt idx="88">
                  <c:v>1277</c:v>
                </c:pt>
                <c:pt idx="89">
                  <c:v>1402</c:v>
                </c:pt>
                <c:pt idx="90">
                  <c:v>1384</c:v>
                </c:pt>
                <c:pt idx="91">
                  <c:v>1380</c:v>
                </c:pt>
                <c:pt idx="92">
                  <c:v>1394</c:v>
                </c:pt>
                <c:pt idx="93">
                  <c:v>1383</c:v>
                </c:pt>
                <c:pt idx="94">
                  <c:v>1415</c:v>
                </c:pt>
                <c:pt idx="95">
                  <c:v>1411</c:v>
                </c:pt>
                <c:pt idx="96">
                  <c:v>1425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61-8E95-BE40-9903-7A8792BEE5D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</c:v>
                </c:pt>
              </c:strCache>
            </c:strRef>
          </c:tx>
          <c:spPr>
            <a:ln w="19050">
              <a:solidFill>
                <a:srgbClr val="2CA02C"/>
              </a:solidFill>
              <a:prstDash val="dash"/>
            </a:ln>
          </c:spPr>
          <c:marker>
            <c:symbol val="none"/>
          </c:marker>
          <c:cat>
            <c:strRef>
              <c:f>Sheet1!$A$2:$A$98</c:f>
              <c:strCache>
                <c:ptCount val="97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</c:strCache>
            </c:strRef>
          </c:cat>
          <c:val>
            <c:numRef>
              <c:f>Sheet1!$C$2:$C$98</c:f>
              <c:numCache>
                <c:formatCode>General</c:formatCode>
                <c:ptCount val="97"/>
                <c:pt idx="0">
                  <c:v>1430</c:v>
                </c:pt>
                <c:pt idx="1">
                  <c:v>1430</c:v>
                </c:pt>
                <c:pt idx="2">
                  <c:v>1430</c:v>
                </c:pt>
                <c:pt idx="3">
                  <c:v>1430</c:v>
                </c:pt>
                <c:pt idx="4">
                  <c:v>1430</c:v>
                </c:pt>
                <c:pt idx="5">
                  <c:v>1430</c:v>
                </c:pt>
                <c:pt idx="6">
                  <c:v>1430</c:v>
                </c:pt>
                <c:pt idx="7">
                  <c:v>1430</c:v>
                </c:pt>
                <c:pt idx="8">
                  <c:v>1430</c:v>
                </c:pt>
                <c:pt idx="9">
                  <c:v>1430</c:v>
                </c:pt>
                <c:pt idx="10">
                  <c:v>1430</c:v>
                </c:pt>
                <c:pt idx="11">
                  <c:v>1430</c:v>
                </c:pt>
                <c:pt idx="12">
                  <c:v>1430</c:v>
                </c:pt>
                <c:pt idx="13">
                  <c:v>1430</c:v>
                </c:pt>
                <c:pt idx="14">
                  <c:v>1430</c:v>
                </c:pt>
                <c:pt idx="15">
                  <c:v>1430</c:v>
                </c:pt>
                <c:pt idx="16">
                  <c:v>1430</c:v>
                </c:pt>
                <c:pt idx="17">
                  <c:v>1430</c:v>
                </c:pt>
                <c:pt idx="18">
                  <c:v>1430</c:v>
                </c:pt>
                <c:pt idx="19">
                  <c:v>1430</c:v>
                </c:pt>
                <c:pt idx="20">
                  <c:v>1430</c:v>
                </c:pt>
                <c:pt idx="21">
                  <c:v>1430</c:v>
                </c:pt>
                <c:pt idx="22">
                  <c:v>1430</c:v>
                </c:pt>
                <c:pt idx="23">
                  <c:v>1430</c:v>
                </c:pt>
                <c:pt idx="24">
                  <c:v>1430</c:v>
                </c:pt>
                <c:pt idx="25">
                  <c:v>1430</c:v>
                </c:pt>
                <c:pt idx="26">
                  <c:v>1430</c:v>
                </c:pt>
                <c:pt idx="27">
                  <c:v>1430</c:v>
                </c:pt>
                <c:pt idx="28">
                  <c:v>1430</c:v>
                </c:pt>
                <c:pt idx="29">
                  <c:v>1430</c:v>
                </c:pt>
                <c:pt idx="30">
                  <c:v>1430</c:v>
                </c:pt>
                <c:pt idx="31">
                  <c:v>1430</c:v>
                </c:pt>
                <c:pt idx="32">
                  <c:v>1430</c:v>
                </c:pt>
                <c:pt idx="33">
                  <c:v>1430</c:v>
                </c:pt>
                <c:pt idx="34">
                  <c:v>1430</c:v>
                </c:pt>
                <c:pt idx="35">
                  <c:v>1430</c:v>
                </c:pt>
                <c:pt idx="36">
                  <c:v>1430</c:v>
                </c:pt>
                <c:pt idx="37">
                  <c:v>1430</c:v>
                </c:pt>
                <c:pt idx="38">
                  <c:v>1430</c:v>
                </c:pt>
                <c:pt idx="39">
                  <c:v>1430</c:v>
                </c:pt>
                <c:pt idx="40">
                  <c:v>1430</c:v>
                </c:pt>
                <c:pt idx="41">
                  <c:v>1430</c:v>
                </c:pt>
                <c:pt idx="42">
                  <c:v>1430</c:v>
                </c:pt>
                <c:pt idx="43">
                  <c:v>1430</c:v>
                </c:pt>
                <c:pt idx="44">
                  <c:v>1430</c:v>
                </c:pt>
                <c:pt idx="45">
                  <c:v>1430</c:v>
                </c:pt>
                <c:pt idx="46">
                  <c:v>1430</c:v>
                </c:pt>
                <c:pt idx="47">
                  <c:v>1430</c:v>
                </c:pt>
                <c:pt idx="48">
                  <c:v>1430</c:v>
                </c:pt>
                <c:pt idx="49">
                  <c:v>1430</c:v>
                </c:pt>
                <c:pt idx="50">
                  <c:v>1430</c:v>
                </c:pt>
                <c:pt idx="51">
                  <c:v>1430</c:v>
                </c:pt>
                <c:pt idx="52">
                  <c:v>1430</c:v>
                </c:pt>
                <c:pt idx="53">
                  <c:v>1430</c:v>
                </c:pt>
                <c:pt idx="54">
                  <c:v>1430</c:v>
                </c:pt>
                <c:pt idx="55">
                  <c:v>1430</c:v>
                </c:pt>
                <c:pt idx="56">
                  <c:v>1430</c:v>
                </c:pt>
                <c:pt idx="57">
                  <c:v>1430</c:v>
                </c:pt>
                <c:pt idx="58">
                  <c:v>1430</c:v>
                </c:pt>
                <c:pt idx="59">
                  <c:v>1430</c:v>
                </c:pt>
                <c:pt idx="60">
                  <c:v>1430</c:v>
                </c:pt>
                <c:pt idx="61">
                  <c:v>1430</c:v>
                </c:pt>
                <c:pt idx="62">
                  <c:v>1430</c:v>
                </c:pt>
                <c:pt idx="63">
                  <c:v>1430</c:v>
                </c:pt>
                <c:pt idx="64">
                  <c:v>1430</c:v>
                </c:pt>
                <c:pt idx="65">
                  <c:v>1430</c:v>
                </c:pt>
                <c:pt idx="66">
                  <c:v>1430</c:v>
                </c:pt>
                <c:pt idx="67">
                  <c:v>1430</c:v>
                </c:pt>
                <c:pt idx="68">
                  <c:v>1430</c:v>
                </c:pt>
                <c:pt idx="69">
                  <c:v>1430</c:v>
                </c:pt>
                <c:pt idx="70">
                  <c:v>1430</c:v>
                </c:pt>
                <c:pt idx="71">
                  <c:v>1430</c:v>
                </c:pt>
                <c:pt idx="72">
                  <c:v>1430</c:v>
                </c:pt>
                <c:pt idx="73">
                  <c:v>1430</c:v>
                </c:pt>
                <c:pt idx="74">
                  <c:v>1430</c:v>
                </c:pt>
                <c:pt idx="75">
                  <c:v>1430</c:v>
                </c:pt>
                <c:pt idx="76">
                  <c:v>1430</c:v>
                </c:pt>
                <c:pt idx="77">
                  <c:v>1430</c:v>
                </c:pt>
                <c:pt idx="78">
                  <c:v>1430</c:v>
                </c:pt>
                <c:pt idx="79">
                  <c:v>1430</c:v>
                </c:pt>
                <c:pt idx="80">
                  <c:v>1430</c:v>
                </c:pt>
                <c:pt idx="81">
                  <c:v>1430</c:v>
                </c:pt>
                <c:pt idx="82">
                  <c:v>1430</c:v>
                </c:pt>
                <c:pt idx="83">
                  <c:v>1430</c:v>
                </c:pt>
                <c:pt idx="84">
                  <c:v>1430</c:v>
                </c:pt>
                <c:pt idx="85">
                  <c:v>1430</c:v>
                </c:pt>
                <c:pt idx="86">
                  <c:v>1430</c:v>
                </c:pt>
                <c:pt idx="87">
                  <c:v>1430</c:v>
                </c:pt>
                <c:pt idx="88">
                  <c:v>1430</c:v>
                </c:pt>
                <c:pt idx="89">
                  <c:v>1430</c:v>
                </c:pt>
                <c:pt idx="90">
                  <c:v>1430</c:v>
                </c:pt>
                <c:pt idx="91">
                  <c:v>1430</c:v>
                </c:pt>
                <c:pt idx="92">
                  <c:v>1430</c:v>
                </c:pt>
                <c:pt idx="93">
                  <c:v>1430</c:v>
                </c:pt>
                <c:pt idx="94">
                  <c:v>1430</c:v>
                </c:pt>
                <c:pt idx="95">
                  <c:v>1430</c:v>
                </c:pt>
                <c:pt idx="96">
                  <c:v>1430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62-8E95-BE40-9903-7A8792BEE5D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Upper Bound</c:v>
                </c:pt>
              </c:strCache>
            </c:strRef>
          </c:tx>
          <c:spPr>
            <a:ln w="19050">
              <a:solidFill>
                <a:srgbClr val="FF7F0E"/>
              </a:solidFill>
              <a:prstDash val="dash"/>
            </a:ln>
          </c:spPr>
          <c:marker>
            <c:symbol val="none"/>
          </c:marker>
          <c:cat>
            <c:strRef>
              <c:f>Sheet1!$A$2:$A$98</c:f>
              <c:strCache>
                <c:ptCount val="97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</c:strCache>
            </c:strRef>
          </c:cat>
          <c:val>
            <c:numRef>
              <c:f>Sheet1!$D$2:$D$98</c:f>
              <c:numCache>
                <c:formatCode>General</c:formatCode>
                <c:ptCount val="97"/>
                <c:pt idx="0">
                  <c:v>1751</c:v>
                </c:pt>
                <c:pt idx="1">
                  <c:v>1751</c:v>
                </c:pt>
                <c:pt idx="2">
                  <c:v>1751</c:v>
                </c:pt>
                <c:pt idx="3">
                  <c:v>1751</c:v>
                </c:pt>
                <c:pt idx="4">
                  <c:v>1751</c:v>
                </c:pt>
                <c:pt idx="5">
                  <c:v>1751</c:v>
                </c:pt>
                <c:pt idx="6">
                  <c:v>1751</c:v>
                </c:pt>
                <c:pt idx="7">
                  <c:v>1751</c:v>
                </c:pt>
                <c:pt idx="8">
                  <c:v>1751</c:v>
                </c:pt>
                <c:pt idx="9">
                  <c:v>1751</c:v>
                </c:pt>
                <c:pt idx="10">
                  <c:v>1751</c:v>
                </c:pt>
                <c:pt idx="11">
                  <c:v>1751</c:v>
                </c:pt>
                <c:pt idx="12">
                  <c:v>1751</c:v>
                </c:pt>
                <c:pt idx="13">
                  <c:v>1751</c:v>
                </c:pt>
                <c:pt idx="14">
                  <c:v>1751</c:v>
                </c:pt>
                <c:pt idx="15">
                  <c:v>1751</c:v>
                </c:pt>
                <c:pt idx="16">
                  <c:v>1751</c:v>
                </c:pt>
                <c:pt idx="17">
                  <c:v>1751</c:v>
                </c:pt>
                <c:pt idx="18">
                  <c:v>1751</c:v>
                </c:pt>
                <c:pt idx="19">
                  <c:v>1751</c:v>
                </c:pt>
                <c:pt idx="20">
                  <c:v>1751</c:v>
                </c:pt>
                <c:pt idx="21">
                  <c:v>1751</c:v>
                </c:pt>
                <c:pt idx="22">
                  <c:v>1751</c:v>
                </c:pt>
                <c:pt idx="23">
                  <c:v>1751</c:v>
                </c:pt>
                <c:pt idx="24">
                  <c:v>1751</c:v>
                </c:pt>
                <c:pt idx="25">
                  <c:v>1751</c:v>
                </c:pt>
                <c:pt idx="26">
                  <c:v>1751</c:v>
                </c:pt>
                <c:pt idx="27">
                  <c:v>1751</c:v>
                </c:pt>
                <c:pt idx="28">
                  <c:v>1751</c:v>
                </c:pt>
                <c:pt idx="29">
                  <c:v>1751</c:v>
                </c:pt>
                <c:pt idx="30">
                  <c:v>1751</c:v>
                </c:pt>
                <c:pt idx="31">
                  <c:v>1751</c:v>
                </c:pt>
                <c:pt idx="32">
                  <c:v>1751</c:v>
                </c:pt>
                <c:pt idx="33">
                  <c:v>1751</c:v>
                </c:pt>
                <c:pt idx="34">
                  <c:v>1751</c:v>
                </c:pt>
                <c:pt idx="35">
                  <c:v>1751</c:v>
                </c:pt>
                <c:pt idx="36">
                  <c:v>1751</c:v>
                </c:pt>
                <c:pt idx="37">
                  <c:v>1751</c:v>
                </c:pt>
                <c:pt idx="38">
                  <c:v>1751</c:v>
                </c:pt>
                <c:pt idx="39">
                  <c:v>1751</c:v>
                </c:pt>
                <c:pt idx="40">
                  <c:v>1751</c:v>
                </c:pt>
                <c:pt idx="41">
                  <c:v>1751</c:v>
                </c:pt>
                <c:pt idx="42">
                  <c:v>1751</c:v>
                </c:pt>
                <c:pt idx="43">
                  <c:v>1751</c:v>
                </c:pt>
                <c:pt idx="44">
                  <c:v>1751</c:v>
                </c:pt>
                <c:pt idx="45">
                  <c:v>1751</c:v>
                </c:pt>
                <c:pt idx="46">
                  <c:v>1751</c:v>
                </c:pt>
                <c:pt idx="47">
                  <c:v>1751</c:v>
                </c:pt>
                <c:pt idx="48">
                  <c:v>1751</c:v>
                </c:pt>
                <c:pt idx="49">
                  <c:v>1751</c:v>
                </c:pt>
                <c:pt idx="50">
                  <c:v>1751</c:v>
                </c:pt>
                <c:pt idx="51">
                  <c:v>1751</c:v>
                </c:pt>
                <c:pt idx="52">
                  <c:v>1751</c:v>
                </c:pt>
                <c:pt idx="53">
                  <c:v>1751</c:v>
                </c:pt>
                <c:pt idx="54">
                  <c:v>1751</c:v>
                </c:pt>
                <c:pt idx="55">
                  <c:v>1751</c:v>
                </c:pt>
                <c:pt idx="56">
                  <c:v>1751</c:v>
                </c:pt>
                <c:pt idx="57">
                  <c:v>1751</c:v>
                </c:pt>
                <c:pt idx="58">
                  <c:v>1751</c:v>
                </c:pt>
                <c:pt idx="59">
                  <c:v>1751</c:v>
                </c:pt>
                <c:pt idx="60">
                  <c:v>1751</c:v>
                </c:pt>
                <c:pt idx="61">
                  <c:v>1751</c:v>
                </c:pt>
                <c:pt idx="62">
                  <c:v>1751</c:v>
                </c:pt>
                <c:pt idx="63">
                  <c:v>1751</c:v>
                </c:pt>
                <c:pt idx="64">
                  <c:v>1751</c:v>
                </c:pt>
                <c:pt idx="65">
                  <c:v>1751</c:v>
                </c:pt>
                <c:pt idx="66">
                  <c:v>1751</c:v>
                </c:pt>
                <c:pt idx="67">
                  <c:v>1751</c:v>
                </c:pt>
                <c:pt idx="68">
                  <c:v>1751</c:v>
                </c:pt>
                <c:pt idx="69">
                  <c:v>1751</c:v>
                </c:pt>
                <c:pt idx="70">
                  <c:v>1751</c:v>
                </c:pt>
                <c:pt idx="71">
                  <c:v>1751</c:v>
                </c:pt>
                <c:pt idx="72">
                  <c:v>1751</c:v>
                </c:pt>
                <c:pt idx="73">
                  <c:v>1751</c:v>
                </c:pt>
                <c:pt idx="74">
                  <c:v>1751</c:v>
                </c:pt>
                <c:pt idx="75">
                  <c:v>1751</c:v>
                </c:pt>
                <c:pt idx="76">
                  <c:v>1751</c:v>
                </c:pt>
                <c:pt idx="77">
                  <c:v>1751</c:v>
                </c:pt>
                <c:pt idx="78">
                  <c:v>1751</c:v>
                </c:pt>
                <c:pt idx="79">
                  <c:v>1751</c:v>
                </c:pt>
                <c:pt idx="80">
                  <c:v>1751</c:v>
                </c:pt>
                <c:pt idx="81">
                  <c:v>1751</c:v>
                </c:pt>
                <c:pt idx="82">
                  <c:v>1751</c:v>
                </c:pt>
                <c:pt idx="83">
                  <c:v>1751</c:v>
                </c:pt>
                <c:pt idx="84">
                  <c:v>1751</c:v>
                </c:pt>
                <c:pt idx="85">
                  <c:v>1751</c:v>
                </c:pt>
                <c:pt idx="86">
                  <c:v>1751</c:v>
                </c:pt>
                <c:pt idx="87">
                  <c:v>1751</c:v>
                </c:pt>
                <c:pt idx="88">
                  <c:v>1751</c:v>
                </c:pt>
                <c:pt idx="89">
                  <c:v>1751</c:v>
                </c:pt>
                <c:pt idx="90">
                  <c:v>1751</c:v>
                </c:pt>
                <c:pt idx="91">
                  <c:v>1751</c:v>
                </c:pt>
                <c:pt idx="92">
                  <c:v>1751</c:v>
                </c:pt>
                <c:pt idx="93">
                  <c:v>1751</c:v>
                </c:pt>
                <c:pt idx="94">
                  <c:v>1751</c:v>
                </c:pt>
                <c:pt idx="95">
                  <c:v>1751</c:v>
                </c:pt>
                <c:pt idx="96">
                  <c:v>1751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63-8E95-BE40-9903-7A8792BEE5D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Lower Bound</c:v>
                </c:pt>
              </c:strCache>
            </c:strRef>
          </c:tx>
          <c:spPr>
            <a:ln w="19050">
              <a:solidFill>
                <a:srgbClr val="FF7F0E"/>
              </a:solidFill>
              <a:prstDash val="dash"/>
            </a:ln>
          </c:spPr>
          <c:marker>
            <c:symbol val="none"/>
          </c:marker>
          <c:cat>
            <c:strRef>
              <c:f>Sheet1!$A$2:$A$98</c:f>
              <c:strCache>
                <c:ptCount val="97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</c:strCache>
            </c:strRef>
          </c:cat>
          <c:val>
            <c:numRef>
              <c:f>Sheet1!$E$2:$E$98</c:f>
              <c:numCache>
                <c:formatCode>General</c:formatCode>
                <c:ptCount val="97"/>
                <c:pt idx="0">
                  <c:v>1143</c:v>
                </c:pt>
                <c:pt idx="1">
                  <c:v>1143</c:v>
                </c:pt>
                <c:pt idx="2">
                  <c:v>1143</c:v>
                </c:pt>
                <c:pt idx="3">
                  <c:v>1143</c:v>
                </c:pt>
                <c:pt idx="4">
                  <c:v>1143</c:v>
                </c:pt>
                <c:pt idx="5">
                  <c:v>1143</c:v>
                </c:pt>
                <c:pt idx="6">
                  <c:v>1143</c:v>
                </c:pt>
                <c:pt idx="7">
                  <c:v>1143</c:v>
                </c:pt>
                <c:pt idx="8">
                  <c:v>1143</c:v>
                </c:pt>
                <c:pt idx="9">
                  <c:v>1143</c:v>
                </c:pt>
                <c:pt idx="10">
                  <c:v>1143</c:v>
                </c:pt>
                <c:pt idx="11">
                  <c:v>1143</c:v>
                </c:pt>
                <c:pt idx="12">
                  <c:v>1143</c:v>
                </c:pt>
                <c:pt idx="13">
                  <c:v>1143</c:v>
                </c:pt>
                <c:pt idx="14">
                  <c:v>1143</c:v>
                </c:pt>
                <c:pt idx="15">
                  <c:v>1143</c:v>
                </c:pt>
                <c:pt idx="16">
                  <c:v>1143</c:v>
                </c:pt>
                <c:pt idx="17">
                  <c:v>1143</c:v>
                </c:pt>
                <c:pt idx="18">
                  <c:v>1143</c:v>
                </c:pt>
                <c:pt idx="19">
                  <c:v>1143</c:v>
                </c:pt>
                <c:pt idx="20">
                  <c:v>1143</c:v>
                </c:pt>
                <c:pt idx="21">
                  <c:v>1143</c:v>
                </c:pt>
                <c:pt idx="22">
                  <c:v>1143</c:v>
                </c:pt>
                <c:pt idx="23">
                  <c:v>1143</c:v>
                </c:pt>
                <c:pt idx="24">
                  <c:v>1143</c:v>
                </c:pt>
                <c:pt idx="25">
                  <c:v>1143</c:v>
                </c:pt>
                <c:pt idx="26">
                  <c:v>1143</c:v>
                </c:pt>
                <c:pt idx="27">
                  <c:v>1143</c:v>
                </c:pt>
                <c:pt idx="28">
                  <c:v>1143</c:v>
                </c:pt>
                <c:pt idx="29">
                  <c:v>1143</c:v>
                </c:pt>
                <c:pt idx="30">
                  <c:v>1143</c:v>
                </c:pt>
                <c:pt idx="31">
                  <c:v>1143</c:v>
                </c:pt>
                <c:pt idx="32">
                  <c:v>1143</c:v>
                </c:pt>
                <c:pt idx="33">
                  <c:v>1143</c:v>
                </c:pt>
                <c:pt idx="34">
                  <c:v>1143</c:v>
                </c:pt>
                <c:pt idx="35">
                  <c:v>1143</c:v>
                </c:pt>
                <c:pt idx="36">
                  <c:v>1143</c:v>
                </c:pt>
                <c:pt idx="37">
                  <c:v>1143</c:v>
                </c:pt>
                <c:pt idx="38">
                  <c:v>1143</c:v>
                </c:pt>
                <c:pt idx="39">
                  <c:v>1143</c:v>
                </c:pt>
                <c:pt idx="40">
                  <c:v>1143</c:v>
                </c:pt>
                <c:pt idx="41">
                  <c:v>1143</c:v>
                </c:pt>
                <c:pt idx="42">
                  <c:v>1143</c:v>
                </c:pt>
                <c:pt idx="43">
                  <c:v>1143</c:v>
                </c:pt>
                <c:pt idx="44">
                  <c:v>1143</c:v>
                </c:pt>
                <c:pt idx="45">
                  <c:v>1143</c:v>
                </c:pt>
                <c:pt idx="46">
                  <c:v>1143</c:v>
                </c:pt>
                <c:pt idx="47">
                  <c:v>1143</c:v>
                </c:pt>
                <c:pt idx="48">
                  <c:v>1143</c:v>
                </c:pt>
                <c:pt idx="49">
                  <c:v>1143</c:v>
                </c:pt>
                <c:pt idx="50">
                  <c:v>1143</c:v>
                </c:pt>
                <c:pt idx="51">
                  <c:v>1143</c:v>
                </c:pt>
                <c:pt idx="52">
                  <c:v>1143</c:v>
                </c:pt>
                <c:pt idx="53">
                  <c:v>1143</c:v>
                </c:pt>
                <c:pt idx="54">
                  <c:v>1143</c:v>
                </c:pt>
                <c:pt idx="55">
                  <c:v>1143</c:v>
                </c:pt>
                <c:pt idx="56">
                  <c:v>1143</c:v>
                </c:pt>
                <c:pt idx="57">
                  <c:v>1143</c:v>
                </c:pt>
                <c:pt idx="58">
                  <c:v>1143</c:v>
                </c:pt>
                <c:pt idx="59">
                  <c:v>1143</c:v>
                </c:pt>
                <c:pt idx="60">
                  <c:v>1143</c:v>
                </c:pt>
                <c:pt idx="61">
                  <c:v>1143</c:v>
                </c:pt>
                <c:pt idx="62">
                  <c:v>1143</c:v>
                </c:pt>
                <c:pt idx="63">
                  <c:v>1143</c:v>
                </c:pt>
                <c:pt idx="64">
                  <c:v>1143</c:v>
                </c:pt>
                <c:pt idx="65">
                  <c:v>1143</c:v>
                </c:pt>
                <c:pt idx="66">
                  <c:v>1143</c:v>
                </c:pt>
                <c:pt idx="67">
                  <c:v>1143</c:v>
                </c:pt>
                <c:pt idx="68">
                  <c:v>1143</c:v>
                </c:pt>
                <c:pt idx="69">
                  <c:v>1143</c:v>
                </c:pt>
                <c:pt idx="70">
                  <c:v>1143</c:v>
                </c:pt>
                <c:pt idx="71">
                  <c:v>1143</c:v>
                </c:pt>
                <c:pt idx="72">
                  <c:v>1143</c:v>
                </c:pt>
                <c:pt idx="73">
                  <c:v>1143</c:v>
                </c:pt>
                <c:pt idx="74">
                  <c:v>1143</c:v>
                </c:pt>
                <c:pt idx="75">
                  <c:v>1143</c:v>
                </c:pt>
                <c:pt idx="76">
                  <c:v>1143</c:v>
                </c:pt>
                <c:pt idx="77">
                  <c:v>1143</c:v>
                </c:pt>
                <c:pt idx="78">
                  <c:v>1143</c:v>
                </c:pt>
                <c:pt idx="79">
                  <c:v>1143</c:v>
                </c:pt>
                <c:pt idx="80">
                  <c:v>1143</c:v>
                </c:pt>
                <c:pt idx="81">
                  <c:v>1143</c:v>
                </c:pt>
                <c:pt idx="82">
                  <c:v>1143</c:v>
                </c:pt>
                <c:pt idx="83">
                  <c:v>1143</c:v>
                </c:pt>
                <c:pt idx="84">
                  <c:v>1143</c:v>
                </c:pt>
                <c:pt idx="85">
                  <c:v>1143</c:v>
                </c:pt>
                <c:pt idx="86">
                  <c:v>1143</c:v>
                </c:pt>
                <c:pt idx="87">
                  <c:v>1143</c:v>
                </c:pt>
                <c:pt idx="88">
                  <c:v>1143</c:v>
                </c:pt>
                <c:pt idx="89">
                  <c:v>1143</c:v>
                </c:pt>
                <c:pt idx="90">
                  <c:v>1143</c:v>
                </c:pt>
                <c:pt idx="91">
                  <c:v>1143</c:v>
                </c:pt>
                <c:pt idx="92">
                  <c:v>1143</c:v>
                </c:pt>
                <c:pt idx="93">
                  <c:v>1143</c:v>
                </c:pt>
                <c:pt idx="94">
                  <c:v>1143</c:v>
                </c:pt>
                <c:pt idx="95">
                  <c:v>1143</c:v>
                </c:pt>
                <c:pt idx="96">
                  <c:v>1143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64-8E95-BE40-9903-7A8792BEE5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200" dirty="0">
                <a:solidFill>
                  <a:schemeClr val="accent1"/>
                </a:solidFill>
                <a:latin typeface="Trebuchet MS"/>
              </a:rPr>
              <a:t>Latest week Rx</a:t>
            </a:r>
            <a:r>
              <a:rPr lang="en-GB" sz="1200" baseline="0" dirty="0">
                <a:solidFill>
                  <a:schemeClr val="accent1"/>
                </a:solidFill>
                <a:latin typeface="Trebuchet MS"/>
              </a:rPr>
              <a:t> Claims</a:t>
            </a:r>
            <a:r>
              <a:rPr lang="en-GB" sz="1200" dirty="0">
                <a:solidFill>
                  <a:schemeClr val="accent1"/>
                </a:solidFill>
                <a:latin typeface="Trebuchet MS"/>
              </a:rPr>
              <a:t> Change Pct In Current Feed (vs. Prior Feed)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restatement_pct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Jul 19-Jul 25, 2025</c:v>
                </c:pt>
                <c:pt idx="1">
                  <c:v>Jul 26-Aug 01, 2025</c:v>
                </c:pt>
                <c:pt idx="2">
                  <c:v>Jul 26-Aug 01, 2025</c:v>
                </c:pt>
                <c:pt idx="3">
                  <c:v>Jul 26-Aug 01, 2025</c:v>
                </c:pt>
                <c:pt idx="4">
                  <c:v>Aug 09-Aug 15, 2025</c:v>
                </c:pt>
                <c:pt idx="5">
                  <c:v>Aug 09-Aug 15, 2025</c:v>
                </c:pt>
                <c:pt idx="6">
                  <c:v>Aug 16-Aug 22, 2025</c:v>
                </c:pt>
                <c:pt idx="7">
                  <c:v>Aug 23-Aug 29, 2025</c:v>
                </c:pt>
                <c:pt idx="8">
                  <c:v>Aug 30-Sep 05, 2025</c:v>
                </c:pt>
                <c:pt idx="9">
                  <c:v>Sep 06-Sep 12, 2025</c:v>
                </c:pt>
                <c:pt idx="10">
                  <c:v>Sep 13-Sep 19, 2025</c:v>
                </c:pt>
                <c:pt idx="11">
                  <c:v>Sep 20-Sep 26, 2025</c:v>
                </c:pt>
                <c:pt idx="12">
                  <c:v>Sep 27-Oct 03, 2025</c:v>
                </c:pt>
                <c:pt idx="13">
                  <c:v>Oct 04-Oct 10, 2025</c:v>
                </c:pt>
                <c:pt idx="14">
                  <c:v>Oct 11-Oct 17, 2025</c:v>
                </c:pt>
                <c:pt idx="15">
                  <c:v>Oct 18-Oct 24, 2025</c:v>
                </c:pt>
                <c:pt idx="16">
                  <c:v>Oct 25-Oct 31, 2025</c:v>
                </c:pt>
                <c:pt idx="17">
                  <c:v>Nov 01-Nov 07, 2025</c:v>
                </c:pt>
                <c:pt idx="18">
                  <c:v>Nov 08-Nov 14, 2025</c:v>
                </c:pt>
                <c:pt idx="19">
                  <c:v>Nov 15-Nov 21, 2025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-1.61</c:v>
                </c:pt>
                <c:pt idx="1">
                  <c:v>-0.53</c:v>
                </c:pt>
                <c:pt idx="2">
                  <c:v>0</c:v>
                </c:pt>
                <c:pt idx="3">
                  <c:v>0</c:v>
                </c:pt>
                <c:pt idx="4">
                  <c:v>0.96</c:v>
                </c:pt>
                <c:pt idx="5">
                  <c:v>0</c:v>
                </c:pt>
                <c:pt idx="6">
                  <c:v>0.34</c:v>
                </c:pt>
                <c:pt idx="7">
                  <c:v>1.65</c:v>
                </c:pt>
                <c:pt idx="8">
                  <c:v>-9.09</c:v>
                </c:pt>
                <c:pt idx="9">
                  <c:v>12.32</c:v>
                </c:pt>
                <c:pt idx="10">
                  <c:v>-1.77</c:v>
                </c:pt>
                <c:pt idx="11">
                  <c:v>-1.34</c:v>
                </c:pt>
                <c:pt idx="12">
                  <c:v>2.44</c:v>
                </c:pt>
                <c:pt idx="13">
                  <c:v>0.31</c:v>
                </c:pt>
                <c:pt idx="14">
                  <c:v>-0.1</c:v>
                </c:pt>
                <c:pt idx="15">
                  <c:v>0.28999999999999998</c:v>
                </c:pt>
                <c:pt idx="16">
                  <c:v>-0.3</c:v>
                </c:pt>
                <c:pt idx="17">
                  <c:v>1.64</c:v>
                </c:pt>
                <c:pt idx="18">
                  <c:v>-1.1200000000000001</c:v>
                </c:pt>
                <c:pt idx="19">
                  <c:v>2.59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42-224E-929D-27D8590250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4081983"/>
        <c:axId val="1204085439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upper_threshold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Jul 19-Jul 25, 2025</c:v>
                </c:pt>
                <c:pt idx="1">
                  <c:v>Jul 26-Aug 01, 2025</c:v>
                </c:pt>
                <c:pt idx="2">
                  <c:v>Jul 26-Aug 01, 2025</c:v>
                </c:pt>
                <c:pt idx="3">
                  <c:v>Jul 26-Aug 01, 2025</c:v>
                </c:pt>
                <c:pt idx="4">
                  <c:v>Aug 09-Aug 15, 2025</c:v>
                </c:pt>
                <c:pt idx="5">
                  <c:v>Aug 09-Aug 15, 2025</c:v>
                </c:pt>
                <c:pt idx="6">
                  <c:v>Aug 16-Aug 22, 2025</c:v>
                </c:pt>
                <c:pt idx="7">
                  <c:v>Aug 23-Aug 29, 2025</c:v>
                </c:pt>
                <c:pt idx="8">
                  <c:v>Aug 30-Sep 05, 2025</c:v>
                </c:pt>
                <c:pt idx="9">
                  <c:v>Sep 06-Sep 12, 2025</c:v>
                </c:pt>
                <c:pt idx="10">
                  <c:v>Sep 13-Sep 19, 2025</c:v>
                </c:pt>
                <c:pt idx="11">
                  <c:v>Sep 20-Sep 26, 2025</c:v>
                </c:pt>
                <c:pt idx="12">
                  <c:v>Sep 27-Oct 03, 2025</c:v>
                </c:pt>
                <c:pt idx="13">
                  <c:v>Oct 04-Oct 10, 2025</c:v>
                </c:pt>
                <c:pt idx="14">
                  <c:v>Oct 11-Oct 17, 2025</c:v>
                </c:pt>
                <c:pt idx="15">
                  <c:v>Oct 18-Oct 24, 2025</c:v>
                </c:pt>
                <c:pt idx="16">
                  <c:v>Oct 25-Oct 31, 2025</c:v>
                </c:pt>
                <c:pt idx="17">
                  <c:v>Nov 01-Nov 07, 2025</c:v>
                </c:pt>
                <c:pt idx="18">
                  <c:v>Nov 08-Nov 14, 2025</c:v>
                </c:pt>
                <c:pt idx="19">
                  <c:v>Nov 15-Nov 21, 2025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7.74</c:v>
                </c:pt>
                <c:pt idx="1">
                  <c:v>7.74</c:v>
                </c:pt>
                <c:pt idx="2">
                  <c:v>7.74</c:v>
                </c:pt>
                <c:pt idx="3">
                  <c:v>7.74</c:v>
                </c:pt>
                <c:pt idx="4">
                  <c:v>7.74</c:v>
                </c:pt>
                <c:pt idx="5">
                  <c:v>7.74</c:v>
                </c:pt>
                <c:pt idx="6">
                  <c:v>7.74</c:v>
                </c:pt>
                <c:pt idx="7">
                  <c:v>7.74</c:v>
                </c:pt>
                <c:pt idx="8">
                  <c:v>7.74</c:v>
                </c:pt>
                <c:pt idx="9">
                  <c:v>7.74</c:v>
                </c:pt>
                <c:pt idx="10">
                  <c:v>7.74</c:v>
                </c:pt>
                <c:pt idx="11">
                  <c:v>7.74</c:v>
                </c:pt>
                <c:pt idx="12">
                  <c:v>7.74</c:v>
                </c:pt>
                <c:pt idx="13">
                  <c:v>7.74</c:v>
                </c:pt>
                <c:pt idx="14">
                  <c:v>7.74</c:v>
                </c:pt>
                <c:pt idx="15">
                  <c:v>7.74</c:v>
                </c:pt>
                <c:pt idx="16">
                  <c:v>7.74</c:v>
                </c:pt>
                <c:pt idx="17">
                  <c:v>7.74</c:v>
                </c:pt>
                <c:pt idx="18">
                  <c:v>7.74</c:v>
                </c:pt>
                <c:pt idx="19">
                  <c:v>7.74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542-224E-929D-27D8590250D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Jul 19-Jul 25, 2025</c:v>
                </c:pt>
                <c:pt idx="1">
                  <c:v>Jul 26-Aug 01, 2025</c:v>
                </c:pt>
                <c:pt idx="2">
                  <c:v>Jul 26-Aug 01, 2025</c:v>
                </c:pt>
                <c:pt idx="3">
                  <c:v>Jul 26-Aug 01, 2025</c:v>
                </c:pt>
                <c:pt idx="4">
                  <c:v>Aug 09-Aug 15, 2025</c:v>
                </c:pt>
                <c:pt idx="5">
                  <c:v>Aug 09-Aug 15, 2025</c:v>
                </c:pt>
                <c:pt idx="6">
                  <c:v>Aug 16-Aug 22, 2025</c:v>
                </c:pt>
                <c:pt idx="7">
                  <c:v>Aug 23-Aug 29, 2025</c:v>
                </c:pt>
                <c:pt idx="8">
                  <c:v>Aug 30-Sep 05, 2025</c:v>
                </c:pt>
                <c:pt idx="9">
                  <c:v>Sep 06-Sep 12, 2025</c:v>
                </c:pt>
                <c:pt idx="10">
                  <c:v>Sep 13-Sep 19, 2025</c:v>
                </c:pt>
                <c:pt idx="11">
                  <c:v>Sep 20-Sep 26, 2025</c:v>
                </c:pt>
                <c:pt idx="12">
                  <c:v>Sep 27-Oct 03, 2025</c:v>
                </c:pt>
                <c:pt idx="13">
                  <c:v>Oct 04-Oct 10, 2025</c:v>
                </c:pt>
                <c:pt idx="14">
                  <c:v>Oct 11-Oct 17, 2025</c:v>
                </c:pt>
                <c:pt idx="15">
                  <c:v>Oct 18-Oct 24, 2025</c:v>
                </c:pt>
                <c:pt idx="16">
                  <c:v>Oct 25-Oct 31, 2025</c:v>
                </c:pt>
                <c:pt idx="17">
                  <c:v>Nov 01-Nov 07, 2025</c:v>
                </c:pt>
                <c:pt idx="18">
                  <c:v>Nov 08-Nov 14, 2025</c:v>
                </c:pt>
                <c:pt idx="19">
                  <c:v>Nov 15-Nov 21, 2025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-7.07</c:v>
                </c:pt>
                <c:pt idx="1">
                  <c:v>-7.07</c:v>
                </c:pt>
                <c:pt idx="2">
                  <c:v>-7.07</c:v>
                </c:pt>
                <c:pt idx="3">
                  <c:v>-7.07</c:v>
                </c:pt>
                <c:pt idx="4">
                  <c:v>-7.07</c:v>
                </c:pt>
                <c:pt idx="5">
                  <c:v>-7.07</c:v>
                </c:pt>
                <c:pt idx="6">
                  <c:v>-7.07</c:v>
                </c:pt>
                <c:pt idx="7">
                  <c:v>-7.07</c:v>
                </c:pt>
                <c:pt idx="8">
                  <c:v>-7.07</c:v>
                </c:pt>
                <c:pt idx="9">
                  <c:v>-7.07</c:v>
                </c:pt>
                <c:pt idx="10">
                  <c:v>-7.07</c:v>
                </c:pt>
                <c:pt idx="11">
                  <c:v>-7.07</c:v>
                </c:pt>
                <c:pt idx="12">
                  <c:v>-7.07</c:v>
                </c:pt>
                <c:pt idx="13">
                  <c:v>-7.07</c:v>
                </c:pt>
                <c:pt idx="14">
                  <c:v>-7.07</c:v>
                </c:pt>
                <c:pt idx="15">
                  <c:v>-7.07</c:v>
                </c:pt>
                <c:pt idx="16">
                  <c:v>-7.07</c:v>
                </c:pt>
                <c:pt idx="17">
                  <c:v>-7.07</c:v>
                </c:pt>
                <c:pt idx="18">
                  <c:v>-7.07</c:v>
                </c:pt>
                <c:pt idx="19">
                  <c:v>-7.07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542-224E-929D-27D8590250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04081983"/>
        <c:axId val="1204085439"/>
      </c:lineChart>
      <c:catAx>
        <c:axId val="1204081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4085439"/>
        <c:crosses val="autoZero"/>
        <c:auto val="1"/>
        <c:lblAlgn val="ctr"/>
        <c:lblOffset val="100"/>
        <c:noMultiLvlLbl val="0"/>
      </c:catAx>
      <c:valAx>
        <c:axId val="1204085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4081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200" b="0" i="0" u="none" strike="noStrike" kern="1200" spc="0" baseline="0" dirty="0">
                <a:solidFill>
                  <a:schemeClr val="accent1"/>
                </a:solidFill>
                <a:latin typeface="Trebuchet MS"/>
              </a:rPr>
              <a:t>Latest week Mx Claims Change Pct In Current Feed (vs. Prior Feed)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restatement_pct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Jul 12-Jul 18, 2025</c:v>
                </c:pt>
                <c:pt idx="1">
                  <c:v>Jul 19-Jul 25, 2025</c:v>
                </c:pt>
                <c:pt idx="2">
                  <c:v>Jul 26-Aug 01, 2025</c:v>
                </c:pt>
                <c:pt idx="3">
                  <c:v>Jul 26-Aug 01, 2025</c:v>
                </c:pt>
                <c:pt idx="4">
                  <c:v>Aug 09-Aug 15, 2025</c:v>
                </c:pt>
                <c:pt idx="5">
                  <c:v>Aug 09-Aug 15, 2025</c:v>
                </c:pt>
                <c:pt idx="6">
                  <c:v>Aug 16-Aug 22, 2025</c:v>
                </c:pt>
                <c:pt idx="7">
                  <c:v>Aug 23-Aug 29, 2025</c:v>
                </c:pt>
                <c:pt idx="8">
                  <c:v>Aug 30-Sep 05, 2025</c:v>
                </c:pt>
                <c:pt idx="9">
                  <c:v>Sep 06-Sep 12, 2025</c:v>
                </c:pt>
                <c:pt idx="10">
                  <c:v>Sep 13-Sep 19, 2025</c:v>
                </c:pt>
                <c:pt idx="11">
                  <c:v>Sep 20-Sep 26, 2025</c:v>
                </c:pt>
                <c:pt idx="12">
                  <c:v>Sep 27-Oct 03, 2025</c:v>
                </c:pt>
                <c:pt idx="13">
                  <c:v>Oct 04-Oct 10, 2025</c:v>
                </c:pt>
                <c:pt idx="14">
                  <c:v>Oct 11-Oct 17, 2025</c:v>
                </c:pt>
                <c:pt idx="15">
                  <c:v>Oct 18-Oct 24, 2025</c:v>
                </c:pt>
                <c:pt idx="16">
                  <c:v>Oct 25-Oct 31, 2025</c:v>
                </c:pt>
                <c:pt idx="17">
                  <c:v>Nov 01-Nov 07, 2025</c:v>
                </c:pt>
                <c:pt idx="18">
                  <c:v>Nov 08-Nov 14, 2025</c:v>
                </c:pt>
                <c:pt idx="19">
                  <c:v>Nov 15-Nov 21, 2025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2.35</c:v>
                </c:pt>
                <c:pt idx="1">
                  <c:v>-7.0000000000000007E-2</c:v>
                </c:pt>
                <c:pt idx="2">
                  <c:v>-4.4400000000000004</c:v>
                </c:pt>
                <c:pt idx="3">
                  <c:v>-3.3</c:v>
                </c:pt>
                <c:pt idx="4">
                  <c:v>0.75</c:v>
                </c:pt>
                <c:pt idx="5">
                  <c:v>0</c:v>
                </c:pt>
                <c:pt idx="6">
                  <c:v>15.75</c:v>
                </c:pt>
                <c:pt idx="7">
                  <c:v>-6.19</c:v>
                </c:pt>
                <c:pt idx="8">
                  <c:v>-23.16</c:v>
                </c:pt>
                <c:pt idx="9">
                  <c:v>42.29</c:v>
                </c:pt>
                <c:pt idx="10">
                  <c:v>0.47</c:v>
                </c:pt>
                <c:pt idx="11">
                  <c:v>3.17</c:v>
                </c:pt>
                <c:pt idx="12">
                  <c:v>0.32</c:v>
                </c:pt>
                <c:pt idx="13">
                  <c:v>-6.17</c:v>
                </c:pt>
                <c:pt idx="14">
                  <c:v>-4.18</c:v>
                </c:pt>
                <c:pt idx="15">
                  <c:v>4.68</c:v>
                </c:pt>
                <c:pt idx="16">
                  <c:v>9</c:v>
                </c:pt>
                <c:pt idx="17">
                  <c:v>-6.91</c:v>
                </c:pt>
                <c:pt idx="18">
                  <c:v>0</c:v>
                </c:pt>
                <c:pt idx="19">
                  <c:v>-2.98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7C-0D43-8328-AD37E0CC51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09252272"/>
        <c:axId val="749321087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upper_threshold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Jul 12-Jul 18, 2025</c:v>
                </c:pt>
                <c:pt idx="1">
                  <c:v>Jul 19-Jul 25, 2025</c:v>
                </c:pt>
                <c:pt idx="2">
                  <c:v>Jul 26-Aug 01, 2025</c:v>
                </c:pt>
                <c:pt idx="3">
                  <c:v>Jul 26-Aug 01, 2025</c:v>
                </c:pt>
                <c:pt idx="4">
                  <c:v>Aug 09-Aug 15, 2025</c:v>
                </c:pt>
                <c:pt idx="5">
                  <c:v>Aug 09-Aug 15, 2025</c:v>
                </c:pt>
                <c:pt idx="6">
                  <c:v>Aug 16-Aug 22, 2025</c:v>
                </c:pt>
                <c:pt idx="7">
                  <c:v>Aug 23-Aug 29, 2025</c:v>
                </c:pt>
                <c:pt idx="8">
                  <c:v>Aug 30-Sep 05, 2025</c:v>
                </c:pt>
                <c:pt idx="9">
                  <c:v>Sep 06-Sep 12, 2025</c:v>
                </c:pt>
                <c:pt idx="10">
                  <c:v>Sep 13-Sep 19, 2025</c:v>
                </c:pt>
                <c:pt idx="11">
                  <c:v>Sep 20-Sep 26, 2025</c:v>
                </c:pt>
                <c:pt idx="12">
                  <c:v>Sep 27-Oct 03, 2025</c:v>
                </c:pt>
                <c:pt idx="13">
                  <c:v>Oct 04-Oct 10, 2025</c:v>
                </c:pt>
                <c:pt idx="14">
                  <c:v>Oct 11-Oct 17, 2025</c:v>
                </c:pt>
                <c:pt idx="15">
                  <c:v>Oct 18-Oct 24, 2025</c:v>
                </c:pt>
                <c:pt idx="16">
                  <c:v>Oct 25-Oct 31, 2025</c:v>
                </c:pt>
                <c:pt idx="17">
                  <c:v>Nov 01-Nov 07, 2025</c:v>
                </c:pt>
                <c:pt idx="18">
                  <c:v>Nov 08-Nov 14, 2025</c:v>
                </c:pt>
                <c:pt idx="19">
                  <c:v>Nov 15-Nov 21, 2025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25.57</c:v>
                </c:pt>
                <c:pt idx="1">
                  <c:v>25.57</c:v>
                </c:pt>
                <c:pt idx="2">
                  <c:v>25.57</c:v>
                </c:pt>
                <c:pt idx="3">
                  <c:v>25.57</c:v>
                </c:pt>
                <c:pt idx="4">
                  <c:v>25.57</c:v>
                </c:pt>
                <c:pt idx="5">
                  <c:v>25.57</c:v>
                </c:pt>
                <c:pt idx="6">
                  <c:v>25.57</c:v>
                </c:pt>
                <c:pt idx="7">
                  <c:v>25.57</c:v>
                </c:pt>
                <c:pt idx="8">
                  <c:v>25.57</c:v>
                </c:pt>
                <c:pt idx="9">
                  <c:v>25.57</c:v>
                </c:pt>
                <c:pt idx="10">
                  <c:v>25.57</c:v>
                </c:pt>
                <c:pt idx="11">
                  <c:v>25.57</c:v>
                </c:pt>
                <c:pt idx="12">
                  <c:v>25.57</c:v>
                </c:pt>
                <c:pt idx="13">
                  <c:v>25.57</c:v>
                </c:pt>
                <c:pt idx="14">
                  <c:v>25.57</c:v>
                </c:pt>
                <c:pt idx="15">
                  <c:v>25.57</c:v>
                </c:pt>
                <c:pt idx="16">
                  <c:v>25.57</c:v>
                </c:pt>
                <c:pt idx="17">
                  <c:v>25.57</c:v>
                </c:pt>
                <c:pt idx="18">
                  <c:v>25.57</c:v>
                </c:pt>
                <c:pt idx="19">
                  <c:v>25.57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47C-0D43-8328-AD37E0CC51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Jul 12-Jul 18, 2025</c:v>
                </c:pt>
                <c:pt idx="1">
                  <c:v>Jul 19-Jul 25, 2025</c:v>
                </c:pt>
                <c:pt idx="2">
                  <c:v>Jul 26-Aug 01, 2025</c:v>
                </c:pt>
                <c:pt idx="3">
                  <c:v>Jul 26-Aug 01, 2025</c:v>
                </c:pt>
                <c:pt idx="4">
                  <c:v>Aug 09-Aug 15, 2025</c:v>
                </c:pt>
                <c:pt idx="5">
                  <c:v>Aug 09-Aug 15, 2025</c:v>
                </c:pt>
                <c:pt idx="6">
                  <c:v>Aug 16-Aug 22, 2025</c:v>
                </c:pt>
                <c:pt idx="7">
                  <c:v>Aug 23-Aug 29, 2025</c:v>
                </c:pt>
                <c:pt idx="8">
                  <c:v>Aug 30-Sep 05, 2025</c:v>
                </c:pt>
                <c:pt idx="9">
                  <c:v>Sep 06-Sep 12, 2025</c:v>
                </c:pt>
                <c:pt idx="10">
                  <c:v>Sep 13-Sep 19, 2025</c:v>
                </c:pt>
                <c:pt idx="11">
                  <c:v>Sep 20-Sep 26, 2025</c:v>
                </c:pt>
                <c:pt idx="12">
                  <c:v>Sep 27-Oct 03, 2025</c:v>
                </c:pt>
                <c:pt idx="13">
                  <c:v>Oct 04-Oct 10, 2025</c:v>
                </c:pt>
                <c:pt idx="14">
                  <c:v>Oct 11-Oct 17, 2025</c:v>
                </c:pt>
                <c:pt idx="15">
                  <c:v>Oct 18-Oct 24, 2025</c:v>
                </c:pt>
                <c:pt idx="16">
                  <c:v>Oct 25-Oct 31, 2025</c:v>
                </c:pt>
                <c:pt idx="17">
                  <c:v>Nov 01-Nov 07, 2025</c:v>
                </c:pt>
                <c:pt idx="18">
                  <c:v>Nov 08-Nov 14, 2025</c:v>
                </c:pt>
                <c:pt idx="19">
                  <c:v>Nov 15-Nov 21, 2025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-23.43</c:v>
                </c:pt>
                <c:pt idx="1">
                  <c:v>-23.43</c:v>
                </c:pt>
                <c:pt idx="2">
                  <c:v>-23.43</c:v>
                </c:pt>
                <c:pt idx="3">
                  <c:v>-23.43</c:v>
                </c:pt>
                <c:pt idx="4">
                  <c:v>-23.43</c:v>
                </c:pt>
                <c:pt idx="5">
                  <c:v>-23.43</c:v>
                </c:pt>
                <c:pt idx="6">
                  <c:v>-23.43</c:v>
                </c:pt>
                <c:pt idx="7">
                  <c:v>-23.43</c:v>
                </c:pt>
                <c:pt idx="8">
                  <c:v>-23.43</c:v>
                </c:pt>
                <c:pt idx="9">
                  <c:v>-23.43</c:v>
                </c:pt>
                <c:pt idx="10">
                  <c:v>-23.43</c:v>
                </c:pt>
                <c:pt idx="11">
                  <c:v>-23.43</c:v>
                </c:pt>
                <c:pt idx="12">
                  <c:v>-23.43</c:v>
                </c:pt>
                <c:pt idx="13">
                  <c:v>-23.43</c:v>
                </c:pt>
                <c:pt idx="14">
                  <c:v>-23.43</c:v>
                </c:pt>
                <c:pt idx="15">
                  <c:v>-23.43</c:v>
                </c:pt>
                <c:pt idx="16">
                  <c:v>-23.43</c:v>
                </c:pt>
                <c:pt idx="17">
                  <c:v>-23.43</c:v>
                </c:pt>
                <c:pt idx="18">
                  <c:v>-23.43</c:v>
                </c:pt>
                <c:pt idx="19">
                  <c:v>-23.43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47C-0D43-8328-AD37E0CC51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09252272"/>
        <c:axId val="749321087"/>
      </c:lineChart>
      <c:catAx>
        <c:axId val="909252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9321087"/>
        <c:crosses val="autoZero"/>
        <c:auto val="1"/>
        <c:lblAlgn val="ctr"/>
        <c:lblOffset val="100"/>
        <c:noMultiLvlLbl val="0"/>
      </c:catAx>
      <c:valAx>
        <c:axId val="749321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9252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200" b="0" dirty="0">
                <a:effectLst/>
              </a:rPr>
              <a:t>RX Weekly R4W Restatement</a:t>
            </a:r>
            <a:r>
              <a:rPr lang="en-IN" sz="1200" b="0" baseline="0" dirty="0">
                <a:effectLst/>
              </a:rPr>
              <a:t> Percentage</a:t>
            </a:r>
            <a:endParaRPr lang="en-IN" sz="1200" b="0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restatement_pct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2025-12-09 vs 2025-12-02</c:v>
                </c:pt>
                <c:pt idx="1">
                  <c:v>2025-12-02 vs 2025-11-25</c:v>
                </c:pt>
                <c:pt idx="2">
                  <c:v>2025-11-25 vs 2025-11-18</c:v>
                </c:pt>
                <c:pt idx="3">
                  <c:v>2025-11-18 vs 2025-11-11</c:v>
                </c:pt>
                <c:pt idx="4">
                  <c:v>2025-11-11 vs 2025-11-04</c:v>
                </c:pt>
                <c:pt idx="5">
                  <c:v>2025-11-04 vs 2025-10-28</c:v>
                </c:pt>
                <c:pt idx="6">
                  <c:v>2025-10-28 vs 2025-10-21</c:v>
                </c:pt>
                <c:pt idx="7">
                  <c:v>2025-10-21 vs 2025-10-14</c:v>
                </c:pt>
                <c:pt idx="8">
                  <c:v>2025-10-14 vs 2025-10-07</c:v>
                </c:pt>
                <c:pt idx="9">
                  <c:v>2025-10-07 vs 2025-09-30</c:v>
                </c:pt>
                <c:pt idx="10">
                  <c:v>2025-09-30 vs 2025-09-23</c:v>
                </c:pt>
                <c:pt idx="11">
                  <c:v>2025-09-23 vs 2025-09-16</c:v>
                </c:pt>
                <c:pt idx="12">
                  <c:v>2025-09-16 vs 2025-09-09</c:v>
                </c:pt>
                <c:pt idx="13">
                  <c:v>2025-09-09 vs 2025-09-04</c:v>
                </c:pt>
                <c:pt idx="14">
                  <c:v>2025-09-04 vs 2025-09-03</c:v>
                </c:pt>
                <c:pt idx="15">
                  <c:v>2025-09-03 vs 2025-09-01</c:v>
                </c:pt>
                <c:pt idx="16">
                  <c:v>2025-09-01 vs 2025-08-29</c:v>
                </c:pt>
                <c:pt idx="17">
                  <c:v>2025-08-29 vs 2025-08-19</c:v>
                </c:pt>
                <c:pt idx="18">
                  <c:v>2025-08-19 vs 2025-08-12</c:v>
                </c:pt>
                <c:pt idx="19">
                  <c:v>2025-08-12 vs 2025-08-05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5.66</c:v>
                </c:pt>
                <c:pt idx="1">
                  <c:v>5.51</c:v>
                </c:pt>
                <c:pt idx="2">
                  <c:v>5.62</c:v>
                </c:pt>
                <c:pt idx="3">
                  <c:v>5.38</c:v>
                </c:pt>
                <c:pt idx="4">
                  <c:v>5.49</c:v>
                </c:pt>
                <c:pt idx="5">
                  <c:v>5.51</c:v>
                </c:pt>
                <c:pt idx="6">
                  <c:v>5.41</c:v>
                </c:pt>
                <c:pt idx="7">
                  <c:v>5.61</c:v>
                </c:pt>
                <c:pt idx="8">
                  <c:v>5.59</c:v>
                </c:pt>
                <c:pt idx="9">
                  <c:v>5.7</c:v>
                </c:pt>
                <c:pt idx="10">
                  <c:v>5.63</c:v>
                </c:pt>
                <c:pt idx="11">
                  <c:v>5.21</c:v>
                </c:pt>
                <c:pt idx="12">
                  <c:v>5.49</c:v>
                </c:pt>
                <c:pt idx="13">
                  <c:v>5.48</c:v>
                </c:pt>
                <c:pt idx="14">
                  <c:v>0</c:v>
                </c:pt>
                <c:pt idx="15">
                  <c:v>5.61</c:v>
                </c:pt>
                <c:pt idx="16">
                  <c:v>0</c:v>
                </c:pt>
                <c:pt idx="17">
                  <c:v>0</c:v>
                </c:pt>
                <c:pt idx="18">
                  <c:v>5.0999999999999996</c:v>
                </c:pt>
                <c:pt idx="1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77-C747-8D59-66BEF33CE4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32445839"/>
        <c:axId val="994094607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upper_threshold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2025-12-09 vs 2025-12-02</c:v>
                </c:pt>
                <c:pt idx="1">
                  <c:v>2025-12-02 vs 2025-11-25</c:v>
                </c:pt>
                <c:pt idx="2">
                  <c:v>2025-11-25 vs 2025-11-18</c:v>
                </c:pt>
                <c:pt idx="3">
                  <c:v>2025-11-18 vs 2025-11-11</c:v>
                </c:pt>
                <c:pt idx="4">
                  <c:v>2025-11-11 vs 2025-11-04</c:v>
                </c:pt>
                <c:pt idx="5">
                  <c:v>2025-11-04 vs 2025-10-28</c:v>
                </c:pt>
                <c:pt idx="6">
                  <c:v>2025-10-28 vs 2025-10-21</c:v>
                </c:pt>
                <c:pt idx="7">
                  <c:v>2025-10-21 vs 2025-10-14</c:v>
                </c:pt>
                <c:pt idx="8">
                  <c:v>2025-10-14 vs 2025-10-07</c:v>
                </c:pt>
                <c:pt idx="9">
                  <c:v>2025-10-07 vs 2025-09-30</c:v>
                </c:pt>
                <c:pt idx="10">
                  <c:v>2025-09-30 vs 2025-09-23</c:v>
                </c:pt>
                <c:pt idx="11">
                  <c:v>2025-09-23 vs 2025-09-16</c:v>
                </c:pt>
                <c:pt idx="12">
                  <c:v>2025-09-16 vs 2025-09-09</c:v>
                </c:pt>
                <c:pt idx="13">
                  <c:v>2025-09-09 vs 2025-09-04</c:v>
                </c:pt>
                <c:pt idx="14">
                  <c:v>2025-09-04 vs 2025-09-03</c:v>
                </c:pt>
                <c:pt idx="15">
                  <c:v>2025-09-03 vs 2025-09-01</c:v>
                </c:pt>
                <c:pt idx="16">
                  <c:v>2025-09-01 vs 2025-08-29</c:v>
                </c:pt>
                <c:pt idx="17">
                  <c:v>2025-08-29 vs 2025-08-19</c:v>
                </c:pt>
                <c:pt idx="18">
                  <c:v>2025-08-19 vs 2025-08-12</c:v>
                </c:pt>
                <c:pt idx="19">
                  <c:v>2025-08-12 vs 2025-08-05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8.67</c:v>
                </c:pt>
                <c:pt idx="1">
                  <c:v>8.67</c:v>
                </c:pt>
                <c:pt idx="2">
                  <c:v>8.67</c:v>
                </c:pt>
                <c:pt idx="3">
                  <c:v>8.67</c:v>
                </c:pt>
                <c:pt idx="4">
                  <c:v>8.67</c:v>
                </c:pt>
                <c:pt idx="5">
                  <c:v>8.67</c:v>
                </c:pt>
                <c:pt idx="6">
                  <c:v>8.67</c:v>
                </c:pt>
                <c:pt idx="7">
                  <c:v>8.67</c:v>
                </c:pt>
                <c:pt idx="8">
                  <c:v>8.67</c:v>
                </c:pt>
                <c:pt idx="9">
                  <c:v>8.67</c:v>
                </c:pt>
                <c:pt idx="10">
                  <c:v>8.67</c:v>
                </c:pt>
                <c:pt idx="11">
                  <c:v>8.67</c:v>
                </c:pt>
                <c:pt idx="12">
                  <c:v>8.67</c:v>
                </c:pt>
                <c:pt idx="13">
                  <c:v>8.67</c:v>
                </c:pt>
                <c:pt idx="14">
                  <c:v>8.67</c:v>
                </c:pt>
                <c:pt idx="15">
                  <c:v>8.67</c:v>
                </c:pt>
                <c:pt idx="16">
                  <c:v>8.67</c:v>
                </c:pt>
                <c:pt idx="17">
                  <c:v>8.67</c:v>
                </c:pt>
                <c:pt idx="18">
                  <c:v>8.67</c:v>
                </c:pt>
                <c:pt idx="19">
                  <c:v>8.67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577-C747-8D59-66BEF33CE45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2025-12-09 vs 2025-12-02</c:v>
                </c:pt>
                <c:pt idx="1">
                  <c:v>2025-12-02 vs 2025-11-25</c:v>
                </c:pt>
                <c:pt idx="2">
                  <c:v>2025-11-25 vs 2025-11-18</c:v>
                </c:pt>
                <c:pt idx="3">
                  <c:v>2025-11-18 vs 2025-11-11</c:v>
                </c:pt>
                <c:pt idx="4">
                  <c:v>2025-11-11 vs 2025-11-04</c:v>
                </c:pt>
                <c:pt idx="5">
                  <c:v>2025-11-04 vs 2025-10-28</c:v>
                </c:pt>
                <c:pt idx="6">
                  <c:v>2025-10-28 vs 2025-10-21</c:v>
                </c:pt>
                <c:pt idx="7">
                  <c:v>2025-10-21 vs 2025-10-14</c:v>
                </c:pt>
                <c:pt idx="8">
                  <c:v>2025-10-14 vs 2025-10-07</c:v>
                </c:pt>
                <c:pt idx="9">
                  <c:v>2025-10-07 vs 2025-09-30</c:v>
                </c:pt>
                <c:pt idx="10">
                  <c:v>2025-09-30 vs 2025-09-23</c:v>
                </c:pt>
                <c:pt idx="11">
                  <c:v>2025-09-23 vs 2025-09-16</c:v>
                </c:pt>
                <c:pt idx="12">
                  <c:v>2025-09-16 vs 2025-09-09</c:v>
                </c:pt>
                <c:pt idx="13">
                  <c:v>2025-09-09 vs 2025-09-04</c:v>
                </c:pt>
                <c:pt idx="14">
                  <c:v>2025-09-04 vs 2025-09-03</c:v>
                </c:pt>
                <c:pt idx="15">
                  <c:v>2025-09-03 vs 2025-09-01</c:v>
                </c:pt>
                <c:pt idx="16">
                  <c:v>2025-09-01 vs 2025-08-29</c:v>
                </c:pt>
                <c:pt idx="17">
                  <c:v>2025-08-29 vs 2025-08-19</c:v>
                </c:pt>
                <c:pt idx="18">
                  <c:v>2025-08-19 vs 2025-08-12</c:v>
                </c:pt>
                <c:pt idx="19">
                  <c:v>2025-08-12 vs 2025-08-05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0.62</c:v>
                </c:pt>
                <c:pt idx="1">
                  <c:v>0.62</c:v>
                </c:pt>
                <c:pt idx="2">
                  <c:v>0.62</c:v>
                </c:pt>
                <c:pt idx="3">
                  <c:v>0.62</c:v>
                </c:pt>
                <c:pt idx="4">
                  <c:v>0.62</c:v>
                </c:pt>
                <c:pt idx="5">
                  <c:v>0.62</c:v>
                </c:pt>
                <c:pt idx="6">
                  <c:v>0.62</c:v>
                </c:pt>
                <c:pt idx="7">
                  <c:v>0.62</c:v>
                </c:pt>
                <c:pt idx="8">
                  <c:v>0.62</c:v>
                </c:pt>
                <c:pt idx="9">
                  <c:v>0.62</c:v>
                </c:pt>
                <c:pt idx="10">
                  <c:v>0.62</c:v>
                </c:pt>
                <c:pt idx="11">
                  <c:v>0.62</c:v>
                </c:pt>
                <c:pt idx="12">
                  <c:v>0.62</c:v>
                </c:pt>
                <c:pt idx="13">
                  <c:v>0.62</c:v>
                </c:pt>
                <c:pt idx="14">
                  <c:v>0.62</c:v>
                </c:pt>
                <c:pt idx="15">
                  <c:v>0.62</c:v>
                </c:pt>
                <c:pt idx="16">
                  <c:v>0.62</c:v>
                </c:pt>
                <c:pt idx="17">
                  <c:v>0.62</c:v>
                </c:pt>
                <c:pt idx="18">
                  <c:v>0.62</c:v>
                </c:pt>
                <c:pt idx="19">
                  <c:v>0.62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577-C747-8D59-66BEF33CE4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32445839"/>
        <c:axId val="994094607"/>
      </c:lineChart>
      <c:catAx>
        <c:axId val="1032445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4094607"/>
        <c:crosses val="autoZero"/>
        <c:auto val="1"/>
        <c:lblAlgn val="ctr"/>
        <c:lblOffset val="100"/>
        <c:noMultiLvlLbl val="0"/>
      </c:catAx>
      <c:valAx>
        <c:axId val="9940946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24458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200" b="0" i="0" u="none" strike="noStrike" kern="1200" spc="0" baseline="0" dirty="0">
                <a:solidFill>
                  <a:srgbClr val="54565B">
                    <a:lumMod val="65000"/>
                    <a:lumOff val="35000"/>
                  </a:srgbClr>
                </a:solidFill>
                <a:effectLst/>
              </a:rPr>
              <a:t>MX Weekly R4W Restatement Percentage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restatement_pct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2025-12-10 vs 2025-12-02</c:v>
                </c:pt>
                <c:pt idx="1">
                  <c:v>2025-12-02 vs 2025-11-25</c:v>
                </c:pt>
                <c:pt idx="2">
                  <c:v>2025-11-25 vs 2025-11-18</c:v>
                </c:pt>
                <c:pt idx="3">
                  <c:v>2025-11-18 vs 2025-11-12</c:v>
                </c:pt>
                <c:pt idx="4">
                  <c:v>2025-11-12 vs 2025-11-05</c:v>
                </c:pt>
                <c:pt idx="5">
                  <c:v>2025-11-05 vs 2025-10-28</c:v>
                </c:pt>
                <c:pt idx="6">
                  <c:v>2025-10-28 vs 2025-10-21</c:v>
                </c:pt>
                <c:pt idx="7">
                  <c:v>2025-10-21 vs 2025-10-15</c:v>
                </c:pt>
                <c:pt idx="8">
                  <c:v>2025-10-15 vs 2025-10-08</c:v>
                </c:pt>
                <c:pt idx="9">
                  <c:v>2025-10-08 vs 2025-09-30</c:v>
                </c:pt>
                <c:pt idx="10">
                  <c:v>2025-09-30 vs 2025-09-24</c:v>
                </c:pt>
                <c:pt idx="11">
                  <c:v>2025-09-24 vs 2025-09-16</c:v>
                </c:pt>
                <c:pt idx="12">
                  <c:v>2025-09-16 vs 2025-09-09</c:v>
                </c:pt>
                <c:pt idx="13">
                  <c:v>2025-09-09 vs 2025-09-05</c:v>
                </c:pt>
                <c:pt idx="14">
                  <c:v>2025-09-05 vs 2025-09-03</c:v>
                </c:pt>
                <c:pt idx="15">
                  <c:v>2025-09-03 vs 2025-09-02</c:v>
                </c:pt>
                <c:pt idx="16">
                  <c:v>2025-09-02 vs 2025-08-19</c:v>
                </c:pt>
                <c:pt idx="17">
                  <c:v>2025-08-19 vs 2025-08-12</c:v>
                </c:pt>
                <c:pt idx="18">
                  <c:v>2025-08-12 vs 2025-08-05</c:v>
                </c:pt>
                <c:pt idx="19">
                  <c:v>2025-08-05 vs 2025-07-29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15.83</c:v>
                </c:pt>
                <c:pt idx="1">
                  <c:v>19.46</c:v>
                </c:pt>
                <c:pt idx="2">
                  <c:v>19.22</c:v>
                </c:pt>
                <c:pt idx="3">
                  <c:v>21.22</c:v>
                </c:pt>
                <c:pt idx="4">
                  <c:v>16.579999999999998</c:v>
                </c:pt>
                <c:pt idx="5">
                  <c:v>17.62</c:v>
                </c:pt>
                <c:pt idx="6">
                  <c:v>17.510000000000002</c:v>
                </c:pt>
                <c:pt idx="7">
                  <c:v>22.82</c:v>
                </c:pt>
                <c:pt idx="8">
                  <c:v>18.809999999999999</c:v>
                </c:pt>
                <c:pt idx="9">
                  <c:v>19.05</c:v>
                </c:pt>
                <c:pt idx="10">
                  <c:v>22.61</c:v>
                </c:pt>
                <c:pt idx="11">
                  <c:v>21.89</c:v>
                </c:pt>
                <c:pt idx="12">
                  <c:v>16.829999999999998</c:v>
                </c:pt>
                <c:pt idx="13">
                  <c:v>23.49</c:v>
                </c:pt>
                <c:pt idx="14">
                  <c:v>0</c:v>
                </c:pt>
                <c:pt idx="15">
                  <c:v>40.26</c:v>
                </c:pt>
                <c:pt idx="16">
                  <c:v>-2.83</c:v>
                </c:pt>
                <c:pt idx="17">
                  <c:v>29.36</c:v>
                </c:pt>
                <c:pt idx="18">
                  <c:v>17.28</c:v>
                </c:pt>
                <c:pt idx="19">
                  <c:v>17.54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12-284C-AAA6-0A85BC5B1B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76754303"/>
        <c:axId val="127666878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upper_threshold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2025-12-10 vs 2025-12-02</c:v>
                </c:pt>
                <c:pt idx="1">
                  <c:v>2025-12-02 vs 2025-11-25</c:v>
                </c:pt>
                <c:pt idx="2">
                  <c:v>2025-11-25 vs 2025-11-18</c:v>
                </c:pt>
                <c:pt idx="3">
                  <c:v>2025-11-18 vs 2025-11-12</c:v>
                </c:pt>
                <c:pt idx="4">
                  <c:v>2025-11-12 vs 2025-11-05</c:v>
                </c:pt>
                <c:pt idx="5">
                  <c:v>2025-11-05 vs 2025-10-28</c:v>
                </c:pt>
                <c:pt idx="6">
                  <c:v>2025-10-28 vs 2025-10-21</c:v>
                </c:pt>
                <c:pt idx="7">
                  <c:v>2025-10-21 vs 2025-10-15</c:v>
                </c:pt>
                <c:pt idx="8">
                  <c:v>2025-10-15 vs 2025-10-08</c:v>
                </c:pt>
                <c:pt idx="9">
                  <c:v>2025-10-08 vs 2025-09-30</c:v>
                </c:pt>
                <c:pt idx="10">
                  <c:v>2025-09-30 vs 2025-09-24</c:v>
                </c:pt>
                <c:pt idx="11">
                  <c:v>2025-09-24 vs 2025-09-16</c:v>
                </c:pt>
                <c:pt idx="12">
                  <c:v>2025-09-16 vs 2025-09-09</c:v>
                </c:pt>
                <c:pt idx="13">
                  <c:v>2025-09-09 vs 2025-09-05</c:v>
                </c:pt>
                <c:pt idx="14">
                  <c:v>2025-09-05 vs 2025-09-03</c:v>
                </c:pt>
                <c:pt idx="15">
                  <c:v>2025-09-03 vs 2025-09-02</c:v>
                </c:pt>
                <c:pt idx="16">
                  <c:v>2025-09-02 vs 2025-08-19</c:v>
                </c:pt>
                <c:pt idx="17">
                  <c:v>2025-08-19 vs 2025-08-12</c:v>
                </c:pt>
                <c:pt idx="18">
                  <c:v>2025-08-12 vs 2025-08-05</c:v>
                </c:pt>
                <c:pt idx="19">
                  <c:v>2025-08-05 vs 2025-07-29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36.42</c:v>
                </c:pt>
                <c:pt idx="1">
                  <c:v>36.42</c:v>
                </c:pt>
                <c:pt idx="2">
                  <c:v>36.42</c:v>
                </c:pt>
                <c:pt idx="3">
                  <c:v>36.42</c:v>
                </c:pt>
                <c:pt idx="4">
                  <c:v>36.42</c:v>
                </c:pt>
                <c:pt idx="5">
                  <c:v>36.42</c:v>
                </c:pt>
                <c:pt idx="6">
                  <c:v>36.42</c:v>
                </c:pt>
                <c:pt idx="7">
                  <c:v>36.42</c:v>
                </c:pt>
                <c:pt idx="8">
                  <c:v>36.42</c:v>
                </c:pt>
                <c:pt idx="9">
                  <c:v>36.42</c:v>
                </c:pt>
                <c:pt idx="10">
                  <c:v>36.42</c:v>
                </c:pt>
                <c:pt idx="11">
                  <c:v>36.42</c:v>
                </c:pt>
                <c:pt idx="12">
                  <c:v>36.42</c:v>
                </c:pt>
                <c:pt idx="13">
                  <c:v>36.42</c:v>
                </c:pt>
                <c:pt idx="14">
                  <c:v>36.42</c:v>
                </c:pt>
                <c:pt idx="15">
                  <c:v>36.42</c:v>
                </c:pt>
                <c:pt idx="16">
                  <c:v>36.42</c:v>
                </c:pt>
                <c:pt idx="17">
                  <c:v>36.42</c:v>
                </c:pt>
                <c:pt idx="18">
                  <c:v>36.42</c:v>
                </c:pt>
                <c:pt idx="19">
                  <c:v>36.42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D12-284C-AAA6-0A85BC5B1BF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2025-12-10 vs 2025-12-02</c:v>
                </c:pt>
                <c:pt idx="1">
                  <c:v>2025-12-02 vs 2025-11-25</c:v>
                </c:pt>
                <c:pt idx="2">
                  <c:v>2025-11-25 vs 2025-11-18</c:v>
                </c:pt>
                <c:pt idx="3">
                  <c:v>2025-11-18 vs 2025-11-12</c:v>
                </c:pt>
                <c:pt idx="4">
                  <c:v>2025-11-12 vs 2025-11-05</c:v>
                </c:pt>
                <c:pt idx="5">
                  <c:v>2025-11-05 vs 2025-10-28</c:v>
                </c:pt>
                <c:pt idx="6">
                  <c:v>2025-10-28 vs 2025-10-21</c:v>
                </c:pt>
                <c:pt idx="7">
                  <c:v>2025-10-21 vs 2025-10-15</c:v>
                </c:pt>
                <c:pt idx="8">
                  <c:v>2025-10-15 vs 2025-10-08</c:v>
                </c:pt>
                <c:pt idx="9">
                  <c:v>2025-10-08 vs 2025-09-30</c:v>
                </c:pt>
                <c:pt idx="10">
                  <c:v>2025-09-30 vs 2025-09-24</c:v>
                </c:pt>
                <c:pt idx="11">
                  <c:v>2025-09-24 vs 2025-09-16</c:v>
                </c:pt>
                <c:pt idx="12">
                  <c:v>2025-09-16 vs 2025-09-09</c:v>
                </c:pt>
                <c:pt idx="13">
                  <c:v>2025-09-09 vs 2025-09-05</c:v>
                </c:pt>
                <c:pt idx="14">
                  <c:v>2025-09-05 vs 2025-09-03</c:v>
                </c:pt>
                <c:pt idx="15">
                  <c:v>2025-09-03 vs 2025-09-02</c:v>
                </c:pt>
                <c:pt idx="16">
                  <c:v>2025-09-02 vs 2025-08-19</c:v>
                </c:pt>
                <c:pt idx="17">
                  <c:v>2025-08-19 vs 2025-08-12</c:v>
                </c:pt>
                <c:pt idx="18">
                  <c:v>2025-08-12 vs 2025-08-05</c:v>
                </c:pt>
                <c:pt idx="19">
                  <c:v>2025-08-05 vs 2025-07-29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1.04</c:v>
                </c:pt>
                <c:pt idx="1">
                  <c:v>1.04</c:v>
                </c:pt>
                <c:pt idx="2">
                  <c:v>1.04</c:v>
                </c:pt>
                <c:pt idx="3">
                  <c:v>1.04</c:v>
                </c:pt>
                <c:pt idx="4">
                  <c:v>1.04</c:v>
                </c:pt>
                <c:pt idx="5">
                  <c:v>1.04</c:v>
                </c:pt>
                <c:pt idx="6">
                  <c:v>1.04</c:v>
                </c:pt>
                <c:pt idx="7">
                  <c:v>1.04</c:v>
                </c:pt>
                <c:pt idx="8">
                  <c:v>1.04</c:v>
                </c:pt>
                <c:pt idx="9">
                  <c:v>1.04</c:v>
                </c:pt>
                <c:pt idx="10">
                  <c:v>1.04</c:v>
                </c:pt>
                <c:pt idx="11">
                  <c:v>1.04</c:v>
                </c:pt>
                <c:pt idx="12">
                  <c:v>1.04</c:v>
                </c:pt>
                <c:pt idx="13">
                  <c:v>1.04</c:v>
                </c:pt>
                <c:pt idx="14">
                  <c:v>1.04</c:v>
                </c:pt>
                <c:pt idx="15">
                  <c:v>1.04</c:v>
                </c:pt>
                <c:pt idx="16">
                  <c:v>1.04</c:v>
                </c:pt>
                <c:pt idx="17">
                  <c:v>1.04</c:v>
                </c:pt>
                <c:pt idx="18">
                  <c:v>1.04</c:v>
                </c:pt>
                <c:pt idx="19">
                  <c:v>1.04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D12-284C-AAA6-0A85BC5B1B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6754303"/>
        <c:axId val="1276668783"/>
      </c:lineChart>
      <c:catAx>
        <c:axId val="12767543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6668783"/>
        <c:crosses val="autoZero"/>
        <c:auto val="1"/>
        <c:lblAlgn val="ctr"/>
        <c:lblOffset val="100"/>
        <c:noMultiLvlLbl val="0"/>
      </c:catAx>
      <c:valAx>
        <c:axId val="1276668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67543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2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Mx Monthly Claims Restatement Percentage Change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restatement_pct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Apr-2025 vs Mar-2025</c:v>
                </c:pt>
                <c:pt idx="1">
                  <c:v>May-2025 vs Apr-2025</c:v>
                </c:pt>
                <c:pt idx="2">
                  <c:v>Jun-2025 vs May-2025</c:v>
                </c:pt>
                <c:pt idx="3">
                  <c:v>Jul-2025 vs Jun-2025</c:v>
                </c:pt>
                <c:pt idx="4">
                  <c:v>Aug-2025 vs Jul-2025</c:v>
                </c:pt>
                <c:pt idx="5">
                  <c:v>Sep-2025 vs Aug-2025</c:v>
                </c:pt>
                <c:pt idx="6">
                  <c:v>Oct-2025 vs Sep-2025</c:v>
                </c:pt>
                <c:pt idx="7">
                  <c:v>Nov-2025 vs Oct-2025</c:v>
                </c:pt>
                <c:pt idx="8">
                  <c:v>Dec-2025 vs Nov-2025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9.0500000000000007</c:v>
                </c:pt>
                <c:pt idx="1">
                  <c:v>2.62</c:v>
                </c:pt>
                <c:pt idx="2">
                  <c:v>1.31</c:v>
                </c:pt>
                <c:pt idx="3">
                  <c:v>1.63</c:v>
                </c:pt>
                <c:pt idx="4">
                  <c:v>2.04</c:v>
                </c:pt>
                <c:pt idx="5">
                  <c:v>9.02</c:v>
                </c:pt>
                <c:pt idx="6">
                  <c:v>3.6</c:v>
                </c:pt>
                <c:pt idx="7">
                  <c:v>1.48</c:v>
                </c:pt>
                <c:pt idx="8">
                  <c:v>1.58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E4-5D4D-A7E1-AE2A6C8A91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09849567"/>
        <c:axId val="75211478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upper_threshold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Apr-2025 vs Mar-2025</c:v>
                </c:pt>
                <c:pt idx="1">
                  <c:v>May-2025 vs Apr-2025</c:v>
                </c:pt>
                <c:pt idx="2">
                  <c:v>Jun-2025 vs May-2025</c:v>
                </c:pt>
                <c:pt idx="3">
                  <c:v>Jul-2025 vs Jun-2025</c:v>
                </c:pt>
                <c:pt idx="4">
                  <c:v>Aug-2025 vs Jul-2025</c:v>
                </c:pt>
                <c:pt idx="5">
                  <c:v>Sep-2025 vs Aug-2025</c:v>
                </c:pt>
                <c:pt idx="6">
                  <c:v>Oct-2025 vs Sep-2025</c:v>
                </c:pt>
                <c:pt idx="7">
                  <c:v>Nov-2025 vs Oct-2025</c:v>
                </c:pt>
                <c:pt idx="8">
                  <c:v>Dec-2025 vs Nov-2025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9.92</c:v>
                </c:pt>
                <c:pt idx="1">
                  <c:v>9.92</c:v>
                </c:pt>
                <c:pt idx="2">
                  <c:v>9.92</c:v>
                </c:pt>
                <c:pt idx="3">
                  <c:v>9.92</c:v>
                </c:pt>
                <c:pt idx="4">
                  <c:v>9.92</c:v>
                </c:pt>
                <c:pt idx="5">
                  <c:v>9.92</c:v>
                </c:pt>
                <c:pt idx="6">
                  <c:v>9.92</c:v>
                </c:pt>
                <c:pt idx="7">
                  <c:v>9.92</c:v>
                </c:pt>
                <c:pt idx="8">
                  <c:v>9.92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2E4-5D4D-A7E1-AE2A6C8A910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Apr-2025 vs Mar-2025</c:v>
                </c:pt>
                <c:pt idx="1">
                  <c:v>May-2025 vs Apr-2025</c:v>
                </c:pt>
                <c:pt idx="2">
                  <c:v>Jun-2025 vs May-2025</c:v>
                </c:pt>
                <c:pt idx="3">
                  <c:v>Jul-2025 vs Jun-2025</c:v>
                </c:pt>
                <c:pt idx="4">
                  <c:v>Aug-2025 vs Jul-2025</c:v>
                </c:pt>
                <c:pt idx="5">
                  <c:v>Sep-2025 vs Aug-2025</c:v>
                </c:pt>
                <c:pt idx="6">
                  <c:v>Oct-2025 vs Sep-2025</c:v>
                </c:pt>
                <c:pt idx="7">
                  <c:v>Nov-2025 vs Oct-2025</c:v>
                </c:pt>
                <c:pt idx="8">
                  <c:v>Dec-2025 vs Nov-2025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-2.74</c:v>
                </c:pt>
                <c:pt idx="1">
                  <c:v>-2.74</c:v>
                </c:pt>
                <c:pt idx="2">
                  <c:v>-2.74</c:v>
                </c:pt>
                <c:pt idx="3">
                  <c:v>-2.74</c:v>
                </c:pt>
                <c:pt idx="4">
                  <c:v>-2.74</c:v>
                </c:pt>
                <c:pt idx="5">
                  <c:v>-2.74</c:v>
                </c:pt>
                <c:pt idx="6">
                  <c:v>-2.74</c:v>
                </c:pt>
                <c:pt idx="7">
                  <c:v>-2.74</c:v>
                </c:pt>
                <c:pt idx="8">
                  <c:v>-2.74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2E4-5D4D-A7E1-AE2A6C8A91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09849567"/>
        <c:axId val="752114783"/>
      </c:lineChart>
      <c:catAx>
        <c:axId val="1009849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2114783"/>
        <c:crosses val="autoZero"/>
        <c:auto val="1"/>
        <c:lblAlgn val="ctr"/>
        <c:lblOffset val="100"/>
        <c:noMultiLvlLbl val="0"/>
      </c:catAx>
      <c:valAx>
        <c:axId val="752114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98495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2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Rx Monthly Claims Restatement Percentage Change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restatement_pct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Apr-2025 vs Mar-2025</c:v>
                </c:pt>
                <c:pt idx="1">
                  <c:v>May-2025 vs Apr-2025</c:v>
                </c:pt>
                <c:pt idx="2">
                  <c:v>Jun-2025 vs May-2025</c:v>
                </c:pt>
                <c:pt idx="3">
                  <c:v>Jul-2025 vs Jun-2025</c:v>
                </c:pt>
                <c:pt idx="4">
                  <c:v>Aug-2025 vs Jul-2025</c:v>
                </c:pt>
                <c:pt idx="5">
                  <c:v>Sep-2025 vs Aug-2025</c:v>
                </c:pt>
                <c:pt idx="6">
                  <c:v>Oct-2025 vs Sep-2025</c:v>
                </c:pt>
                <c:pt idx="7">
                  <c:v>Nov-2025 vs Oct-2025</c:v>
                </c:pt>
                <c:pt idx="8">
                  <c:v>Dec-2025 vs Nov-2025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0.01</c:v>
                </c:pt>
                <c:pt idx="2">
                  <c:v>-0.1</c:v>
                </c:pt>
                <c:pt idx="3">
                  <c:v>0</c:v>
                </c:pt>
                <c:pt idx="4">
                  <c:v>0</c:v>
                </c:pt>
                <c:pt idx="5">
                  <c:v>-0.73</c:v>
                </c:pt>
                <c:pt idx="6">
                  <c:v>0</c:v>
                </c:pt>
                <c:pt idx="7">
                  <c:v>-0.02</c:v>
                </c:pt>
                <c:pt idx="8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F0-0540-AD12-A5DC6711F9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13952367"/>
        <c:axId val="1205099871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upper_threshold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Apr-2025 vs Mar-2025</c:v>
                </c:pt>
                <c:pt idx="1">
                  <c:v>May-2025 vs Apr-2025</c:v>
                </c:pt>
                <c:pt idx="2">
                  <c:v>Jun-2025 vs May-2025</c:v>
                </c:pt>
                <c:pt idx="3">
                  <c:v>Jul-2025 vs Jun-2025</c:v>
                </c:pt>
                <c:pt idx="4">
                  <c:v>Aug-2025 vs Jul-2025</c:v>
                </c:pt>
                <c:pt idx="5">
                  <c:v>Sep-2025 vs Aug-2025</c:v>
                </c:pt>
                <c:pt idx="6">
                  <c:v>Oct-2025 vs Sep-2025</c:v>
                </c:pt>
                <c:pt idx="7">
                  <c:v>Nov-2025 vs Oct-2025</c:v>
                </c:pt>
                <c:pt idx="8">
                  <c:v>Dec-2025 vs Nov-2025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1.61</c:v>
                </c:pt>
                <c:pt idx="1">
                  <c:v>1.61</c:v>
                </c:pt>
                <c:pt idx="2">
                  <c:v>1.61</c:v>
                </c:pt>
                <c:pt idx="3">
                  <c:v>1.61</c:v>
                </c:pt>
                <c:pt idx="4">
                  <c:v>1.61</c:v>
                </c:pt>
                <c:pt idx="5">
                  <c:v>1.61</c:v>
                </c:pt>
                <c:pt idx="6">
                  <c:v>1.61</c:v>
                </c:pt>
                <c:pt idx="7">
                  <c:v>1.61</c:v>
                </c:pt>
                <c:pt idx="8">
                  <c:v>1.61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4F0-0540-AD12-A5DC6711F9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Apr-2025 vs Mar-2025</c:v>
                </c:pt>
                <c:pt idx="1">
                  <c:v>May-2025 vs Apr-2025</c:v>
                </c:pt>
                <c:pt idx="2">
                  <c:v>Jun-2025 vs May-2025</c:v>
                </c:pt>
                <c:pt idx="3">
                  <c:v>Jul-2025 vs Jun-2025</c:v>
                </c:pt>
                <c:pt idx="4">
                  <c:v>Aug-2025 vs Jul-2025</c:v>
                </c:pt>
                <c:pt idx="5">
                  <c:v>Sep-2025 vs Aug-2025</c:v>
                </c:pt>
                <c:pt idx="6">
                  <c:v>Oct-2025 vs Sep-2025</c:v>
                </c:pt>
                <c:pt idx="7">
                  <c:v>Nov-2025 vs Oct-2025</c:v>
                </c:pt>
                <c:pt idx="8">
                  <c:v>Dec-2025 vs Nov-2025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-1.35</c:v>
                </c:pt>
                <c:pt idx="1">
                  <c:v>-1.35</c:v>
                </c:pt>
                <c:pt idx="2">
                  <c:v>-1.35</c:v>
                </c:pt>
                <c:pt idx="3">
                  <c:v>-1.35</c:v>
                </c:pt>
                <c:pt idx="4">
                  <c:v>-1.35</c:v>
                </c:pt>
                <c:pt idx="5">
                  <c:v>-1.35</c:v>
                </c:pt>
                <c:pt idx="6">
                  <c:v>-1.35</c:v>
                </c:pt>
                <c:pt idx="7">
                  <c:v>-1.35</c:v>
                </c:pt>
                <c:pt idx="8">
                  <c:v>-1.35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4F0-0540-AD12-A5DC6711F9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13952367"/>
        <c:axId val="1205099871"/>
      </c:lineChart>
      <c:catAx>
        <c:axId val="14139523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5099871"/>
        <c:crosses val="autoZero"/>
        <c:auto val="1"/>
        <c:lblAlgn val="ctr"/>
        <c:lblOffset val="100"/>
        <c:noMultiLvlLbl val="0"/>
      </c:catAx>
      <c:valAx>
        <c:axId val="12050998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39523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A5618-DC14-87E1-42E3-DAEF937AE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0DA736-C5ED-BDA0-1FEE-54EF74D81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0CFB1-9E1A-1BD8-7CD6-8FEA32538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BE43C-4A05-5E86-6A1D-B0D9F749B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2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11113-38DE-0118-C564-C860BE4CB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F5F20-E1EB-9C6C-210D-894F123A35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24187-97BD-9AED-60DD-8A62D7FDE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A7C74-22BB-DAC6-AB5B-052BB7E52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19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88000-E7DD-4993-37D1-576CF6A16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84C041-52A0-FFCF-2CFF-A2FF3D33D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BDBCE-C33B-BEF5-CAA0-6E40E5A8E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0EC25-8012-F068-2F2D-4F04A57FFC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49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4EA79-8B97-23E5-FFCF-B81E58E5E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89299-32CB-E47F-2B10-A6BF06EE0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9541F5-6D27-A21B-1769-5EA528A71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5E078-D773-D47C-8769-5B2AA6DB8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46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88000-E7DD-4993-37D1-576CF6A16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84C041-52A0-FFCF-2CFF-A2FF3D33D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BDBCE-C33B-BEF5-CAA0-6E40E5A8E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0EC25-8012-F068-2F2D-4F04A57FFC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49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 txBox="1">
            <a:spLocks noGrp="1"/>
          </p:cNvSpPr>
          <p:nvPr>
            <p:ph type="title"/>
          </p:nvPr>
        </p:nvSpPr>
        <p:spPr>
          <a:xfrm>
            <a:off x="548640" y="429768"/>
            <a:ext cx="1109167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1"/>
          <p:cNvSpPr txBox="1">
            <a:spLocks noGrp="1"/>
          </p:cNvSpPr>
          <p:nvPr>
            <p:ph type="body" idx="1"/>
          </p:nvPr>
        </p:nvSpPr>
        <p:spPr>
          <a:xfrm>
            <a:off x="548640" y="1856232"/>
            <a:ext cx="11091672" cy="445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–"/>
              <a:defRPr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⎼"/>
              <a:defRPr>
                <a:solidFill>
                  <a:schemeClr val="accent1"/>
                </a:solidFill>
              </a:defRPr>
            </a:lvl4pPr>
            <a:lvl5pPr marL="2286000" lvl="4" indent="-304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⎼"/>
              <a:defRPr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solidFill>
          <a:srgbClr val="C50F3C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4"/>
          <p:cNvSpPr txBox="1">
            <a:spLocks noGrp="1"/>
          </p:cNvSpPr>
          <p:nvPr>
            <p:ph type="ctrTitle"/>
          </p:nvPr>
        </p:nvSpPr>
        <p:spPr>
          <a:xfrm>
            <a:off x="609600" y="1658249"/>
            <a:ext cx="10058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Trebuchet MS"/>
              <a:buNone/>
              <a:defRPr sz="50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54"/>
          <p:cNvSpPr txBox="1">
            <a:spLocks noGrp="1"/>
          </p:cNvSpPr>
          <p:nvPr>
            <p:ph type="subTitle" idx="1"/>
          </p:nvPr>
        </p:nvSpPr>
        <p:spPr>
          <a:xfrm>
            <a:off x="609600" y="4077886"/>
            <a:ext cx="100584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500"/>
              <a:buNone/>
              <a:defRPr sz="1500" b="0" i="0">
                <a:solidFill>
                  <a:srgbClr val="F3F3F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61" name="Google Shape;161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279" y="637899"/>
            <a:ext cx="1793826" cy="496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Red BG">
  <p:cSld name="Key Point - Red BG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5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5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Trebuchet MS"/>
              <a:buNone/>
              <a:defRPr sz="45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6" name="Google Shape;166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5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Blue BG">
  <p:cSld name="Key Point - Blue BG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6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203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6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Trebuchet MS"/>
              <a:buNone/>
              <a:defRPr sz="45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1" name="Google Shape;171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56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Red Text">
  <p:cSld name="Key Point - Red Text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7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7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0F3C"/>
              </a:buClr>
              <a:buSzPts val="4500"/>
              <a:buFont typeface="Trebuchet MS"/>
              <a:buNone/>
              <a:defRPr sz="4500" b="1" i="0">
                <a:solidFill>
                  <a:srgbClr val="C50F3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6" name="Google Shape;176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7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Blue Text">
  <p:cSld name="Key Point - Blue Tex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8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8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Trebuchet MS"/>
              <a:buNone/>
              <a:defRPr sz="4500"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1" name="Google Shape;181;p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58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Picture">
  <p:cSld name="Key Point - Picture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9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59"/>
          <p:cNvSpPr txBox="1">
            <a:spLocks noGrp="1"/>
          </p:cNvSpPr>
          <p:nvPr>
            <p:ph type="title"/>
          </p:nvPr>
        </p:nvSpPr>
        <p:spPr>
          <a:xfrm>
            <a:off x="838200" y="3932482"/>
            <a:ext cx="10515600" cy="1895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Trebuchet MS"/>
              <a:buNone/>
              <a:defRPr sz="55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6" name="Google Shape;186;p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- Picture">
  <p:cSld name="Divider - Picture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0"/>
          <p:cNvSpPr>
            <a:spLocks noGrp="1"/>
          </p:cNvSpPr>
          <p:nvPr>
            <p:ph type="pic" idx="2"/>
          </p:nvPr>
        </p:nvSpPr>
        <p:spPr>
          <a:xfrm>
            <a:off x="1" y="0"/>
            <a:ext cx="12191998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60"/>
          <p:cNvSpPr txBox="1">
            <a:spLocks noGrp="1"/>
          </p:cNvSpPr>
          <p:nvPr>
            <p:ph type="body" idx="1"/>
          </p:nvPr>
        </p:nvSpPr>
        <p:spPr>
          <a:xfrm>
            <a:off x="0" y="957364"/>
            <a:ext cx="5939883" cy="4943272"/>
          </a:xfrm>
          <a:prstGeom prst="rect">
            <a:avLst/>
          </a:prstGeom>
          <a:solidFill>
            <a:srgbClr val="C50F3C"/>
          </a:solidFill>
          <a:ln>
            <a:noFill/>
          </a:ln>
        </p:spPr>
        <p:txBody>
          <a:bodyPr spcFirstLastPara="1" wrap="square" lIns="914400" tIns="914400" rIns="914400" bIns="9144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/List">
  <p:cSld name="Agenda/Lis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1"/>
          <p:cNvSpPr/>
          <p:nvPr/>
        </p:nvSpPr>
        <p:spPr>
          <a:xfrm>
            <a:off x="4249783" y="0"/>
            <a:ext cx="794221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1"/>
          <p:cNvSpPr/>
          <p:nvPr/>
        </p:nvSpPr>
        <p:spPr>
          <a:xfrm>
            <a:off x="0" y="0"/>
            <a:ext cx="4249783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1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339729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94" name="Google Shape;194;p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61"/>
          <p:cNvSpPr txBox="1">
            <a:spLocks noGrp="1"/>
          </p:cNvSpPr>
          <p:nvPr>
            <p:ph type="body" idx="2"/>
          </p:nvPr>
        </p:nvSpPr>
        <p:spPr>
          <a:xfrm>
            <a:off x="4606972" y="781844"/>
            <a:ext cx="7157992" cy="529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55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Black"/>
              <a:buAutoNum type="arabicPeriod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Black"/>
              <a:buAutoNum type="alphaLcPeriod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Black"/>
              <a:buAutoNum type="arabicPeriod"/>
              <a:defRPr/>
            </a:lvl3pPr>
            <a:lvl4pPr marL="1828800" lvl="3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AutoNum type="arabicPeriod"/>
              <a:defRPr/>
            </a:lvl4pPr>
            <a:lvl5pPr marL="2286000" lvl="4" indent="-304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AutoNum type="arabicPeriod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61"/>
          <p:cNvSpPr txBox="1"/>
          <p:nvPr/>
        </p:nvSpPr>
        <p:spPr>
          <a:xfrm>
            <a:off x="4606972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- Side By Side">
  <p:cSld name="Content - Side By Side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2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2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340614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62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1" name="Google Shape;201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62"/>
          <p:cNvCxnSpPr/>
          <p:nvPr/>
        </p:nvCxnSpPr>
        <p:spPr>
          <a:xfrm>
            <a:off x="4260501" y="1628503"/>
            <a:ext cx="0" cy="347472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3" name="Google Shape;203;p62"/>
          <p:cNvSpPr txBox="1">
            <a:spLocks noGrp="1"/>
          </p:cNvSpPr>
          <p:nvPr>
            <p:ph type="body" idx="2"/>
          </p:nvPr>
        </p:nvSpPr>
        <p:spPr>
          <a:xfrm>
            <a:off x="4606972" y="800327"/>
            <a:ext cx="7157992" cy="5257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62"/>
          <p:cNvSpPr txBox="1"/>
          <p:nvPr/>
        </p:nvSpPr>
        <p:spPr>
          <a:xfrm>
            <a:off x="4606972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Key Comparison">
  <p:cSld name="Key Comparison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3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7" name="Google Shape;207;p63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508189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50F3C"/>
              </a:buClr>
              <a:buSzPts val="3200"/>
              <a:buNone/>
              <a:defRPr sz="3200" b="1" i="0">
                <a:solidFill>
                  <a:srgbClr val="C50F3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63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9" name="Google Shape;209;p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63"/>
          <p:cNvSpPr txBox="1">
            <a:spLocks noGrp="1"/>
          </p:cNvSpPr>
          <p:nvPr>
            <p:ph type="body" idx="2"/>
          </p:nvPr>
        </p:nvSpPr>
        <p:spPr>
          <a:xfrm>
            <a:off x="6614809" y="1189899"/>
            <a:ext cx="515084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" name="Google Shape;211;p63"/>
          <p:cNvSpPr txBox="1"/>
          <p:nvPr/>
        </p:nvSpPr>
        <p:spPr>
          <a:xfrm>
            <a:off x="6614809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1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Key Comparison - Blue">
  <p:cSld name="Key Comparison - Blue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03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4" name="Google Shape;214;p64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508189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p64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6" name="Google Shape;216;p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64"/>
          <p:cNvSpPr txBox="1">
            <a:spLocks noGrp="1"/>
          </p:cNvSpPr>
          <p:nvPr>
            <p:ph type="body" idx="2"/>
          </p:nvPr>
        </p:nvSpPr>
        <p:spPr>
          <a:xfrm>
            <a:off x="6614809" y="1189899"/>
            <a:ext cx="515084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64"/>
          <p:cNvSpPr txBox="1"/>
          <p:nvPr/>
        </p:nvSpPr>
        <p:spPr>
          <a:xfrm>
            <a:off x="6614809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Split">
  <p:cSld name="Picture Split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5"/>
          <p:cNvSpPr>
            <a:spLocks noGrp="1"/>
          </p:cNvSpPr>
          <p:nvPr>
            <p:ph type="pic" idx="2"/>
          </p:nvPr>
        </p:nvSpPr>
        <p:spPr>
          <a:xfrm>
            <a:off x="6095999" y="0"/>
            <a:ext cx="609599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6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2" name="Google Shape;222;p65"/>
          <p:cNvSpPr txBox="1">
            <a:spLocks noGrp="1"/>
          </p:cNvSpPr>
          <p:nvPr>
            <p:ph type="sldNum" idx="12"/>
          </p:nvPr>
        </p:nvSpPr>
        <p:spPr>
          <a:xfrm>
            <a:off x="211014" y="6400799"/>
            <a:ext cx="745915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65"/>
          <p:cNvSpPr txBox="1"/>
          <p:nvPr/>
        </p:nvSpPr>
        <p:spPr>
          <a:xfrm>
            <a:off x="1707493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94406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65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508189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2 Columns">
  <p:cSld name="Content - 2 Columns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7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7"/>
          <p:cNvSpPr txBox="1">
            <a:spLocks noGrp="1"/>
          </p:cNvSpPr>
          <p:nvPr>
            <p:ph type="title"/>
          </p:nvPr>
        </p:nvSpPr>
        <p:spPr>
          <a:xfrm>
            <a:off x="577516" y="365125"/>
            <a:ext cx="10972800" cy="98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36" name="Google Shape;236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67"/>
          <p:cNvSpPr txBox="1">
            <a:spLocks noGrp="1"/>
          </p:cNvSpPr>
          <p:nvPr>
            <p:ph type="body" idx="1"/>
          </p:nvPr>
        </p:nvSpPr>
        <p:spPr>
          <a:xfrm>
            <a:off x="577516" y="1942677"/>
            <a:ext cx="5399951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67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67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7"/>
          <p:cNvSpPr txBox="1">
            <a:spLocks noGrp="1"/>
          </p:cNvSpPr>
          <p:nvPr>
            <p:ph type="body" idx="2"/>
          </p:nvPr>
        </p:nvSpPr>
        <p:spPr>
          <a:xfrm>
            <a:off x="6150365" y="1942677"/>
            <a:ext cx="5399951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3 Columns">
  <p:cSld name="Content - 3 Columns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8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8"/>
          <p:cNvSpPr txBox="1">
            <a:spLocks noGrp="1"/>
          </p:cNvSpPr>
          <p:nvPr>
            <p:ph type="title"/>
          </p:nvPr>
        </p:nvSpPr>
        <p:spPr>
          <a:xfrm>
            <a:off x="577516" y="365125"/>
            <a:ext cx="10972800" cy="98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44" name="Google Shape;244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68"/>
          <p:cNvSpPr txBox="1">
            <a:spLocks noGrp="1"/>
          </p:cNvSpPr>
          <p:nvPr>
            <p:ph type="body" idx="1"/>
          </p:nvPr>
        </p:nvSpPr>
        <p:spPr>
          <a:xfrm>
            <a:off x="577517" y="1942677"/>
            <a:ext cx="3516658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68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68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8"/>
          <p:cNvSpPr txBox="1">
            <a:spLocks noGrp="1"/>
          </p:cNvSpPr>
          <p:nvPr>
            <p:ph type="body" idx="2"/>
          </p:nvPr>
        </p:nvSpPr>
        <p:spPr>
          <a:xfrm>
            <a:off x="4305587" y="1942677"/>
            <a:ext cx="3516658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68"/>
          <p:cNvSpPr txBox="1">
            <a:spLocks noGrp="1"/>
          </p:cNvSpPr>
          <p:nvPr>
            <p:ph type="body" idx="3"/>
          </p:nvPr>
        </p:nvSpPr>
        <p:spPr>
          <a:xfrm>
            <a:off x="8033658" y="1942677"/>
            <a:ext cx="3516658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Background">
  <p:cSld name="Red Background">
    <p:bg>
      <p:bgPr>
        <a:solidFill>
          <a:srgbClr val="C50F3C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Background">
  <p:cSld name="Blue Background">
    <p:bg>
      <p:bgPr>
        <a:solidFill>
          <a:schemeClr val="accent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ck Background">
  <p:cSld name="Black Background">
    <p:bg>
      <p:bgPr>
        <a:solidFill>
          <a:schemeClr val="accent6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79ea9413e2_1_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g279ea9413e2_1_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g279ea9413e2_1_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559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 txBox="1">
            <a:spLocks noGrp="1"/>
          </p:cNvSpPr>
          <p:nvPr>
            <p:ph type="title"/>
          </p:nvPr>
        </p:nvSpPr>
        <p:spPr>
          <a:xfrm>
            <a:off x="609600" y="365126"/>
            <a:ext cx="10924674" cy="96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 b="1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30"/>
          <p:cNvSpPr txBox="1">
            <a:spLocks noGrp="1"/>
          </p:cNvSpPr>
          <p:nvPr>
            <p:ph type="body" idx="1"/>
          </p:nvPr>
        </p:nvSpPr>
        <p:spPr>
          <a:xfrm>
            <a:off x="609600" y="1942677"/>
            <a:ext cx="10924674" cy="423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429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⎼"/>
              <a:defRPr sz="1800" b="0" i="1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302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⎼"/>
              <a:defRPr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175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⎼"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048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⎼"/>
              <a:defRPr sz="1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30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30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1" r:id="rId14"/>
    <p:sldLayoutId id="2147483692" r:id="rId15"/>
    <p:sldLayoutId id="2147483694" r:id="rId16"/>
    <p:sldLayoutId id="2147483695" r:id="rId17"/>
    <p:sldLayoutId id="2147483696" r:id="rId18"/>
    <p:sldLayoutId id="2147483697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5A1F1-BA2C-65A7-0E87-97B7D56EB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5AFC3-2BF6-1A3D-3BB6-FBD9F5C3A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1514" y="2714192"/>
            <a:ext cx="5150873" cy="1432572"/>
          </a:xfr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dirty="0"/>
              <a:t>Weekly Data Health Check Report 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161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DC3A5-8E0E-4954-C397-CF4DE3D4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1EEBEC-7AFC-ABB5-9181-746420D2641B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Contents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0373DF-DA2C-44DB-D8FD-65710144867C}"/>
              </a:ext>
            </a:extLst>
          </p:cNvPr>
          <p:cNvSpPr/>
          <p:nvPr/>
        </p:nvSpPr>
        <p:spPr>
          <a:xfrm>
            <a:off x="609600" y="956447"/>
            <a:ext cx="10072642" cy="4174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endParaRPr lang="en-US" sz="1600" dirty="0">
              <a:solidFill>
                <a:schemeClr val="accent6"/>
              </a:solidFill>
              <a:latin typeface="Trebuchet MS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Weekly Trends Of Breast Rx Claims</a:t>
            </a:r>
            <a:b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</a:br>
            <a:endParaRPr lang="en-IN" sz="1600" dirty="0">
              <a:solidFill>
                <a:schemeClr val="accent6"/>
              </a:solidFill>
              <a:latin typeface="Trebuchet MS"/>
              <a:ea typeface="+mn-lt"/>
              <a:cs typeface="+mn-lt"/>
            </a:endParaRPr>
          </a:p>
          <a:p>
            <a:pPr marL="287655" indent="-285750">
              <a:lnSpc>
                <a:spcPts val="2200"/>
              </a:lnSpc>
              <a:buFont typeface="Arial,Sans-Serif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  <a:t>Weekly Trends Of Breast Mx Claims</a:t>
            </a:r>
            <a:b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</a:b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Class Of Drug Rx Claims Trends (CDK, Hormonals, Oral Chemotherapy Drugs) </a:t>
            </a:r>
            <a:b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</a:br>
            <a:endParaRPr lang="en-IN" sz="1600" dirty="0">
              <a:solidFill>
                <a:schemeClr val="accent6"/>
              </a:solidFill>
              <a:latin typeface="Trebuchet MS"/>
              <a:ea typeface="+mn-lt"/>
              <a:cs typeface="+mn-lt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Class Of Drug Mx Claims Trends (</a:t>
            </a:r>
            <a:r>
              <a:rPr lang="en-IN" sz="1600" dirty="0" err="1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Chemos</a:t>
            </a: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, Targeted Agents, ADCs) </a:t>
            </a:r>
            <a:b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</a:b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accent6"/>
                </a:solidFill>
                <a:latin typeface="Trebuchet MS"/>
                <a:cs typeface="Arial"/>
              </a:rPr>
              <a:t>Individual Drug Claims Mx Claims Trends (</a:t>
            </a:r>
            <a:r>
              <a:rPr lang="en-US" sz="1600" dirty="0" err="1">
                <a:solidFill>
                  <a:schemeClr val="accent6"/>
                </a:solidFill>
                <a:latin typeface="Trebuchet MS"/>
                <a:cs typeface="Arial"/>
              </a:rPr>
              <a:t>Trodelvy</a:t>
            </a:r>
            <a:r>
              <a:rPr lang="en-US" sz="1600" dirty="0">
                <a:solidFill>
                  <a:schemeClr val="accent6"/>
                </a:solidFill>
                <a:latin typeface="Trebuchet MS"/>
                <a:cs typeface="Arial"/>
              </a:rPr>
              <a:t>, </a:t>
            </a:r>
            <a:r>
              <a:rPr lang="en-US" sz="1600" dirty="0" err="1">
                <a:solidFill>
                  <a:schemeClr val="accent6"/>
                </a:solidFill>
                <a:latin typeface="Trebuchet MS"/>
                <a:cs typeface="Arial"/>
              </a:rPr>
              <a:t>Enhertu</a:t>
            </a:r>
            <a:r>
              <a:rPr lang="en-US" sz="1600" dirty="0">
                <a:solidFill>
                  <a:schemeClr val="accent6"/>
                </a:solidFill>
                <a:latin typeface="Trebuchet MS"/>
                <a:cs typeface="Arial"/>
              </a:rPr>
              <a:t>, Dato)</a:t>
            </a: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Projection Factor Trends For </a:t>
            </a:r>
            <a:r>
              <a:rPr lang="en-IN" sz="1600" dirty="0" err="1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Trodelvy</a:t>
            </a: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 Claims</a:t>
            </a:r>
            <a:r>
              <a:rPr lang="en-IN" sz="160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, Oral Drugs, Infusion Drugs</a:t>
            </a:r>
            <a:b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</a:br>
            <a:endParaRPr lang="en-IN" sz="1600" dirty="0">
              <a:solidFill>
                <a:schemeClr val="accent6"/>
              </a:solidFill>
              <a:latin typeface="Trebuchet MS"/>
              <a:ea typeface="+mn-lt"/>
              <a:cs typeface="+mn-lt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  <a:t>Outlier Analysis For </a:t>
            </a:r>
            <a:r>
              <a:rPr lang="en-IN" sz="1600" dirty="0" err="1">
                <a:solidFill>
                  <a:schemeClr val="accent6"/>
                </a:solidFill>
                <a:latin typeface="Trebuchet MS"/>
                <a:cs typeface="Arial"/>
              </a:rPr>
              <a:t>Trodelvy</a:t>
            </a:r>
            <a: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  <a:t> Mx Claims </a:t>
            </a:r>
            <a:b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</a:b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1905">
              <a:lnSpc>
                <a:spcPts val="2200"/>
              </a:lnSpc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1905">
              <a:lnSpc>
                <a:spcPts val="2200"/>
              </a:lnSpc>
            </a:pPr>
            <a:endParaRPr lang="en-IN" sz="1600" dirty="0">
              <a:solidFill>
                <a:schemeClr val="accent6"/>
              </a:solidFill>
              <a:latin typeface="Trebuchet MS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</a:endParaRPr>
          </a:p>
          <a:p>
            <a:pPr marL="1905">
              <a:lnSpc>
                <a:spcPts val="2200"/>
              </a:lnSpc>
            </a:pPr>
            <a:endParaRPr lang="en-IN" sz="1600" dirty="0">
              <a:solidFill>
                <a:schemeClr val="accent6"/>
              </a:solidFill>
              <a:latin typeface="Trebuchet M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466091-99DC-D77C-5AE8-B739C9A1A4C9}"/>
              </a:ext>
            </a:extLst>
          </p:cNvPr>
          <p:cNvSpPr txBox="1"/>
          <p:nvPr/>
        </p:nvSpPr>
        <p:spPr>
          <a:xfrm>
            <a:off x="87971" y="6097238"/>
            <a:ext cx="7555570" cy="3510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9105" lvl="1">
              <a:lnSpc>
                <a:spcPts val="2200"/>
              </a:lnSpc>
            </a:pPr>
            <a:r>
              <a:rPr lang="en-IN" sz="1600" i="1" dirty="0">
                <a:solidFill>
                  <a:schemeClr val="accent6"/>
                </a:solidFill>
                <a:latin typeface="Trebuchet MS"/>
              </a:rPr>
              <a:t>All views include comparison across latest 3 batches of data</a:t>
            </a:r>
            <a:endParaRPr lang="en-US" sz="1600" i="1" dirty="0">
              <a:solidFill>
                <a:schemeClr val="accent6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632511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AA82D-6C62-0D1E-4D2E-E4B5ECD36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8FFDD8-4DA7-2062-DEE6-93F5D7DB64A5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Breast Rx Claims 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D6EF810-0F77-D82A-27A5-327F63BDE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217466"/>
              </p:ext>
            </p:extLst>
          </p:nvPr>
        </p:nvGraphicFramePr>
        <p:xfrm>
          <a:off x="914399" y="1097280"/>
          <a:ext cx="10388009" cy="5080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0928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7C020-66C4-0D71-B13B-CC6E08DF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30E26F-8729-F194-463A-963632016117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Breast Mx Claims 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696048"/>
              </p:ext>
            </p:extLst>
          </p:nvPr>
        </p:nvGraphicFramePr>
        <p:xfrm>
          <a:off x="800100" y="1097280"/>
          <a:ext cx="103886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25443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6DE4-50FF-A459-A4B6-C1B812E95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598C82-B1C4-11DD-8A25-346D50DCF1C5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ADCs Mx Claims 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97231"/>
              </p:ext>
            </p:extLst>
          </p:nvPr>
        </p:nvGraphicFramePr>
        <p:xfrm>
          <a:off x="914400" y="1097280"/>
          <a:ext cx="101981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46550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456EB7-014D-B21A-9012-E7DCE5D027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7ADB8E-7CA2-FB8C-5D0F-E984F9A9E4E1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CDKs Rx Claims 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550122"/>
              </p:ext>
            </p:extLst>
          </p:nvPr>
        </p:nvGraphicFramePr>
        <p:xfrm>
          <a:off x="914400" y="1097280"/>
          <a:ext cx="104394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47809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10F316-B5C9-201C-6176-015DFCE80E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8651D8-550A-F10B-C906-C6BE0694F02B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Oral </a:t>
            </a:r>
            <a:r>
              <a:rPr lang="en-US" sz="3600" b="1" dirty="0" err="1">
                <a:solidFill>
                  <a:schemeClr val="accent1"/>
                </a:solidFill>
                <a:latin typeface="Trebuchet MS"/>
              </a:rPr>
              <a:t>Chemos</a:t>
            </a:r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 Rx Claims 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472879"/>
              </p:ext>
            </p:extLst>
          </p:nvPr>
        </p:nvGraphicFramePr>
        <p:xfrm>
          <a:off x="914400" y="1097280"/>
          <a:ext cx="103124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51792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3C0621-FFF3-B700-BC1F-8F51B53F6A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420ED-0F36-8932-F06A-4C228FB5212B}"/>
              </a:ext>
            </a:extLst>
          </p:cNvPr>
          <p:cNvSpPr txBox="1"/>
          <p:nvPr/>
        </p:nvSpPr>
        <p:spPr>
          <a:xfrm>
            <a:off x="547" y="-2317"/>
            <a:ext cx="9994058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Hormonal Drugs Rx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075031"/>
              </p:ext>
            </p:extLst>
          </p:nvPr>
        </p:nvGraphicFramePr>
        <p:xfrm>
          <a:off x="914400" y="1097280"/>
          <a:ext cx="102616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79563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E062B-24B5-1934-7EBC-AAC2E6411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7B0513-E1A9-4CAE-C461-2661693A50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6E38BF-205D-2ECC-4D8F-CB55E3FAD79A}"/>
              </a:ext>
            </a:extLst>
          </p:cNvPr>
          <p:cNvSpPr txBox="1"/>
          <p:nvPr/>
        </p:nvSpPr>
        <p:spPr>
          <a:xfrm>
            <a:off x="112722" y="136525"/>
            <a:ext cx="10730476" cy="1415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Targeted agents Drugs 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286691"/>
              </p:ext>
            </p:extLst>
          </p:nvPr>
        </p:nvGraphicFramePr>
        <p:xfrm>
          <a:off x="914400" y="1097280"/>
          <a:ext cx="102997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51720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2B854-B247-C665-365F-3BF35AB1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A480AD-6CED-217F-9D1A-F7A4A37506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C4DC6-7991-94A8-5281-B39F8FA3FCB5}"/>
              </a:ext>
            </a:extLst>
          </p:cNvPr>
          <p:cNvSpPr txBox="1"/>
          <p:nvPr/>
        </p:nvSpPr>
        <p:spPr>
          <a:xfrm>
            <a:off x="304108" y="276463"/>
            <a:ext cx="9247673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Chemo Drugs 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84398"/>
              </p:ext>
            </p:extLst>
          </p:nvPr>
        </p:nvGraphicFramePr>
        <p:xfrm>
          <a:off x="914400" y="1097280"/>
          <a:ext cx="103378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05432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8A84E0-953E-DBF1-1EF9-6D62ED2942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A0EFE-F02C-2A43-1265-04C62FF4E83E}"/>
              </a:ext>
            </a:extLst>
          </p:cNvPr>
          <p:cNvSpPr txBox="1"/>
          <p:nvPr/>
        </p:nvSpPr>
        <p:spPr>
          <a:xfrm>
            <a:off x="319497" y="268377"/>
            <a:ext cx="11348528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 </a:t>
            </a:r>
            <a:r>
              <a:rPr lang="en-US" sz="3600" b="1" dirty="0" err="1">
                <a:solidFill>
                  <a:schemeClr val="accent1"/>
                </a:solidFill>
                <a:latin typeface="Trebuchet MS"/>
              </a:rPr>
              <a:t>Trodelvy</a:t>
            </a:r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 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732566"/>
              </p:ext>
            </p:extLst>
          </p:nvPr>
        </p:nvGraphicFramePr>
        <p:xfrm>
          <a:off x="914400" y="1097280"/>
          <a:ext cx="102743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7292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E6A71-2DEF-6099-89F4-75AEFD4C8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DC3A27-61C8-2D2B-9F5E-7385954491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926C9-33AC-3AF5-33DE-6E436D37F798}"/>
              </a:ext>
            </a:extLst>
          </p:cNvPr>
          <p:cNvSpPr txBox="1"/>
          <p:nvPr/>
        </p:nvSpPr>
        <p:spPr>
          <a:xfrm>
            <a:off x="387047" y="255727"/>
            <a:ext cx="958034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</a:t>
            </a:r>
            <a:r>
              <a:rPr lang="en-US" sz="3600" b="1" dirty="0" err="1">
                <a:solidFill>
                  <a:schemeClr val="accent1"/>
                </a:solidFill>
                <a:latin typeface="Trebuchet MS"/>
              </a:rPr>
              <a:t>Enhertu</a:t>
            </a:r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 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423442"/>
              </p:ext>
            </p:extLst>
          </p:nvPr>
        </p:nvGraphicFramePr>
        <p:xfrm>
          <a:off x="914400" y="1097280"/>
          <a:ext cx="102616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94828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A1204-BE0C-326B-79F9-B27D044EF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2BEEF1-FDFE-D499-662F-90BF8F96C4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D467C-DE00-64DF-3FBA-6A1318FCD085}"/>
              </a:ext>
            </a:extLst>
          </p:cNvPr>
          <p:cNvSpPr txBox="1"/>
          <p:nvPr/>
        </p:nvSpPr>
        <p:spPr>
          <a:xfrm>
            <a:off x="387047" y="255727"/>
            <a:ext cx="958034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Dato 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587038"/>
              </p:ext>
            </p:extLst>
          </p:nvPr>
        </p:nvGraphicFramePr>
        <p:xfrm>
          <a:off x="914400" y="1097280"/>
          <a:ext cx="103378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65078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7A30A-F2F5-57B2-B5DF-481589044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4624E8-4414-CCE0-9BF0-854B087E23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DBB04E-E9F4-A72A-717B-93DC9F142085}"/>
              </a:ext>
            </a:extLst>
          </p:cNvPr>
          <p:cNvSpPr txBox="1"/>
          <p:nvPr/>
        </p:nvSpPr>
        <p:spPr>
          <a:xfrm>
            <a:off x="387047" y="255727"/>
            <a:ext cx="9580341" cy="1415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TRO Projection Factor (R12M)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097280"/>
          <a:ext cx="987552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75117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5071B0-2A85-8B3C-91EF-85BAAD1EEB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181E5B-74AD-0BBD-FA7B-9A9D5D6D18EB}"/>
              </a:ext>
            </a:extLst>
          </p:cNvPr>
          <p:cNvSpPr txBox="1"/>
          <p:nvPr/>
        </p:nvSpPr>
        <p:spPr>
          <a:xfrm>
            <a:off x="74428" y="136525"/>
            <a:ext cx="96224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Infusion Drugs Projection Factor (R12M)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723829"/>
              </p:ext>
            </p:extLst>
          </p:nvPr>
        </p:nvGraphicFramePr>
        <p:xfrm>
          <a:off x="1181100" y="1224280"/>
          <a:ext cx="987552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74208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FE2A24-8A9C-2288-0912-743408ACA6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766D83-0A1F-9D2E-6572-67D9B39C5E7D}"/>
              </a:ext>
            </a:extLst>
          </p:cNvPr>
          <p:cNvSpPr txBox="1"/>
          <p:nvPr/>
        </p:nvSpPr>
        <p:spPr>
          <a:xfrm>
            <a:off x="135564" y="74712"/>
            <a:ext cx="95081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Oral Projection Factor (R12M)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097280"/>
          <a:ext cx="987552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34374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33E2C6-C701-DDC9-1244-047DB3C790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FF264-B9AE-6112-02E2-5A5BA1673D04}"/>
              </a:ext>
            </a:extLst>
          </p:cNvPr>
          <p:cNvSpPr txBox="1"/>
          <p:nvPr/>
        </p:nvSpPr>
        <p:spPr>
          <a:xfrm>
            <a:off x="148281" y="136525"/>
            <a:ext cx="113198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Outlier analysis of TRO Mx Claims (on weekly trend)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874073"/>
              </p:ext>
            </p:extLst>
          </p:nvPr>
        </p:nvGraphicFramePr>
        <p:xfrm>
          <a:off x="914400" y="1097280"/>
          <a:ext cx="987552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79475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7C020-66C4-0D71-B13B-CC6E08DF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78BA03C-82BE-DF28-5673-A17FA752A3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1701978"/>
              </p:ext>
            </p:extLst>
          </p:nvPr>
        </p:nvGraphicFramePr>
        <p:xfrm>
          <a:off x="935665" y="1031358"/>
          <a:ext cx="10288926" cy="5342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77E322-FCE5-7121-AC62-BE1FAEDADBB7}"/>
              </a:ext>
            </a:extLst>
          </p:cNvPr>
          <p:cNvSpPr txBox="1"/>
          <p:nvPr/>
        </p:nvSpPr>
        <p:spPr>
          <a:xfrm>
            <a:off x="300681" y="288925"/>
            <a:ext cx="11319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  <a:latin typeface="Trebuchet MS"/>
              </a:rPr>
              <a:t>Latest week Rx Claims In Current Feed (vs. Prior Feed)</a:t>
            </a:r>
          </a:p>
        </p:txBody>
      </p:sp>
    </p:spTree>
    <p:extLst>
      <p:ext uri="{BB962C8B-B14F-4D97-AF65-F5344CB8AC3E}">
        <p14:creationId xmlns:p14="http://schemas.microsoft.com/office/powerpoint/2010/main" val="2368262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046C36-D3CB-C792-813C-31B016DD37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AF529E6-E2DF-B870-10D2-A808646988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6687472"/>
              </p:ext>
            </p:extLst>
          </p:nvPr>
        </p:nvGraphicFramePr>
        <p:xfrm>
          <a:off x="712381" y="954157"/>
          <a:ext cx="10641419" cy="51841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29B9B74-1F0A-67FC-98BB-C69E89363544}"/>
              </a:ext>
            </a:extLst>
          </p:cNvPr>
          <p:cNvSpPr txBox="1"/>
          <p:nvPr/>
        </p:nvSpPr>
        <p:spPr>
          <a:xfrm>
            <a:off x="436090" y="256869"/>
            <a:ext cx="11319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  <a:latin typeface="Trebuchet MS"/>
              </a:rPr>
              <a:t>Latest week Mx Claims In Current Feed (vs. Prior Feed)</a:t>
            </a:r>
          </a:p>
        </p:txBody>
      </p:sp>
    </p:spTree>
    <p:extLst>
      <p:ext uri="{BB962C8B-B14F-4D97-AF65-F5344CB8AC3E}">
        <p14:creationId xmlns:p14="http://schemas.microsoft.com/office/powerpoint/2010/main" val="1968734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ECD1A5-6EF1-BF13-6654-D2AF3A64A2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CF0A491-D2A4-376E-26A7-FF6F2ABCF8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1123167"/>
              </p:ext>
            </p:extLst>
          </p:nvPr>
        </p:nvGraphicFramePr>
        <p:xfrm>
          <a:off x="877824" y="1121664"/>
          <a:ext cx="10351008" cy="5059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6AC1D03-006D-DD81-7067-74F727FE4466}"/>
              </a:ext>
            </a:extLst>
          </p:cNvPr>
          <p:cNvSpPr txBox="1"/>
          <p:nvPr/>
        </p:nvSpPr>
        <p:spPr>
          <a:xfrm>
            <a:off x="436090" y="256869"/>
            <a:ext cx="11319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  <a:latin typeface="Trebuchet MS"/>
              </a:rPr>
              <a:t>Rx Claims Historical Restatement (Weekly)</a:t>
            </a:r>
          </a:p>
        </p:txBody>
      </p:sp>
    </p:spTree>
    <p:extLst>
      <p:ext uri="{BB962C8B-B14F-4D97-AF65-F5344CB8AC3E}">
        <p14:creationId xmlns:p14="http://schemas.microsoft.com/office/powerpoint/2010/main" val="994299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F19864-1165-EB26-AA91-EEFC3257FF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12F687-9D23-A59C-A8F2-9A0E24B91446}"/>
              </a:ext>
            </a:extLst>
          </p:cNvPr>
          <p:cNvSpPr txBox="1"/>
          <p:nvPr/>
        </p:nvSpPr>
        <p:spPr>
          <a:xfrm>
            <a:off x="436090" y="256869"/>
            <a:ext cx="11319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  <a:latin typeface="Trebuchet MS"/>
              </a:rPr>
              <a:t>Mx Claims Historical Restatement (Weekly)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0B13178-9FD2-90D3-8B90-06EBE1BBAE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1056328"/>
              </p:ext>
            </p:extLst>
          </p:nvPr>
        </p:nvGraphicFramePr>
        <p:xfrm>
          <a:off x="950976" y="1170432"/>
          <a:ext cx="10290048" cy="51859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16101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9AE6B8-6484-1BB2-1EB1-F3B1B042B7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C131D8B-51C5-F064-197A-38D65C963D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9258456"/>
              </p:ext>
            </p:extLst>
          </p:nvPr>
        </p:nvGraphicFramePr>
        <p:xfrm>
          <a:off x="1182624" y="1377696"/>
          <a:ext cx="9692640" cy="4760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78A8693-AD47-3CE8-3986-3472A35776F1}"/>
              </a:ext>
            </a:extLst>
          </p:cNvPr>
          <p:cNvSpPr txBox="1"/>
          <p:nvPr/>
        </p:nvSpPr>
        <p:spPr>
          <a:xfrm>
            <a:off x="436090" y="256869"/>
            <a:ext cx="11319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  <a:latin typeface="Trebuchet MS"/>
              </a:rPr>
              <a:t>Mx Claims Historical Restatement (Monthly)</a:t>
            </a:r>
          </a:p>
        </p:txBody>
      </p:sp>
    </p:spTree>
    <p:extLst>
      <p:ext uri="{BB962C8B-B14F-4D97-AF65-F5344CB8AC3E}">
        <p14:creationId xmlns:p14="http://schemas.microsoft.com/office/powerpoint/2010/main" val="10775102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8EBB8A-069C-5382-F317-889678E930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10B1F3-630A-D852-285B-E9DD898E9D83}"/>
              </a:ext>
            </a:extLst>
          </p:cNvPr>
          <p:cNvSpPr txBox="1"/>
          <p:nvPr/>
        </p:nvSpPr>
        <p:spPr>
          <a:xfrm>
            <a:off x="436090" y="256869"/>
            <a:ext cx="11319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  <a:latin typeface="Trebuchet MS"/>
              </a:rPr>
              <a:t>Rx Claims Historical Restatement (Monthly)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1A12037-9FA8-F7F4-B480-58DCE586BC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6569499"/>
              </p:ext>
            </p:extLst>
          </p:nvPr>
        </p:nvGraphicFramePr>
        <p:xfrm>
          <a:off x="1121664" y="1109472"/>
          <a:ext cx="9973056" cy="50288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93058532"/>
      </p:ext>
    </p:extLst>
  </p:cSld>
  <p:clrMapOvr>
    <a:masterClrMapping/>
  </p:clrMapOvr>
</p:sld>
</file>

<file path=ppt/theme/theme1.xml><?xml version="1.0" encoding="utf-8"?>
<a:theme xmlns:a="http://schemas.openxmlformats.org/drawingml/2006/main" name="1_Creating Possible">
  <a:themeElements>
    <a:clrScheme name="Custom 19">
      <a:dk1>
        <a:srgbClr val="54565B"/>
      </a:dk1>
      <a:lt1>
        <a:srgbClr val="FFFFFF"/>
      </a:lt1>
      <a:dk2>
        <a:srgbClr val="C50E3C"/>
      </a:dk2>
      <a:lt2>
        <a:srgbClr val="C6CAC6"/>
      </a:lt2>
      <a:accent1>
        <a:srgbClr val="203661"/>
      </a:accent1>
      <a:accent2>
        <a:srgbClr val="3C587F"/>
      </a:accent2>
      <a:accent3>
        <a:srgbClr val="8DC1C5"/>
      </a:accent3>
      <a:accent4>
        <a:srgbClr val="688C38"/>
      </a:accent4>
      <a:accent5>
        <a:srgbClr val="AEB618"/>
      </a:accent5>
      <a:accent6>
        <a:srgbClr val="000000"/>
      </a:accent6>
      <a:hlink>
        <a:srgbClr val="3A6C8A"/>
      </a:hlink>
      <a:folHlink>
        <a:srgbClr val="8F7F9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dfbcd4e-0d6e-4414-853a-02f7dc9ae2ad">
      <Terms xmlns="http://schemas.microsoft.com/office/infopath/2007/PartnerControls"/>
    </lcf76f155ced4ddcb4097134ff3c332f>
    <TaxCatchAll xmlns="1763e1e5-1f9e-4d64-9801-eea52128ce9f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AFB58FA9F2D24F9423A050CE645B92" ma:contentTypeVersion="19" ma:contentTypeDescription="Create a new document." ma:contentTypeScope="" ma:versionID="4367b7e0178fd4178f450700168654d1">
  <xsd:schema xmlns:xsd="http://www.w3.org/2001/XMLSchema" xmlns:xs="http://www.w3.org/2001/XMLSchema" xmlns:p="http://schemas.microsoft.com/office/2006/metadata/properties" xmlns:ns1="http://schemas.microsoft.com/sharepoint/v3" xmlns:ns2="3dfbcd4e-0d6e-4414-853a-02f7dc9ae2ad" xmlns:ns3="1763e1e5-1f9e-4d64-9801-eea52128ce9f" targetNamespace="http://schemas.microsoft.com/office/2006/metadata/properties" ma:root="true" ma:fieldsID="5adfbc94da2f061afab9ea70373239b1" ns1:_="" ns2:_="" ns3:_="">
    <xsd:import namespace="http://schemas.microsoft.com/sharepoint/v3"/>
    <xsd:import namespace="3dfbcd4e-0d6e-4414-853a-02f7dc9ae2ad"/>
    <xsd:import namespace="1763e1e5-1f9e-4d64-9801-eea52128ce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fbcd4e-0d6e-4414-853a-02f7dc9ae2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59aaaf-67c2-4a9b-8dae-6c62ae0ca4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63e1e5-1f9e-4d64-9801-eea52128ce9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1149961a-0a76-4c5e-9277-ec59576407b3}" ma:internalName="TaxCatchAll" ma:showField="CatchAllData" ma:web="1763e1e5-1f9e-4d64-9801-eea52128ce9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89AD33E-732B-47E0-908F-D3AE784479C8}">
  <ds:schemaRefs>
    <ds:schemaRef ds:uri="1763e1e5-1f9e-4d64-9801-eea52128ce9f"/>
    <ds:schemaRef ds:uri="3dfbcd4e-0d6e-4414-853a-02f7dc9ae2a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5BF7640-923D-457F-AF43-935957F2ACCA}">
  <ds:schemaRefs>
    <ds:schemaRef ds:uri="1763e1e5-1f9e-4d64-9801-eea52128ce9f"/>
    <ds:schemaRef ds:uri="3dfbcd4e-0d6e-4414-853a-02f7dc9ae2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295AA52-3796-4541-9BB4-73AAE38280A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551</Words>
  <Application>Microsoft Macintosh PowerPoint</Application>
  <PresentationFormat>Widescreen</PresentationFormat>
  <Paragraphs>84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Trebuchet MS</vt:lpstr>
      <vt:lpstr>Arial,Sans-Serif</vt:lpstr>
      <vt:lpstr>Calibri</vt:lpstr>
      <vt:lpstr>Noto Sans Symbols</vt:lpstr>
      <vt:lpstr>Arial Black</vt:lpstr>
      <vt:lpstr>Arial</vt:lpstr>
      <vt:lpstr>Proxima Nova</vt:lpstr>
      <vt:lpstr>1_Creating Possible</vt:lpstr>
      <vt:lpstr>Weekly Data Health Check Report 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C3PO Modules – Structured Data</dc:title>
  <dc:creator>Brian Scott</dc:creator>
  <cp:lastModifiedBy>Shashi Vemula</cp:lastModifiedBy>
  <cp:revision>43</cp:revision>
  <dcterms:created xsi:type="dcterms:W3CDTF">2021-05-05T00:34:42Z</dcterms:created>
  <dcterms:modified xsi:type="dcterms:W3CDTF">2025-12-10T11:34:03Z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0x0101004EAFB58FA9F2D24F9423A050CE645B92</vt:lpwstr>
  </property>
  <property fmtid="{D5CDD505-2E9C-101B-9397-08002B2CF9AE}" pid="3" name="MSIP_Label_16de74a9-4f8a-4c74-b507-22417e17d25b_Method">
    <vt:lpwstr>Privileged</vt:lpwstr>
  </property>
  <property fmtid="{D5CDD505-2E9C-101B-9397-08002B2CF9AE}" pid="4" name="MSIP_Label_16de74a9-4f8a-4c74-b507-22417e17d25b_ContentBits">
    <vt:lpwstr>0</vt:lpwstr>
  </property>
  <property fmtid="{D5CDD505-2E9C-101B-9397-08002B2CF9AE}" pid="5" name="MSIP_Label_16de74a9-4f8a-4c74-b507-22417e17d25b_SetDate">
    <vt:lpwstr>2023-12-11T05:06:21Z</vt:lpwstr>
  </property>
  <property fmtid="{D5CDD505-2E9C-101B-9397-08002B2CF9AE}" pid="6" name="MSIP_Label_16de74a9-4f8a-4c74-b507-22417e17d25b_ActionId">
    <vt:lpwstr>034c4096-7886-488d-8374-9ac868763a7f</vt:lpwstr>
  </property>
  <property fmtid="{D5CDD505-2E9C-101B-9397-08002B2CF9AE}" pid="7" name="MSIP_Label_16de74a9-4f8a-4c74-b507-22417e17d25b_Enabled">
    <vt:lpwstr>true</vt:lpwstr>
  </property>
  <property fmtid="{D5CDD505-2E9C-101B-9397-08002B2CF9AE}" pid="8" name="MSIP_Label_16de74a9-4f8a-4c74-b507-22417e17d25b_SiteId">
    <vt:lpwstr>a5a8bcaa-3292-41e6-b735-5e8b21f4dbfd</vt:lpwstr>
  </property>
  <property fmtid="{D5CDD505-2E9C-101B-9397-08002B2CF9AE}" pid="9" name="MSIP_Label_16de74a9-4f8a-4c74-b507-22417e17d25b_Name">
    <vt:lpwstr>16de74a9-4f8a-4c74-b507-22417e17d25b</vt:lpwstr>
  </property>
  <property fmtid="{D5CDD505-2E9C-101B-9397-08002B2CF9AE}" pid="10" name="MediaServiceImageTags">
    <vt:lpwstr/>
  </property>
</Properties>
</file>