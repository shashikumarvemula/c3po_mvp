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0"/>
    <p:restoredTop sz="94658"/>
  </p:normalViewPr>
  <p:slideViewPr>
    <p:cSldViewPr snapToGrid="0" snapToObjects="1">
      <p:cViewPr varScale="1">
        <p:scale>
          <a:sx n="98" d="100"/>
          <a:sy n="98" d="100"/>
        </p:scale>
        <p:origin x="216" y="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restatement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restatement_pct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Apr-2025 vs Mar-2025</c:v>
                </c:pt>
                <c:pt idx="1">
                  <c:v>Dec-2025 vs Nov-2025</c:v>
                </c:pt>
                <c:pt idx="2">
                  <c:v>May-2025 vs Apr-2025</c:v>
                </c:pt>
                <c:pt idx="3">
                  <c:v>Oct-2025 vs Sep-2025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0.01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DB-E047-89E9-A3020447E1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89170144"/>
        <c:axId val="1588880464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upper_threshold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Apr-2025 vs Mar-2025</c:v>
                </c:pt>
                <c:pt idx="1">
                  <c:v>Dec-2025 vs Nov-2025</c:v>
                </c:pt>
                <c:pt idx="2">
                  <c:v>May-2025 vs Apr-2025</c:v>
                </c:pt>
                <c:pt idx="3">
                  <c:v>Oct-2025 vs Sep-2025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1.61</c:v>
                </c:pt>
                <c:pt idx="1">
                  <c:v>1.61</c:v>
                </c:pt>
                <c:pt idx="2">
                  <c:v>1.61</c:v>
                </c:pt>
                <c:pt idx="3">
                  <c:v>1.61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7DB-E047-89E9-A3020447E17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lower_threshold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Apr-2025 vs Mar-2025</c:v>
                </c:pt>
                <c:pt idx="1">
                  <c:v>Dec-2025 vs Nov-2025</c:v>
                </c:pt>
                <c:pt idx="2">
                  <c:v>May-2025 vs Apr-2025</c:v>
                </c:pt>
                <c:pt idx="3">
                  <c:v>Oct-2025 vs Sep-2025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-1.35</c:v>
                </c:pt>
                <c:pt idx="1">
                  <c:v>-1.35</c:v>
                </c:pt>
                <c:pt idx="2">
                  <c:v>-1.35</c:v>
                </c:pt>
                <c:pt idx="3">
                  <c:v>-1.35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7DB-E047-89E9-A3020447E1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89170144"/>
        <c:axId val="1588880464"/>
      </c:lineChart>
      <c:catAx>
        <c:axId val="158917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8880464"/>
        <c:crosses val="autoZero"/>
        <c:auto val="1"/>
        <c:lblAlgn val="ctr"/>
        <c:lblOffset val="100"/>
        <c:noMultiLvlLbl val="0"/>
      </c:catAx>
      <c:valAx>
        <c:axId val="1588880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9170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680B286-048A-A57C-930A-3C6629D377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2806213"/>
              </p:ext>
            </p:extLst>
          </p:nvPr>
        </p:nvGraphicFramePr>
        <p:xfrm>
          <a:off x="798622" y="623973"/>
          <a:ext cx="9536223" cy="54365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Shashi Vemula</cp:lastModifiedBy>
  <cp:revision>13</cp:revision>
  <dcterms:created xsi:type="dcterms:W3CDTF">2013-01-27T09:14:16Z</dcterms:created>
  <dcterms:modified xsi:type="dcterms:W3CDTF">2025-12-08T10:04:55Z</dcterms:modified>
  <cp:category/>
</cp:coreProperties>
</file>